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theme/theme2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theme/theme3.xml" ContentType="application/vnd.openxmlformats-officedocument.them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23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  <p:sldMasterId id="2147483796" r:id="rId2"/>
    <p:sldMasterId id="2147483872" r:id="rId3"/>
  </p:sldMasterIdLst>
  <p:notesMasterIdLst>
    <p:notesMasterId r:id="rId16"/>
  </p:notesMasterIdLst>
  <p:handoutMasterIdLst>
    <p:handoutMasterId r:id="rId17"/>
  </p:handoutMasterIdLst>
  <p:sldIdLst>
    <p:sldId id="256" r:id="rId4"/>
    <p:sldId id="257" r:id="rId5"/>
    <p:sldId id="259" r:id="rId6"/>
    <p:sldId id="260" r:id="rId7"/>
    <p:sldId id="258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906000" cy="6858000" type="A4"/>
  <p:notesSz cx="6807200" cy="9939338"/>
  <p:custDataLst>
    <p:tags r:id="rId18"/>
  </p:custDataLst>
  <p:defaultTextStyle>
    <a:defPPr>
      <a:defRPr lang="en-US"/>
    </a:defPPr>
    <a:lvl1pPr marL="0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6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91434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orient="horz" pos="709">
          <p15:clr>
            <a:srgbClr val="A4A3A4"/>
          </p15:clr>
        </p15:guide>
        <p15:guide id="3" orient="horz" pos="3977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160">
          <p15:clr>
            <a:srgbClr val="A4A3A4"/>
          </p15:clr>
        </p15:guide>
        <p15:guide id="6" orient="horz" pos="3702">
          <p15:clr>
            <a:srgbClr val="A4A3A4"/>
          </p15:clr>
        </p15:guide>
        <p15:guide id="7" orient="horz" pos="3748">
          <p15:clr>
            <a:srgbClr val="A4A3A4"/>
          </p15:clr>
        </p15:guide>
        <p15:guide id="8" pos="3120">
          <p15:clr>
            <a:srgbClr val="A4A3A4"/>
          </p15:clr>
        </p15:guide>
        <p15:guide id="9" pos="341">
          <p15:clr>
            <a:srgbClr val="A4A3A4"/>
          </p15:clr>
        </p15:guide>
        <p15:guide id="10" pos="59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1B5"/>
    <a:srgbClr val="EDEDE8"/>
    <a:srgbClr val="E9E9E4"/>
    <a:srgbClr val="DCDCD7"/>
    <a:srgbClr val="E6E6E1"/>
    <a:srgbClr val="E1E1DC"/>
    <a:srgbClr val="E1E1D7"/>
    <a:srgbClr val="8DC441"/>
    <a:srgbClr val="FFFFFF"/>
    <a:srgbClr val="003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42786-68FA-4718-9207-801F75280EDD}" v="20" dt="2023-04-03T00:07:52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04" autoAdjust="0"/>
  </p:normalViewPr>
  <p:slideViewPr>
    <p:cSldViewPr>
      <p:cViewPr varScale="1">
        <p:scale>
          <a:sx n="114" d="100"/>
          <a:sy n="114" d="100"/>
        </p:scale>
        <p:origin x="1230" y="102"/>
      </p:cViewPr>
      <p:guideLst>
        <p:guide orient="horz" pos="2115"/>
        <p:guide orient="horz" pos="709"/>
        <p:guide orient="horz" pos="3977"/>
        <p:guide orient="horz" pos="754"/>
        <p:guide orient="horz" pos="160"/>
        <p:guide orient="horz" pos="3702"/>
        <p:guide orient="horz" pos="3748"/>
        <p:guide pos="3120"/>
        <p:guide pos="341"/>
        <p:guide pos="59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0" d="100"/>
          <a:sy n="130" d="100"/>
        </p:scale>
        <p:origin x="-4818" y="-90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microsoft.com/office/2016/11/relationships/changesInfo" Target="changesInfos/changesInfo1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Marozzi" userId="b920fba1-9310-4794-ad6a-65cb8e20d9e8" providerId="ADAL" clId="{E8042786-68FA-4718-9207-801F75280EDD}"/>
    <pc:docChg chg="modSld sldOrd">
      <pc:chgData name="Jack Marozzi" userId="b920fba1-9310-4794-ad6a-65cb8e20d9e8" providerId="ADAL" clId="{E8042786-68FA-4718-9207-801F75280EDD}" dt="2023-04-03T00:07:58.676" v="2" actId="6549"/>
      <pc:docMkLst>
        <pc:docMk/>
      </pc:docMkLst>
      <pc:sldChg chg="ord">
        <pc:chgData name="Jack Marozzi" userId="b920fba1-9310-4794-ad6a-65cb8e20d9e8" providerId="ADAL" clId="{E8042786-68FA-4718-9207-801F75280EDD}" dt="2023-04-03T00:07:52.087" v="1"/>
        <pc:sldMkLst>
          <pc:docMk/>
          <pc:sldMk cId="0" sldId="258"/>
        </pc:sldMkLst>
      </pc:sldChg>
      <pc:sldChg chg="modSp mod">
        <pc:chgData name="Jack Marozzi" userId="b920fba1-9310-4794-ad6a-65cb8e20d9e8" providerId="ADAL" clId="{E8042786-68FA-4718-9207-801F75280EDD}" dt="2023-04-03T00:07:58.676" v="2" actId="6549"/>
        <pc:sldMkLst>
          <pc:docMk/>
          <pc:sldMk cId="0" sldId="260"/>
        </pc:sldMkLst>
        <pc:spChg chg="mod">
          <ac:chgData name="Jack Marozzi" userId="b920fba1-9310-4794-ad6a-65cb8e20d9e8" providerId="ADAL" clId="{E8042786-68FA-4718-9207-801F75280EDD}" dt="2023-04-03T00:07:58.676" v="2" actId="6549"/>
          <ac:spMkLst>
            <pc:docMk/>
            <pc:sldMk cId="0" sldId="260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2865F-B372-43D2-8255-7FA4007EBB59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F6DAE-8937-4BD8-96F6-7DF4B65EF41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732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4D938-244D-4739-949C-2C3FCC68DC46}" type="datetimeFigureOut">
              <a:rPr lang="en-AU" smtClean="0"/>
              <a:t>3/04/2023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C0CB5-59E8-4F90-B170-7BD09AD757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6720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4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46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91434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5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6.bin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7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6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7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8.bin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9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0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1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2.bin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3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4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5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8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3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0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8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9.bin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0.bin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1.bin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8.bin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9.bin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0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9.bin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0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1.bin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2.bin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3.bin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4.bin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5.bin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6.bin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7.bin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8.bin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99.bin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0.bin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6.xml"/><Relationship Id="rId1" Type="http://schemas.openxmlformats.org/officeDocument/2006/relationships/tags" Target="../tags/tag14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1.bin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2.bin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3.bin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4.bin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4.xml"/><Relationship Id="rId1" Type="http://schemas.openxmlformats.org/officeDocument/2006/relationships/tags" Target="../tags/tag15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5.bin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56.xml"/><Relationship Id="rId1" Type="http://schemas.openxmlformats.org/officeDocument/2006/relationships/tags" Target="../tags/tag15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06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8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1.bin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2.bin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3.bin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4.bin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9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0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1.bin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88.xml"/><Relationship Id="rId1" Type="http://schemas.openxmlformats.org/officeDocument/2006/relationships/tags" Target="../tags/tag18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2.bin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3.bin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4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1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5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2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3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4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8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5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6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7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8.xml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2.bin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3.bin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4.bin"/></Relationships>
</file>

<file path=ppt/slideLayouts/_rels/slideLayout20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06.xml"/><Relationship Id="rId1" Type="http://schemas.openxmlformats.org/officeDocument/2006/relationships/tags" Target="../tags/tag20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5.bin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08.xml"/><Relationship Id="rId1" Type="http://schemas.openxmlformats.org/officeDocument/2006/relationships/tags" Target="../tags/tag20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6.bin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7.bin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8.bin"/></Relationships>
</file>

<file path=ppt/slideLayouts/_rels/slideLayout20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4.xml"/><Relationship Id="rId1" Type="http://schemas.openxmlformats.org/officeDocument/2006/relationships/tags" Target="../tags/tag21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9.bin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0.bin"/></Relationships>
</file>

<file path=ppt/slideLayouts/_rels/slideLayout2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1.bin"/></Relationships>
</file>

<file path=ppt/slideLayouts/_rels/slideLayout2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0.xml"/><Relationship Id="rId1" Type="http://schemas.openxmlformats.org/officeDocument/2006/relationships/tags" Target="../tags/tag21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2.bin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3.bin"/></Relationships>
</file>

<file path=ppt/slideLayouts/_rels/slideLayout2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4.bin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5.bin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6.bin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0.xml"/><Relationship Id="rId1" Type="http://schemas.openxmlformats.org/officeDocument/2006/relationships/tags" Target="../tags/tag229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7.bin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8.bin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34.xml"/><Relationship Id="rId1" Type="http://schemas.openxmlformats.org/officeDocument/2006/relationships/tags" Target="../tags/tag233.xml"/><Relationship Id="rId6" Type="http://schemas.openxmlformats.org/officeDocument/2006/relationships/image" Target="../media/image6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9.bin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F1A6878F-CA47-410C-8A89-766B5DC04CB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1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326764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AC650386-AEF5-4669-91E3-8E5DD7D0B99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31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537142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0067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756046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581259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11454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3990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0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9080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01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03085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5519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81556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0583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608017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1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531839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4773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69306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811498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9769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47760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66321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4459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54996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7218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agline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9433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72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062057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Governing Thought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92000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agline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624553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7638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Source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27287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42799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Source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2008576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25853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Text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hart 1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Source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1132163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33571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Text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hart 1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Source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827020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079868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095457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2001738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052015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4731495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hart 1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agline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383476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767684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hart 1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50778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660069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82930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2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76829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427709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1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hart 2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agline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778928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42955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hart 2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9610061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4421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215370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658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2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1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Governing Thought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8148415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204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2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hart 1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0307436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2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hart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2855237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agline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0574312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320798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8269020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6335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643178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hart 1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hart 2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agline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830156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285690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hart 1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hart 2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87911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78708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agline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hart 1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hart 2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895122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8530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246208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748036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9467449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0844071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7803551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9063695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3847986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156071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2960434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9856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1729382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03364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8214566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8691738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1634077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11121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4106165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1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158106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454113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81023164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58727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verning Thought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53261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47743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4715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949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25276789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87011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Governing Thought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5271346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44635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9041949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8212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5570698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6840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agline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478048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2635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Governing Thought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hart 1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6892133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5152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agline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hart 1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Source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Governing Thought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94329456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715793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76291707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2168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0951633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3272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5886101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70100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0471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82777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22604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456630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847676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19130145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0399775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1424608" y="3430741"/>
            <a:ext cx="7056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is the largest Australian-founded management consulting</a:t>
            </a:r>
            <a:b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6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firm with over 400 staff across Australia and the UK. 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/>
          <p:cNvSpPr/>
          <p:nvPr userDrawn="1"/>
        </p:nvSpPr>
        <p:spPr>
          <a:xfrm>
            <a:off x="504000" y="4947717"/>
            <a:ext cx="2645008" cy="95410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r>
              <a: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We partner with leaders to shape world-class businesses, effective government</a:t>
            </a:r>
            <a:r>
              <a:rPr lang="en-AU" sz="1400" baseline="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and empowered communities.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69EDB1-31CC-4A83-9613-FF8316181ADB}"/>
              </a:ext>
            </a:extLst>
          </p:cNvPr>
          <p:cNvSpPr/>
          <p:nvPr userDrawn="1"/>
        </p:nvSpPr>
        <p:spPr>
          <a:xfrm>
            <a:off x="3036007" y="5662901"/>
            <a:ext cx="186771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PEOPLE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7584E-FC48-4B0D-AAD8-E9810407E438}"/>
              </a:ext>
            </a:extLst>
          </p:cNvPr>
          <p:cNvSpPr/>
          <p:nvPr userDrawn="1"/>
        </p:nvSpPr>
        <p:spPr>
          <a:xfrm>
            <a:off x="4718402" y="5662901"/>
            <a:ext cx="16747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PRINCIPALS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7EADCD-8E81-4275-99F7-C5C903190651}"/>
              </a:ext>
            </a:extLst>
          </p:cNvPr>
          <p:cNvSpPr/>
          <p:nvPr userDrawn="1"/>
        </p:nvSpPr>
        <p:spPr>
          <a:xfrm>
            <a:off x="7695811" y="5661247"/>
            <a:ext cx="20084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COUNTRIES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79A913-268D-4A8A-BED9-2FF654F4F6C8}"/>
              </a:ext>
            </a:extLst>
          </p:cNvPr>
          <p:cNvSpPr/>
          <p:nvPr userDrawn="1"/>
        </p:nvSpPr>
        <p:spPr>
          <a:xfrm>
            <a:off x="6278498" y="5662901"/>
            <a:ext cx="16747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AU" sz="1200" b="0" dirty="0">
                <a:solidFill>
                  <a:schemeClr val="bg1"/>
                </a:solidFill>
                <a:latin typeface="Segoe UI Semibold" panose="020B0702040204020203" pitchFamily="34" charset="0"/>
                <a:ea typeface="Segoe UI" panose="020B0502040204020203" pitchFamily="34" charset="0"/>
                <a:cs typeface="Segoe UI Semibold" panose="020B0702040204020203" pitchFamily="34" charset="0"/>
              </a:rPr>
              <a:t>LOCATIONS</a:t>
            </a:r>
          </a:p>
        </p:txBody>
      </p:sp>
      <p:sp>
        <p:nvSpPr>
          <p:cNvPr id="28" name="Freeform 70">
            <a:extLst>
              <a:ext uri="{FF2B5EF4-FFF2-40B4-BE49-F238E27FC236}">
                <a16:creationId xmlns:a16="http://schemas.microsoft.com/office/drawing/2014/main" id="{F3BFF98D-7548-43B2-90C5-D11C3B25CE9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643454" y="4956969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" panose="020B0502040204020203" pitchFamily="34" charset="0"/>
              </a:rPr>
              <a:t>400</a:t>
            </a:r>
            <a:endParaRPr lang="en-AU" sz="1600" b="1" dirty="0">
              <a:solidFill>
                <a:schemeClr val="bg1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4" name="Freeform 70">
            <a:extLst>
              <a:ext uri="{FF2B5EF4-FFF2-40B4-BE49-F238E27FC236}">
                <a16:creationId xmlns:a16="http://schemas.microsoft.com/office/drawing/2014/main" id="{09DB6F78-E859-48E4-99F9-587828FE90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229372" y="4941168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AU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50</a:t>
            </a:r>
            <a:endParaRPr lang="en-AU" sz="1600" b="1">
              <a:solidFill>
                <a:schemeClr val="bg1"/>
              </a:solidFill>
              <a:latin typeface="+mn-lt"/>
              <a:cs typeface="Segoe UI Semibold" panose="020B0702040204020203" pitchFamily="34" charset="0"/>
            </a:endParaRPr>
          </a:p>
        </p:txBody>
      </p:sp>
      <p:sp>
        <p:nvSpPr>
          <p:cNvPr id="45" name="Freeform 70">
            <a:extLst>
              <a:ext uri="{FF2B5EF4-FFF2-40B4-BE49-F238E27FC236}">
                <a16:creationId xmlns:a16="http://schemas.microsoft.com/office/drawing/2014/main" id="{BCD4DF84-ADFD-4915-B9AB-F7370574BB0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89468" y="4944416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3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9</a:t>
            </a:r>
          </a:p>
        </p:txBody>
      </p:sp>
      <p:sp>
        <p:nvSpPr>
          <p:cNvPr id="46" name="Freeform 70">
            <a:extLst>
              <a:ext uri="{FF2B5EF4-FFF2-40B4-BE49-F238E27FC236}">
                <a16:creationId xmlns:a16="http://schemas.microsoft.com/office/drawing/2014/main" id="{225EE242-B5C6-41EA-9FE5-9FCE97D819F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373643" y="4944417"/>
            <a:ext cx="652819" cy="655335"/>
          </a:xfrm>
          <a:custGeom>
            <a:avLst/>
            <a:gdLst>
              <a:gd name="T0" fmla="*/ 110 w 220"/>
              <a:gd name="T1" fmla="*/ 220 h 220"/>
              <a:gd name="T2" fmla="*/ 0 w 220"/>
              <a:gd name="T3" fmla="*/ 110 h 220"/>
              <a:gd name="T4" fmla="*/ 110 w 220"/>
              <a:gd name="T5" fmla="*/ 0 h 220"/>
              <a:gd name="T6" fmla="*/ 220 w 220"/>
              <a:gd name="T7" fmla="*/ 110 h 220"/>
              <a:gd name="T8" fmla="*/ 110 w 220"/>
              <a:gd name="T9" fmla="*/ 220 h 220"/>
              <a:gd name="T10" fmla="*/ 110 w 220"/>
              <a:gd name="T11" fmla="*/ 8 h 220"/>
              <a:gd name="T12" fmla="*/ 8 w 220"/>
              <a:gd name="T13" fmla="*/ 110 h 220"/>
              <a:gd name="T14" fmla="*/ 110 w 220"/>
              <a:gd name="T15" fmla="*/ 212 h 220"/>
              <a:gd name="T16" fmla="*/ 212 w 220"/>
              <a:gd name="T17" fmla="*/ 110 h 220"/>
              <a:gd name="T18" fmla="*/ 110 w 220"/>
              <a:gd name="T19" fmla="*/ 8 h 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0" h="220">
                <a:moveTo>
                  <a:pt x="110" y="220"/>
                </a:moveTo>
                <a:cubicBezTo>
                  <a:pt x="49" y="220"/>
                  <a:pt x="0" y="171"/>
                  <a:pt x="0" y="110"/>
                </a:cubicBezTo>
                <a:cubicBezTo>
                  <a:pt x="0" y="49"/>
                  <a:pt x="49" y="0"/>
                  <a:pt x="110" y="0"/>
                </a:cubicBezTo>
                <a:cubicBezTo>
                  <a:pt x="171" y="0"/>
                  <a:pt x="220" y="49"/>
                  <a:pt x="220" y="110"/>
                </a:cubicBezTo>
                <a:cubicBezTo>
                  <a:pt x="220" y="171"/>
                  <a:pt x="171" y="220"/>
                  <a:pt x="110" y="220"/>
                </a:cubicBezTo>
                <a:close/>
                <a:moveTo>
                  <a:pt x="110" y="8"/>
                </a:moveTo>
                <a:cubicBezTo>
                  <a:pt x="54" y="8"/>
                  <a:pt x="8" y="54"/>
                  <a:pt x="8" y="110"/>
                </a:cubicBezTo>
                <a:cubicBezTo>
                  <a:pt x="8" y="166"/>
                  <a:pt x="54" y="212"/>
                  <a:pt x="110" y="212"/>
                </a:cubicBezTo>
                <a:cubicBezTo>
                  <a:pt x="166" y="212"/>
                  <a:pt x="212" y="166"/>
                  <a:pt x="212" y="110"/>
                </a:cubicBezTo>
                <a:cubicBezTo>
                  <a:pt x="212" y="54"/>
                  <a:pt x="166" y="8"/>
                  <a:pt x="110" y="8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7000">
                <a:schemeClr val="accent4"/>
              </a:gs>
              <a:gs pos="65000">
                <a:schemeClr val="accent3"/>
              </a:gs>
              <a:gs pos="31000">
                <a:schemeClr val="accent2"/>
              </a:gs>
            </a:gsLst>
            <a:lin ang="0" scaled="0"/>
          </a:gradFill>
          <a:ln>
            <a:noFill/>
          </a:ln>
        </p:spPr>
        <p:txBody>
          <a:bodyPr vert="horz" wrap="square" lIns="91440" tIns="36000" rIns="91440" bIns="360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3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Segoe UI Semibold" panose="020B0702040204020203" pitchFamily="34" charset="0"/>
              </a:rPr>
              <a:t>2</a:t>
            </a:r>
            <a:endParaRPr kumimoji="0" lang="en-AU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6427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37872E-03F3-46BF-8359-B9ED1D13B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237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460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E5F4078-34D5-4506-9BA6-DB400F8198C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9764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36445070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97120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294390846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38439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786760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3777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48858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51692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89813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8481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099201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2772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3631613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7409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98095577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47955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5909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72303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803041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98254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25626785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3355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5132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32517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4057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7019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9313451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720812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55182804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91247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45376779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898621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836466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197268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5960868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55353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6055990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4567410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844264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1579251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302342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64352434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00230146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859583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3980952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35501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3121392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09123062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95065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7924167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958397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7042157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3296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6867969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0474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89168976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133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51575437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78080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07423182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374843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83895265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601125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1492944487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6642843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14452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2120938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652463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5569682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860047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95595914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4163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68999092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3667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0458965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9153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79012263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41041595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39225171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9496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3186124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1941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98060207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85116061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20916177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8462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30904554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6763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24884356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47179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42450846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9669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3756308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4926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40171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1104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00704199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4671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6441545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117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424224412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7881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9320864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2975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55677280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0244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51054174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8235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4930136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5193011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78449272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9493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65786711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0270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0225506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112741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8067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8306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6075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4367521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57755518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6120621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507549422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A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E3E05-533A-4DB8-A232-F1B752B5781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Australia, the UK and Canada.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56F29-C459-402C-BF29-DE5994079688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27C473-B3A8-4969-8131-63F1ED32747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3C4CA6-4F87-4A68-A156-3E7778AF41D0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AA267DE0-38A6-495D-A577-FACA783090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BA74CD-4713-4A19-9039-B3946929FC05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F598CB-FF51-463E-8900-9B10809D7BC8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F4C59075-8105-49BC-9908-69BEA122B4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7D11D3-C7C7-441D-ADBA-C269F6D1D9F1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05606D-CBD7-4D72-8B54-A40B9E2FD0B6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6" name="Freeform 70">
              <a:extLst>
                <a:ext uri="{FF2B5EF4-FFF2-40B4-BE49-F238E27FC236}">
                  <a16:creationId xmlns:a16="http://schemas.microsoft.com/office/drawing/2014/main" id="{22CE4B17-04F1-4666-A183-5235B2676B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01D100-AE28-4097-9013-854206D88AFE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</p:spTree>
    <p:extLst>
      <p:ext uri="{BB962C8B-B14F-4D97-AF65-F5344CB8AC3E}">
        <p14:creationId xmlns:p14="http://schemas.microsoft.com/office/powerpoint/2010/main" val="251731009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878066"/>
            <a:ext cx="9907200" cy="981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4" r="15849"/>
          <a:stretch/>
        </p:blipFill>
        <p:spPr bwMode="auto">
          <a:xfrm>
            <a:off x="1568624" y="0"/>
            <a:ext cx="8337376" cy="4557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 anchor="b" anchorCtr="0"/>
          <a:lstStyle>
            <a:lvl1pPr>
              <a:defRPr sz="32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9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>
            <a:lvl1pPr>
              <a:spcBef>
                <a:spcPts val="1200"/>
              </a:spcBef>
              <a:defRPr sz="1600" baseline="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9C37872E-03F3-46BF-8359-B9ED1D13B8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562" y="6242828"/>
            <a:ext cx="947045" cy="2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2699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053146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83" t="41842" r="283" b="17500"/>
          <a:stretch/>
        </p:blipFill>
        <p:spPr>
          <a:xfrm>
            <a:off x="-56456" y="3567933"/>
            <a:ext cx="9962456" cy="2278459"/>
          </a:xfrm>
          <a:prstGeom prst="rect">
            <a:avLst/>
          </a:prstGeom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3" r="55096" b="52571"/>
          <a:stretch/>
        </p:blipFill>
        <p:spPr bwMode="auto">
          <a:xfrm>
            <a:off x="5457056" y="3567933"/>
            <a:ext cx="4448944" cy="227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 anchor="ctr" anchorCtr="0"/>
          <a:lstStyle>
            <a:lvl1pPr>
              <a:defRPr sz="2800">
                <a:solidFill>
                  <a:schemeClr val="bg1"/>
                </a:solidFill>
                <a:latin typeface="Segoe UI Semibold" panose="020B07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Section title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E5F4078-34D5-4506-9BA6-DB400F8198C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351" y="6379812"/>
            <a:ext cx="664393" cy="1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9060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182033801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02511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  <p:sp>
        <p:nvSpPr>
          <p:cNvPr id="11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1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</p:spTree>
    <p:extLst>
      <p:ext uri="{BB962C8B-B14F-4D97-AF65-F5344CB8AC3E}">
        <p14:creationId xmlns:p14="http://schemas.microsoft.com/office/powerpoint/2010/main" val="1948645420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D23AFE5-4B63-44A0-BB7F-F1AE657A3D44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83303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1"/>
          <p:cNvSpPr>
            <a:spLocks noGrp="1"/>
          </p:cNvSpPr>
          <p:nvPr>
            <p:ph sz="quarter" idx="13" hasCustomPrompt="1"/>
          </p:nvPr>
        </p:nvSpPr>
        <p:spPr>
          <a:xfrm>
            <a:off x="540000" y="1620000"/>
            <a:ext cx="8801345" cy="4392488"/>
          </a:xfrm>
        </p:spPr>
        <p:txBody>
          <a:bodyPr/>
          <a:lstStyle>
            <a:lvl1pPr marL="252000" marR="0" indent="-252000" algn="l" defTabSz="914349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>
                <a:solidFill>
                  <a:schemeClr val="bg2"/>
                </a:solidFill>
              </a:defRPr>
            </a:lvl1pPr>
            <a:lvl2pPr marL="504000" indent="-252000">
              <a:spcAft>
                <a:spcPts val="600"/>
              </a:spcAft>
              <a:buClrTx/>
              <a:buFont typeface="Segoe UI" panose="020B0502040204020203" pitchFamily="34" charset="0"/>
              <a:buChar char="–"/>
              <a:defRPr sz="1400">
                <a:solidFill>
                  <a:schemeClr val="bg2"/>
                </a:solidFill>
              </a:defRPr>
            </a:lvl2pPr>
            <a:lvl3pPr marL="756000" indent="-252000"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3pPr>
            <a:lvl4pPr marL="809955" indent="0">
              <a:buClr>
                <a:schemeClr val="accent4"/>
              </a:buClr>
              <a:buFont typeface="+mj-lt"/>
              <a:buNone/>
              <a:defRPr/>
            </a:lvl4pPr>
          </a:lstStyle>
          <a:p>
            <a:pPr lvl="0"/>
            <a:r>
              <a:rPr lang="en-AU" noProof="0" dirty="0"/>
              <a:t>Insert table of contents</a:t>
            </a:r>
          </a:p>
          <a:p>
            <a:pPr lvl="1"/>
            <a:r>
              <a:rPr lang="en-AU" noProof="0" dirty="0"/>
              <a:t>Second line</a:t>
            </a:r>
          </a:p>
          <a:p>
            <a:pPr lvl="2"/>
            <a:r>
              <a:rPr lang="en-AU" noProof="0" dirty="0"/>
              <a:t>Third line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B5F87-2DA4-4B2D-A742-82FDB2DA919A}"/>
              </a:ext>
            </a:extLst>
          </p:cNvPr>
          <p:cNvSpPr txBox="1"/>
          <p:nvPr userDrawn="1"/>
        </p:nvSpPr>
        <p:spPr>
          <a:xfrm>
            <a:off x="540000" y="504000"/>
            <a:ext cx="8784976" cy="482313"/>
          </a:xfrm>
          <a:prstGeom prst="rect">
            <a:avLst/>
          </a:prstGeom>
          <a:noFill/>
        </p:spPr>
        <p:txBody>
          <a:bodyPr wrap="square" lIns="0" tIns="46800" rIns="0" bIns="46800" rtlCol="0" anchor="ctr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800" noProof="0" dirty="0">
                <a:solidFill>
                  <a:schemeClr val="bg2"/>
                </a:solidFill>
                <a:latin typeface="+mj-lt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869342619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9283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826573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_contents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1">
            <a:extLst>
              <a:ext uri="{FF2B5EF4-FFF2-40B4-BE49-F238E27FC236}">
                <a16:creationId xmlns:a16="http://schemas.microsoft.com/office/drawing/2014/main" id="{D8AA666C-6CE6-4C82-B9A8-71FCDFFC88A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75577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0650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9539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Source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hart 1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51366832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24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pic>
        <p:nvPicPr>
          <p:cNvPr id="21" name="Picture 20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2E6A79-0037-44DD-8651-CBF292ED85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68731"/>
            <a:ext cx="8820000" cy="33192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EAC0F1C-4096-437F-8942-DC5A70BD19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04E09A2-5A41-46AE-B74F-78B620C6A11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502971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15392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080684585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45527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787324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4E247F6-39DC-4443-9F8F-E9D7771A7078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45360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F1DE0C-13EB-4B43-824F-69C3FDCA0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ADC5A96-FA16-4344-93CF-6748E16C13B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1F7953F-536E-416B-932F-2064350E11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FC6998-779A-4819-946A-CF80F08E51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8916800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09B9FD0-7A65-4165-B1EF-F1E38C40476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619999"/>
            <a:ext cx="8820000" cy="406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5689406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028672380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300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035175"/>
            <a:ext cx="8820000" cy="365282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915204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_no sub_content head_un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40E8DD2-61E7-4298-BBF6-EA71BF66B8F9}"/>
              </a:ext>
            </a:extLst>
          </p:cNvPr>
          <p:cNvSpPr/>
          <p:nvPr userDrawn="1"/>
        </p:nvSpPr>
        <p:spPr>
          <a:xfrm>
            <a:off x="0" y="1368000"/>
            <a:ext cx="9907200" cy="493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07063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4665714-6FB3-428B-BC2F-738C695E2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480117"/>
          </a:xfrm>
        </p:spPr>
        <p:txBody>
          <a:bodyPr anchor="ctr" anchorCtr="0">
            <a:spAutoFit/>
          </a:bodyPr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C6A968A-8FB7-4BCD-A3C1-34A4FE758FA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2348880"/>
            <a:ext cx="8820000" cy="33391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A15482-B93E-45A5-8912-65E4621018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1628775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9BFA92-8023-41A1-B2EB-BD0B589F4A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2703" y="1971491"/>
            <a:ext cx="8824912" cy="215444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4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Units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6440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7596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548681"/>
            <a:ext cx="8820000" cy="51845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62599969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hite no title_contents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998075"/>
            <a:ext cx="8820000" cy="473518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A76BC1B-17BB-4902-B0F1-490B252813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38" y="554869"/>
            <a:ext cx="8824912" cy="246221"/>
          </a:xfrm>
        </p:spPr>
        <p:txBody>
          <a:bodyPr vert="horz" lIns="0" tIns="0" rIns="0" bIns="0" rtlCol="0" anchor="t" anchorCtr="0">
            <a:spAutoFit/>
          </a:bodyPr>
          <a:lstStyle>
            <a:lvl1pPr>
              <a:defRPr lang="en-AU" sz="1600" dirty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US" dirty="0"/>
              <a:t>Content 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57210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39999" y="1916113"/>
            <a:ext cx="8820001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40000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2E5C826-F685-4FBB-B69F-42A8A379FA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26291951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41642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F43BF56C-965D-49E3-A22D-EBC440F5327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C91679B-130E-4063-90E6-1B6E7556FF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24544021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pag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039139-2C6D-4993-B734-F6F43710C59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03710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hart 1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74972-F512-4E1A-B9A7-89DEADC2F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4D2FF7D-8482-4358-AFB7-945E91835B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AE70FE4-FE12-4A33-8091-C32619BC42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5954327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B08B54-CFC9-4D42-B3D7-0CC48363F82A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6022070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AC6E698-F64A-4983-9E64-BD7BD74EA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D6039FD-70A6-4500-8540-79C58F602E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C7E2E1E-6575-47AE-B752-D6D5AC4A2F3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293026783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page colou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445EDC5-E00D-477F-9891-DE34A3D58106}"/>
              </a:ext>
            </a:extLst>
          </p:cNvPr>
          <p:cNvSpPr/>
          <p:nvPr userDrawn="1"/>
        </p:nvSpPr>
        <p:spPr>
          <a:xfrm>
            <a:off x="0" y="3068960"/>
            <a:ext cx="9906000" cy="32310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822345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772817"/>
            <a:ext cx="8820000" cy="11521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2"/>
          </p:nvPr>
        </p:nvSpPr>
        <p:spPr>
          <a:xfrm>
            <a:off x="540000" y="3356993"/>
            <a:ext cx="8820000" cy="243344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D955657-F834-447D-BD3F-75205CFDCA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13DFE8A-BE83-4705-B0D2-05E83DD5D70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4DD0623-740F-4586-9D33-6ADA6BEAFD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4197967420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FFB89C-272F-4A77-B4A8-37343FD852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14520794-36D1-4CE2-8D99-435B0548D48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39471975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4527A43-59B4-45DD-B9B5-93C62744476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967576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33D0AFD-20CD-427D-9E87-F69B6A47B0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1C0994C-15F8-40F3-A9BB-E19FDF396F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89472776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009F53-A6BC-4C3D-BAF8-C870932B36D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24411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44000"/>
            <a:ext cx="8820000" cy="30250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229225"/>
            <a:ext cx="8820000" cy="86407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D3AE73A-B66C-4E86-A337-9D466809D4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CF33F92-FDDA-408B-BAE1-E0A9BDC9BA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77867754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302505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19F972-BAAF-4254-9064-CF318DC888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90FA493F-4693-4DD3-BDB6-CB3D458DAE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528857381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C60B666-ED45-4958-9B3C-FC6AE3174DC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24690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05D93F2-C1BA-43B0-99F9-DAF3039892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74D37FE9-FB16-40AD-97E4-8BA4E43C73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4ADA4C0-7D89-4CE5-94E2-A796312D411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50A3C0F5-2C21-4FF8-83F7-9A0EC84BD9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5295963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en char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D771456-E2EE-4A71-A3C4-87FE7DF7F0FD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70038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95062C-C750-44AA-8448-A0BC224E9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587FF4F-FFC1-4B10-B2F4-9B8A39192DF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55D34FC-B457-42FD-A70D-15A73F6F230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3284984"/>
            <a:ext cx="8820000" cy="2772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E5AC9C1-5BCA-4A30-8B81-1261C9C0D7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446007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817A836-EF4B-444B-8416-46DE40D674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6A2BE8-FEEB-41D1-A377-3BA687EC675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CF58D6C-0BB0-4D5F-82D1-7A0C5459D4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70121103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71DE86C-155F-4616-8A97-6CA89012AAE4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810046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0C703A3-DEB2-49B9-896C-35FD2FDD62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2A081B-9651-4BD7-BDC2-F10932E1660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61030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buClrTx/>
              <a:defRPr>
                <a:solidFill>
                  <a:schemeClr val="bg2"/>
                </a:solidFill>
              </a:defRPr>
            </a:lvl2pPr>
            <a:lvl3pPr>
              <a:buClrTx/>
              <a:defRPr>
                <a:solidFill>
                  <a:schemeClr val="bg2"/>
                </a:solidFill>
              </a:defRPr>
            </a:lvl3pPr>
            <a:lvl4pPr>
              <a:buClrTx/>
              <a:defRPr>
                <a:solidFill>
                  <a:schemeClr val="bg2"/>
                </a:solidFill>
              </a:defRPr>
            </a:lvl4pPr>
            <a:lvl5pPr>
              <a:buClrTx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8D47D15-B996-4A64-A736-25DB8D403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98BCF11-1B2D-40B9-B8B6-66C9493B221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9B5A437-7B08-4A44-B779-48F99BF4A9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8820000" cy="276985"/>
          </a:xfrm>
        </p:spPr>
        <p:txBody>
          <a:bodyPr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3155996060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2207BC6-D0F1-4E06-87F2-78260EE2E07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2349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quarter" idx="13"/>
          </p:nvPr>
        </p:nvSpPr>
        <p:spPr>
          <a:xfrm>
            <a:off x="5167033" y="1916832"/>
            <a:ext cx="4198969" cy="37451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CA17992-92CB-43BD-A819-E3617D65C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3EDF980-B214-40BB-A8CD-99DD9BB7887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060639F-944C-40E2-8F60-0E769990FB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9999" y="5882795"/>
            <a:ext cx="8820000" cy="276985"/>
          </a:xfrm>
        </p:spPr>
        <p:txBody>
          <a:bodyPr anchor="ctr">
            <a:sp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1024470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31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1454" y="1700808"/>
            <a:ext cx="4248596" cy="4535872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1404" y="548680"/>
            <a:ext cx="42485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C624E14-0657-4E67-B2C9-C7B707744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425914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4BCE3792-08C1-47DF-995D-4C9B94A23F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425914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2818105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7284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3584848" y="1702172"/>
            <a:ext cx="5775152" cy="453450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750C84-DC10-4039-8497-5089CB54D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848" y="504000"/>
            <a:ext cx="577515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66DEF2E-9824-45FE-83CE-E2F5B4BD441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848" y="1008000"/>
            <a:ext cx="5775152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4063015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12584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681192" y="548680"/>
            <a:ext cx="2664296" cy="5688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9963EDF5-1C87-4957-9C63-8FC4D8C791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54" y="1700808"/>
            <a:ext cx="5851706" cy="453587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282EE3-2178-4F9C-9FD8-91B022EA6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66234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F3B5C0A-8CE1-47F1-869F-FDFEA1EF9FF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66234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178105320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2"/>
          </p:nvPr>
        </p:nvSpPr>
        <p:spPr>
          <a:xfrm>
            <a:off x="540000" y="1916113"/>
            <a:ext cx="4198969" cy="374513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63884" y="1916832"/>
            <a:ext cx="4198969" cy="20882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Content Placeholder 3"/>
          <p:cNvSpPr>
            <a:spLocks noGrp="1"/>
          </p:cNvSpPr>
          <p:nvPr>
            <p:ph sz="quarter" idx="14"/>
          </p:nvPr>
        </p:nvSpPr>
        <p:spPr>
          <a:xfrm>
            <a:off x="5186389" y="4221088"/>
            <a:ext cx="4198969" cy="1974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FF53B31-16E9-4224-82ED-ABC697466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1C142A2-A42C-45B3-A6F8-0CEB12421C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FD2354B0-ECDF-41E9-8601-7584A63703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9999" y="5918390"/>
            <a:ext cx="4198969" cy="276985"/>
          </a:xfrm>
        </p:spPr>
        <p:txBody>
          <a:bodyPr wrap="square" anchor="ctr">
            <a:spAutoFit/>
          </a:bodyPr>
          <a:lstStyle>
            <a:lvl1pPr>
              <a:defRPr sz="1200"/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94402153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and 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88168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A66AC44-400F-43B8-8A05-BF3AECCD2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3EC09068-4141-40E8-9FC8-77B5AA4066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1721372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BD201AF-117C-40A5-B86C-C0639109E6C6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47631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20712" y="3355628"/>
            <a:ext cx="4248596" cy="27363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93DDB-B5B4-472C-8373-C69BA13714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F5FEAA-83A6-46B6-A298-7AD2184F10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99517783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char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1F2B23-E854-4534-AA15-CD05BAEF60A0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3003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356992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3355628"/>
            <a:ext cx="4248596" cy="27363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1916832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8C58B60-6EB6-4A4E-90F5-ED8E51CF9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4FACF19B-0502-4F6A-9742-61DA3462D7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513781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D12A96F-5F70-465A-9AD8-423DBDD2E9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5B448D9D-364C-480B-AFE8-0E657B6077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75383317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4D17BA4-5936-4893-8E82-309C94CFBD51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625009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CD87972-B698-438A-AA9B-78090C65AA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A3FFE4AC-8E8E-470A-91DA-F274CB0366F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D1E425C9-1779-4B0E-B1DE-A8F8DD960D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73F9612-E969-4D71-83A7-88E26DFBF6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2CA975DB-909D-425A-95C1-B740E5562A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8185089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 then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46173F9-56D6-4AAB-80A6-1A8D41D67ABF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14242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B010F08-D6B8-4905-9E76-DF42ADE25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9FFADA6C-8F71-49F5-866F-4B648DE92F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2AC3C4A-067C-442B-BE2A-F0775AC714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0000" y="1916832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D039F133-E877-497A-A58D-05743631AC0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7406" y="1915468"/>
            <a:ext cx="4248596" cy="28803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BF57B9D4-3FDF-4C59-A0B6-F5A22DA574E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5085184"/>
            <a:ext cx="8820000" cy="1079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1072984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4A5B302-7EA9-4F59-B7EB-275E23AD850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7161203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21" name="Picture Placeholder 20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2" name="Text Placeholder 32"/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5" name="Picture Placeholder 20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6" name="Text Placeholder 32"/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27" name="Picture Placeholder 20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28" name="Text Placeholder 32"/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0" name="Picture Placeholder 20"/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/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1" name="Text Placeholder 32"/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E3E784B-A5AF-47EB-8B3C-35C787B69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0C3F918-7B06-43E6-8C4F-B45521A501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99376407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con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16043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D88815-3A15-4E37-81D8-2952143FD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050E46B6-0A76-4E5A-8F25-676FA8C42E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B10377-A2C4-4C9F-874F-20F1A532992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84B266B7-C8E5-44B9-81DF-B93391053F9D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223793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29" name="Text Placeholder 32">
            <a:extLst>
              <a:ext uri="{FF2B5EF4-FFF2-40B4-BE49-F238E27FC236}">
                <a16:creationId xmlns:a16="http://schemas.microsoft.com/office/drawing/2014/main" id="{BB4EB60C-3BFC-4EB9-9940-2969FCCE24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536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8731DDFB-791F-4DDC-98EC-AC1EBB6EDDE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498642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4E1AC42-6F3B-4595-A932-22FE51A6B85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1385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2C7AAEED-82FF-4E7C-BFAE-6D89BAA22AB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5773491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B0BCB05E-988B-4741-A221-A8D68F356C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26234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  <p:sp>
        <p:nvSpPr>
          <p:cNvPr id="36" name="Picture Placeholder 20">
            <a:extLst>
              <a:ext uri="{FF2B5EF4-FFF2-40B4-BE49-F238E27FC236}">
                <a16:creationId xmlns:a16="http://schemas.microsoft.com/office/drawing/2014/main" id="{3CC657C0-767D-49A2-BAE2-7C9760AF5F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8048340" y="3356992"/>
            <a:ext cx="540000" cy="540000"/>
          </a:xfrm>
        </p:spPr>
        <p:txBody>
          <a:bodyPr/>
          <a:lstStyle>
            <a:lvl1pPr algn="ctr">
              <a:defRPr sz="1000" b="0" baseline="0"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6BC1127-1DDA-4942-862C-5F9C179559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601083" y="4154986"/>
            <a:ext cx="1434514" cy="276985"/>
          </a:xfrm>
        </p:spPr>
        <p:txBody>
          <a:bodyPr>
            <a:spAutoFit/>
          </a:bodyPr>
          <a:lstStyle>
            <a:lvl1pPr algn="ctr">
              <a:defRPr sz="1200" b="1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69004962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9FA6F4-A25A-423A-A8CC-458D821DA987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145069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67FB26-43B3-4024-9647-3543C0CA3B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957BFF4-0EEE-4EAE-B1F0-8AC871F79A0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B15A176-D340-4BC9-8E40-46C708C8DD5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6E40A7D8-DE1B-4855-BA30-18BE38435F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1"/>
                </a:solidFill>
              </a:defRPr>
            </a:lvl1pPr>
            <a:lvl2pPr>
              <a:buClrTx/>
              <a:defRPr sz="1200">
                <a:solidFill>
                  <a:schemeClr val="bg1"/>
                </a:solidFill>
              </a:defRPr>
            </a:lvl2pPr>
            <a:lvl3pPr>
              <a:buClrTx/>
              <a:defRPr sz="1200">
                <a:solidFill>
                  <a:schemeClr val="bg1"/>
                </a:solidFill>
              </a:defRPr>
            </a:lvl3pPr>
            <a:lvl4pPr>
              <a:buClrTx/>
              <a:defRPr sz="1200">
                <a:solidFill>
                  <a:schemeClr val="bg1"/>
                </a:solidFill>
              </a:defRPr>
            </a:lvl4pPr>
            <a:lvl5pPr>
              <a:buClrTx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63463B01-E7F1-4D75-8E36-5E7AFA05A4E1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124219003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with icon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2FD48F6-BE22-4A2D-8B16-730DAC7D1A39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5157203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/>
          <p:cNvPicPr>
            <a:picLocks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F1C9E52-B9CD-4401-BB40-0C9898E0F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AD6FDB2-896B-46F9-A533-C8DF138383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7C7C9AC-E4CC-43FD-994F-69FBD83F5D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000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5E08F39A-69C7-497A-9177-FCA99A264C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9999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29" name="Picture Placeholder 18">
            <a:extLst>
              <a:ext uri="{FF2B5EF4-FFF2-40B4-BE49-F238E27FC236}">
                <a16:creationId xmlns:a16="http://schemas.microsoft.com/office/drawing/2014/main" id="{4423DA73-D7E1-410B-9B7D-D85A346861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40000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DC70C639-9D94-4586-8C07-63AAC55A45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62859" y="2407324"/>
            <a:ext cx="3503144" cy="576064"/>
          </a:xfrm>
          <a:prstGeom prst="rect">
            <a:avLst/>
          </a:prstGeom>
          <a:noFill/>
          <a:ln>
            <a:noFill/>
          </a:ln>
        </p:spPr>
        <p:txBody>
          <a:bodyPr lIns="0" tIns="72000" rIns="0" bIns="72000" anchor="ctr"/>
          <a:lstStyle>
            <a:lvl1pPr algn="l">
              <a:defRPr sz="16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D4426E01-3406-437A-A660-9AFCB6CD33A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06858" y="3127404"/>
            <a:ext cx="4248000" cy="2303999"/>
          </a:xfrm>
          <a:prstGeom prst="rect">
            <a:avLst/>
          </a:prstGeom>
        </p:spPr>
        <p:txBody>
          <a:bodyPr/>
          <a:lstStyle>
            <a:lvl1pPr>
              <a:lnSpc>
                <a:spcPts val="1400"/>
              </a:lnSpc>
              <a:defRPr sz="1200">
                <a:solidFill>
                  <a:schemeClr val="bg2"/>
                </a:solidFill>
              </a:defRPr>
            </a:lvl1pPr>
            <a:lvl2pPr>
              <a:buClrTx/>
              <a:defRPr sz="1200">
                <a:solidFill>
                  <a:schemeClr val="bg2"/>
                </a:solidFill>
              </a:defRPr>
            </a:lvl2pPr>
            <a:lvl3pPr>
              <a:buClrTx/>
              <a:defRPr sz="1200">
                <a:solidFill>
                  <a:schemeClr val="bg2"/>
                </a:solidFill>
              </a:defRPr>
            </a:lvl3pPr>
            <a:lvl4pPr>
              <a:buClrTx/>
              <a:defRPr sz="1200">
                <a:solidFill>
                  <a:schemeClr val="bg2"/>
                </a:solidFill>
              </a:defRPr>
            </a:lvl4pPr>
            <a:lvl5pPr>
              <a:buClrTx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32" name="Picture Placeholder 18">
            <a:extLst>
              <a:ext uri="{FF2B5EF4-FFF2-40B4-BE49-F238E27FC236}">
                <a16:creationId xmlns:a16="http://schemas.microsoft.com/office/drawing/2014/main" id="{A8408330-9564-42D2-A483-7F342A20BBA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06859" y="2407324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288090558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DF08FEA0-E848-4D06-AC24-5D7D512D1FA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A3F9CF54-5DC7-445D-86FF-1E5F1EAE09C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128D66A2-D714-4189-8A75-37703937348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B3ABDF27-B479-4138-951F-CD8E603BB83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852D9626-973E-4FC9-9F46-24861CFB81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50C3271B-A8AC-4160-A580-75E5539702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3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A86F39B-CF2C-46BE-9827-FA919C830F9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0095A550-183D-459A-88CC-D96686B3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4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E6FF01E6-12EF-4CD6-8180-0FB27304035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1CB449C-8B66-46CF-BDFD-27D46DB2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727F2B71-EF06-4DD8-8BAD-D06FD4082E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8479EC0-E919-42CE-9E11-CEDE84C209E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812571650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5304-04E7-46B3-9316-7431E15B869A}"/>
              </a:ext>
            </a:extLst>
          </p:cNvPr>
          <p:cNvSpPr/>
          <p:nvPr userDrawn="1"/>
        </p:nvSpPr>
        <p:spPr>
          <a:xfrm>
            <a:off x="27" y="107999"/>
            <a:ext cx="4520925" cy="6753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4EC9722-6BA8-43D0-9D68-BAD0F9DE021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0000" y="697443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0D67318D-F85D-42FC-9252-F87EC0D9251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0000" y="2772948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/>
              <a:t>Icon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885FDA96-1159-404B-9DBF-54A7CBC2A4E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0000" y="4841850"/>
            <a:ext cx="540000" cy="5400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en-AU" noProof="0" dirty="0"/>
              <a:t>Icon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B58DC58-16E0-4411-B9CE-051FF0CB0C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40000" y="769451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tx2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2090E9C3-9848-465D-BA3A-4C452C5ADB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0000" y="1156008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tx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C26969D-6B5D-458B-8028-E7EF21E847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0000" y="2844857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rgbClr val="2C71B5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73ABE-37CF-4ADE-AB24-A4635CBBF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0000" y="3231414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rgbClr val="2C71B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6A9EC94B-F83C-4453-872D-A6AB259E46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40000" y="4913858"/>
            <a:ext cx="2376487" cy="38735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>
                <a:solidFill>
                  <a:schemeClr val="accent6"/>
                </a:solidFill>
                <a:latin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Title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8E2A4FF4-55EA-4128-A063-E8DAE8F7DA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40000" y="5300415"/>
            <a:ext cx="2376487" cy="31391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0000"/>
              </a:lnSpc>
              <a:defRPr sz="1600">
                <a:solidFill>
                  <a:schemeClr val="accent6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DD7E8F7E-A8E5-494B-8AD9-B084421A27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52669" y="766242"/>
            <a:ext cx="4466107" cy="1220833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8E7D0BA1-B5F8-4EA0-9F12-DA5E2D3E6A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52669" y="284113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54C256E-9354-4AF5-AE00-7C2E114E96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2669" y="4910169"/>
            <a:ext cx="4466107" cy="1220833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Tx/>
              <a:defRPr sz="12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28032934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0258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3284984"/>
            <a:ext cx="8496622" cy="143986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874" y="5013176"/>
            <a:ext cx="8496622" cy="143986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200472" y="2133269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200472" y="3860915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200472" y="5589107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AB501AE-F039-4178-84EE-E86A2D414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45145751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88507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20428" y="155733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920552" y="2780928"/>
            <a:ext cx="8496622" cy="1008112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920552" y="4006144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109728"/>
            <a:ext cx="347303" cy="6749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2" name="Oval 11"/>
          <p:cNvSpPr>
            <a:spLocks noChangeAspect="1"/>
          </p:cNvSpPr>
          <p:nvPr userDrawn="1"/>
        </p:nvSpPr>
        <p:spPr>
          <a:xfrm>
            <a:off x="198855" y="191739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98855" y="3140984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4" name="Oval 13"/>
          <p:cNvSpPr>
            <a:spLocks noChangeAspect="1"/>
          </p:cNvSpPr>
          <p:nvPr userDrawn="1"/>
        </p:nvSpPr>
        <p:spPr>
          <a:xfrm>
            <a:off x="198855" y="5589256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920552" y="5229200"/>
            <a:ext cx="8496622" cy="1008112"/>
          </a:xfrm>
        </p:spPr>
        <p:txBody>
          <a:bodyPr anchor="ctr"/>
          <a:lstStyle>
            <a:lvl5pPr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7" name="Oval 16"/>
          <p:cNvSpPr>
            <a:spLocks noChangeAspect="1"/>
          </p:cNvSpPr>
          <p:nvPr userDrawn="1"/>
        </p:nvSpPr>
        <p:spPr>
          <a:xfrm>
            <a:off x="198855" y="4366200"/>
            <a:ext cx="288000" cy="28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79A85B6-62F8-499C-B696-A7E5A2EF8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0428" y="504000"/>
            <a:ext cx="8439572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548023990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key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416D58B-920C-4CFC-AE71-0495B69B6578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8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126703" y="2096283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1126655" y="3124678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1126800" y="4153073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14" name="Oval 13"/>
          <p:cNvSpPr/>
          <p:nvPr userDrawn="1"/>
        </p:nvSpPr>
        <p:spPr>
          <a:xfrm>
            <a:off x="435291" y="234291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5" name="Oval 14"/>
          <p:cNvSpPr/>
          <p:nvPr userDrawn="1"/>
        </p:nvSpPr>
        <p:spPr>
          <a:xfrm>
            <a:off x="435291" y="3371305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Oval 15"/>
          <p:cNvSpPr/>
          <p:nvPr userDrawn="1"/>
        </p:nvSpPr>
        <p:spPr>
          <a:xfrm>
            <a:off x="435291" y="4399700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1126800" y="5181469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Oval 17"/>
          <p:cNvSpPr/>
          <p:nvPr userDrawn="1"/>
        </p:nvSpPr>
        <p:spPr>
          <a:xfrm>
            <a:off x="435291" y="542809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143C4AD-44D1-4E44-9783-09068D5ECA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3D3DC2A-C1DA-4A91-8EF0-1E047BE418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33073932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key poin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2B318CE-9697-4712-A5D4-C8E2EABBFB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0D7852-5F7F-40D5-B8FB-2B9409039E5E}"/>
              </a:ext>
            </a:extLst>
          </p:cNvPr>
          <p:cNvSpPr/>
          <p:nvPr userDrawn="1"/>
        </p:nvSpPr>
        <p:spPr>
          <a:xfrm>
            <a:off x="0" y="1728000"/>
            <a:ext cx="9906000" cy="4572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344F46-ED31-4BB8-A4E3-7730C6B1F1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26703" y="2564904"/>
            <a:ext cx="8245898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8CF95009-315F-445F-BE38-3942ACE644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26655" y="3593299"/>
            <a:ext cx="8245122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5DC81ED-55D9-4EF4-8929-79E4A703E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26800" y="4621694"/>
            <a:ext cx="8244977" cy="721854"/>
          </a:xfrm>
          <a:noFill/>
        </p:spPr>
        <p:txBody>
          <a:bodyPr lIns="252000" tIns="180000" rIns="252000" bIns="180000" anchor="ctr"/>
          <a:lstStyle>
            <a:lvl1pPr>
              <a:defRPr sz="1400">
                <a:solidFill>
                  <a:schemeClr val="bg2"/>
                </a:solidFill>
              </a:defRPr>
            </a:lvl1pPr>
            <a:lvl2pPr>
              <a:defRPr sz="1400"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C3C23C-F16F-4A9D-8FDF-F0314A9005C2}"/>
              </a:ext>
            </a:extLst>
          </p:cNvPr>
          <p:cNvSpPr/>
          <p:nvPr userDrawn="1"/>
        </p:nvSpPr>
        <p:spPr>
          <a:xfrm>
            <a:off x="531591" y="1728000"/>
            <a:ext cx="36000" cy="4571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chemeClr val="accent3"/>
              </a:gs>
              <a:gs pos="100000">
                <a:schemeClr val="accent4"/>
              </a:gs>
            </a:gsLst>
            <a:lin ang="5400000" scaled="1"/>
            <a:tileRect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264E8D8-319B-4979-93E9-4FA1E4DD3F3B}"/>
              </a:ext>
            </a:extLst>
          </p:cNvPr>
          <p:cNvSpPr/>
          <p:nvPr userDrawn="1"/>
        </p:nvSpPr>
        <p:spPr>
          <a:xfrm>
            <a:off x="435291" y="281153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BE9461-180C-4C51-8A0F-DD26F3C701ED}"/>
              </a:ext>
            </a:extLst>
          </p:cNvPr>
          <p:cNvSpPr/>
          <p:nvPr userDrawn="1"/>
        </p:nvSpPr>
        <p:spPr>
          <a:xfrm>
            <a:off x="435291" y="3839926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608E0FD-AA66-4AAA-9242-1276EE889CB5}"/>
              </a:ext>
            </a:extLst>
          </p:cNvPr>
          <p:cNvSpPr/>
          <p:nvPr userDrawn="1"/>
        </p:nvSpPr>
        <p:spPr>
          <a:xfrm>
            <a:off x="435291" y="4868321"/>
            <a:ext cx="228600" cy="228600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4C4B2D6A-3227-46BE-A311-7A717FCCF27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2435812254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03774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7999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944E3E9-E0D7-48BD-AA61-C9C9011FD8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60043647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09106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2648744" y="1412776"/>
            <a:ext cx="6768876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288000" y="548680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2660300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5280923-8894-493F-AA72-DC795FA2B9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9600" y="504000"/>
            <a:ext cx="671125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19218420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4128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8543" y="108000"/>
            <a:ext cx="2292080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4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491780B-65F6-41A7-81F8-5AB541FCD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86325438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small r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3833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7613920" y="108000"/>
            <a:ext cx="2292080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60388" y="1412776"/>
            <a:ext cx="6732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920000" y="562159"/>
            <a:ext cx="1692000" cy="5688632"/>
          </a:xfrm>
        </p:spPr>
        <p:txBody>
          <a:bodyPr anchor="ctr"/>
          <a:lstStyle>
            <a:lvl1pP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4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71944" y="6021288"/>
            <a:ext cx="6685313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A63C25-28D2-44C9-9114-36F511FB49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67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8193394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6245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85847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65018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32000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Freeform 10"/>
          <p:cNvSpPr>
            <a:spLocks noChangeAspect="1" noEditPoints="1"/>
          </p:cNvSpPr>
          <p:nvPr userDrawn="1"/>
        </p:nvSpPr>
        <p:spPr bwMode="auto">
          <a:xfrm rot="10800000">
            <a:off x="2397441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63976974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33481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B25BDAC-B44C-4EDF-995C-27811BB994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19499046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2693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8000"/>
            <a:ext cx="3270094" cy="67482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7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82821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1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4360" y="980728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Freeform 16"/>
          <p:cNvSpPr>
            <a:spLocks noChangeAspect="1" noEditPoints="1"/>
          </p:cNvSpPr>
          <p:nvPr userDrawn="1"/>
        </p:nvSpPr>
        <p:spPr bwMode="auto">
          <a:xfrm rot="10800000">
            <a:off x="9048262" y="5589240"/>
            <a:ext cx="422362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72334650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37898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396000" y="548680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450282247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ide panel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71436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3590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31"/>
          </p:nvPr>
        </p:nvSpPr>
        <p:spPr>
          <a:xfrm>
            <a:off x="7041232" y="576064"/>
            <a:ext cx="2448271" cy="5688632"/>
          </a:xfrm>
        </p:spPr>
        <p:txBody>
          <a:bodyPr anchor="ctr"/>
          <a:lstStyle>
            <a:lvl1pP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buClr>
                <a:schemeClr val="bg2"/>
              </a:buClr>
              <a:defRPr sz="1600">
                <a:solidFill>
                  <a:schemeClr val="bg2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2132718784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163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3376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9" name="Freeform 8"/>
          <p:cNvSpPr>
            <a:spLocks noChangeAspect="1" noEditPoints="1"/>
          </p:cNvSpPr>
          <p:nvPr userDrawn="1"/>
        </p:nvSpPr>
        <p:spPr bwMode="auto">
          <a:xfrm>
            <a:off x="443539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0" name="Freeform 9"/>
          <p:cNvSpPr>
            <a:spLocks noChangeAspect="1" noEditPoints="1"/>
          </p:cNvSpPr>
          <p:nvPr userDrawn="1"/>
        </p:nvSpPr>
        <p:spPr bwMode="auto">
          <a:xfrm rot="10800000">
            <a:off x="2397437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443539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810F382-8A4C-462A-9276-BB30CEE50F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36000" y="504000"/>
            <a:ext cx="576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Content Placeholder 5"/>
          <p:cNvSpPr>
            <a:spLocks noGrp="1"/>
          </p:cNvSpPr>
          <p:nvPr>
            <p:ph sz="quarter" idx="14"/>
          </p:nvPr>
        </p:nvSpPr>
        <p:spPr>
          <a:xfrm>
            <a:off x="3636000" y="1412776"/>
            <a:ext cx="5760000" cy="4536504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3636000" y="6021288"/>
            <a:ext cx="5760765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37441174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ll quot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05438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6651458" y="109703"/>
            <a:ext cx="3270094" cy="67482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AU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Freeform 14"/>
          <p:cNvSpPr>
            <a:spLocks noChangeAspect="1" noEditPoints="1"/>
          </p:cNvSpPr>
          <p:nvPr userDrawn="1"/>
        </p:nvSpPr>
        <p:spPr bwMode="auto">
          <a:xfrm>
            <a:off x="7098373" y="980728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6" name="Freeform 15"/>
          <p:cNvSpPr>
            <a:spLocks noChangeAspect="1" noEditPoints="1"/>
          </p:cNvSpPr>
          <p:nvPr userDrawn="1"/>
        </p:nvSpPr>
        <p:spPr bwMode="auto">
          <a:xfrm rot="10800000">
            <a:off x="9052271" y="5589240"/>
            <a:ext cx="422366" cy="339258"/>
          </a:xfrm>
          <a:custGeom>
            <a:avLst/>
            <a:gdLst>
              <a:gd name="T0" fmla="*/ 170 w 285"/>
              <a:gd name="T1" fmla="*/ 229 h 229"/>
              <a:gd name="T2" fmla="*/ 163 w 285"/>
              <a:gd name="T3" fmla="*/ 183 h 229"/>
              <a:gd name="T4" fmla="*/ 165 w 285"/>
              <a:gd name="T5" fmla="*/ 99 h 229"/>
              <a:gd name="T6" fmla="*/ 186 w 285"/>
              <a:gd name="T7" fmla="*/ 29 h 229"/>
              <a:gd name="T8" fmla="*/ 251 w 285"/>
              <a:gd name="T9" fmla="*/ 0 h 229"/>
              <a:gd name="T10" fmla="*/ 284 w 285"/>
              <a:gd name="T11" fmla="*/ 57 h 229"/>
              <a:gd name="T12" fmla="*/ 278 w 285"/>
              <a:gd name="T13" fmla="*/ 66 h 229"/>
              <a:gd name="T14" fmla="*/ 231 w 285"/>
              <a:gd name="T15" fmla="*/ 108 h 229"/>
              <a:gd name="T16" fmla="*/ 284 w 285"/>
              <a:gd name="T17" fmla="*/ 114 h 229"/>
              <a:gd name="T18" fmla="*/ 278 w 285"/>
              <a:gd name="T19" fmla="*/ 229 h 229"/>
              <a:gd name="T20" fmla="*/ 272 w 285"/>
              <a:gd name="T21" fmla="*/ 217 h 229"/>
              <a:gd name="T22" fmla="*/ 224 w 285"/>
              <a:gd name="T23" fmla="*/ 120 h 229"/>
              <a:gd name="T24" fmla="*/ 233 w 285"/>
              <a:gd name="T25" fmla="*/ 68 h 229"/>
              <a:gd name="T26" fmla="*/ 248 w 285"/>
              <a:gd name="T27" fmla="*/ 12 h 229"/>
              <a:gd name="T28" fmla="*/ 196 w 285"/>
              <a:gd name="T29" fmla="*/ 36 h 229"/>
              <a:gd name="T30" fmla="*/ 176 w 285"/>
              <a:gd name="T31" fmla="*/ 100 h 229"/>
              <a:gd name="T32" fmla="*/ 175 w 285"/>
              <a:gd name="T33" fmla="*/ 182 h 229"/>
              <a:gd name="T34" fmla="*/ 116 w 285"/>
              <a:gd name="T35" fmla="*/ 229 h 229"/>
              <a:gd name="T36" fmla="*/ 1 w 285"/>
              <a:gd name="T37" fmla="*/ 223 h 229"/>
              <a:gd name="T38" fmla="*/ 0 w 285"/>
              <a:gd name="T39" fmla="*/ 143 h 229"/>
              <a:gd name="T40" fmla="*/ 9 w 285"/>
              <a:gd name="T41" fmla="*/ 61 h 229"/>
              <a:gd name="T42" fmla="*/ 50 w 285"/>
              <a:gd name="T43" fmla="*/ 8 h 229"/>
              <a:gd name="T44" fmla="*/ 94 w 285"/>
              <a:gd name="T45" fmla="*/ 3 h 229"/>
              <a:gd name="T46" fmla="*/ 121 w 285"/>
              <a:gd name="T47" fmla="*/ 63 h 229"/>
              <a:gd name="T48" fmla="*/ 78 w 285"/>
              <a:gd name="T49" fmla="*/ 77 h 229"/>
              <a:gd name="T50" fmla="*/ 116 w 285"/>
              <a:gd name="T51" fmla="*/ 108 h 229"/>
              <a:gd name="T52" fmla="*/ 122 w 285"/>
              <a:gd name="T53" fmla="*/ 223 h 229"/>
              <a:gd name="T54" fmla="*/ 13 w 285"/>
              <a:gd name="T55" fmla="*/ 217 h 229"/>
              <a:gd name="T56" fmla="*/ 110 w 285"/>
              <a:gd name="T57" fmla="*/ 120 h 229"/>
              <a:gd name="T58" fmla="*/ 55 w 285"/>
              <a:gd name="T59" fmla="*/ 114 h 229"/>
              <a:gd name="T60" fmla="*/ 106 w 285"/>
              <a:gd name="T61" fmla="*/ 54 h 229"/>
              <a:gd name="T62" fmla="*/ 55 w 285"/>
              <a:gd name="T63" fmla="*/ 18 h 229"/>
              <a:gd name="T64" fmla="*/ 20 w 285"/>
              <a:gd name="T65" fmla="*/ 64 h 229"/>
              <a:gd name="T66" fmla="*/ 12 w 285"/>
              <a:gd name="T67" fmla="*/ 143 h 229"/>
              <a:gd name="T68" fmla="*/ 13 w 285"/>
              <a:gd name="T69" fmla="*/ 217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5" h="229">
                <a:moveTo>
                  <a:pt x="278" y="229"/>
                </a:moveTo>
                <a:cubicBezTo>
                  <a:pt x="170" y="229"/>
                  <a:pt x="170" y="229"/>
                  <a:pt x="170" y="229"/>
                </a:cubicBezTo>
                <a:cubicBezTo>
                  <a:pt x="167" y="229"/>
                  <a:pt x="164" y="226"/>
                  <a:pt x="164" y="223"/>
                </a:cubicBezTo>
                <a:cubicBezTo>
                  <a:pt x="164" y="214"/>
                  <a:pt x="164" y="201"/>
                  <a:pt x="163" y="183"/>
                </a:cubicBezTo>
                <a:cubicBezTo>
                  <a:pt x="163" y="143"/>
                  <a:pt x="163" y="143"/>
                  <a:pt x="163" y="143"/>
                </a:cubicBezTo>
                <a:cubicBezTo>
                  <a:pt x="163" y="126"/>
                  <a:pt x="163" y="112"/>
                  <a:pt x="165" y="99"/>
                </a:cubicBezTo>
                <a:cubicBezTo>
                  <a:pt x="165" y="88"/>
                  <a:pt x="167" y="77"/>
                  <a:pt x="171" y="62"/>
                </a:cubicBezTo>
                <a:cubicBezTo>
                  <a:pt x="174" y="49"/>
                  <a:pt x="179" y="38"/>
                  <a:pt x="186" y="29"/>
                </a:cubicBezTo>
                <a:cubicBezTo>
                  <a:pt x="192" y="20"/>
                  <a:pt x="201" y="13"/>
                  <a:pt x="213" y="8"/>
                </a:cubicBezTo>
                <a:cubicBezTo>
                  <a:pt x="224" y="3"/>
                  <a:pt x="237" y="0"/>
                  <a:pt x="251" y="0"/>
                </a:cubicBezTo>
                <a:cubicBezTo>
                  <a:pt x="254" y="0"/>
                  <a:pt x="256" y="1"/>
                  <a:pt x="257" y="3"/>
                </a:cubicBezTo>
                <a:cubicBezTo>
                  <a:pt x="284" y="57"/>
                  <a:pt x="284" y="57"/>
                  <a:pt x="284" y="57"/>
                </a:cubicBezTo>
                <a:cubicBezTo>
                  <a:pt x="285" y="59"/>
                  <a:pt x="285" y="61"/>
                  <a:pt x="283" y="63"/>
                </a:cubicBezTo>
                <a:cubicBezTo>
                  <a:pt x="282" y="65"/>
                  <a:pt x="280" y="66"/>
                  <a:pt x="278" y="66"/>
                </a:cubicBezTo>
                <a:cubicBezTo>
                  <a:pt x="261" y="66"/>
                  <a:pt x="249" y="70"/>
                  <a:pt x="241" y="77"/>
                </a:cubicBezTo>
                <a:cubicBezTo>
                  <a:pt x="235" y="83"/>
                  <a:pt x="231" y="94"/>
                  <a:pt x="231" y="108"/>
                </a:cubicBezTo>
                <a:cubicBezTo>
                  <a:pt x="278" y="108"/>
                  <a:pt x="278" y="108"/>
                  <a:pt x="278" y="108"/>
                </a:cubicBezTo>
                <a:cubicBezTo>
                  <a:pt x="282" y="108"/>
                  <a:pt x="284" y="111"/>
                  <a:pt x="284" y="114"/>
                </a:cubicBezTo>
                <a:cubicBezTo>
                  <a:pt x="284" y="223"/>
                  <a:pt x="284" y="223"/>
                  <a:pt x="284" y="223"/>
                </a:cubicBezTo>
                <a:cubicBezTo>
                  <a:pt x="284" y="226"/>
                  <a:pt x="282" y="229"/>
                  <a:pt x="278" y="229"/>
                </a:cubicBezTo>
                <a:close/>
                <a:moveTo>
                  <a:pt x="176" y="217"/>
                </a:moveTo>
                <a:cubicBezTo>
                  <a:pt x="272" y="217"/>
                  <a:pt x="272" y="217"/>
                  <a:pt x="272" y="217"/>
                </a:cubicBezTo>
                <a:cubicBezTo>
                  <a:pt x="272" y="120"/>
                  <a:pt x="272" y="120"/>
                  <a:pt x="272" y="120"/>
                </a:cubicBezTo>
                <a:cubicBezTo>
                  <a:pt x="224" y="120"/>
                  <a:pt x="224" y="120"/>
                  <a:pt x="224" y="120"/>
                </a:cubicBezTo>
                <a:cubicBezTo>
                  <a:pt x="221" y="120"/>
                  <a:pt x="218" y="118"/>
                  <a:pt x="218" y="114"/>
                </a:cubicBezTo>
                <a:cubicBezTo>
                  <a:pt x="218" y="94"/>
                  <a:pt x="223" y="78"/>
                  <a:pt x="233" y="68"/>
                </a:cubicBezTo>
                <a:cubicBezTo>
                  <a:pt x="241" y="60"/>
                  <a:pt x="253" y="56"/>
                  <a:pt x="269" y="54"/>
                </a:cubicBezTo>
                <a:cubicBezTo>
                  <a:pt x="248" y="12"/>
                  <a:pt x="248" y="12"/>
                  <a:pt x="248" y="12"/>
                </a:cubicBezTo>
                <a:cubicBezTo>
                  <a:pt x="236" y="12"/>
                  <a:pt x="226" y="15"/>
                  <a:pt x="218" y="18"/>
                </a:cubicBezTo>
                <a:cubicBezTo>
                  <a:pt x="208" y="23"/>
                  <a:pt x="201" y="29"/>
                  <a:pt x="196" y="36"/>
                </a:cubicBezTo>
                <a:cubicBezTo>
                  <a:pt x="190" y="44"/>
                  <a:pt x="185" y="54"/>
                  <a:pt x="183" y="64"/>
                </a:cubicBezTo>
                <a:cubicBezTo>
                  <a:pt x="179" y="79"/>
                  <a:pt x="177" y="90"/>
                  <a:pt x="176" y="100"/>
                </a:cubicBezTo>
                <a:cubicBezTo>
                  <a:pt x="175" y="112"/>
                  <a:pt x="175" y="126"/>
                  <a:pt x="175" y="143"/>
                </a:cubicBezTo>
                <a:cubicBezTo>
                  <a:pt x="175" y="182"/>
                  <a:pt x="175" y="182"/>
                  <a:pt x="175" y="182"/>
                </a:cubicBezTo>
                <a:cubicBezTo>
                  <a:pt x="176" y="197"/>
                  <a:pt x="176" y="208"/>
                  <a:pt x="176" y="217"/>
                </a:cubicBezTo>
                <a:close/>
                <a:moveTo>
                  <a:pt x="116" y="229"/>
                </a:moveTo>
                <a:cubicBezTo>
                  <a:pt x="7" y="229"/>
                  <a:pt x="7" y="229"/>
                  <a:pt x="7" y="229"/>
                </a:cubicBezTo>
                <a:cubicBezTo>
                  <a:pt x="4" y="229"/>
                  <a:pt x="1" y="226"/>
                  <a:pt x="1" y="223"/>
                </a:cubicBezTo>
                <a:cubicBezTo>
                  <a:pt x="1" y="214"/>
                  <a:pt x="1" y="201"/>
                  <a:pt x="1" y="183"/>
                </a:cubicBezTo>
                <a:cubicBezTo>
                  <a:pt x="0" y="165"/>
                  <a:pt x="0" y="151"/>
                  <a:pt x="0" y="143"/>
                </a:cubicBezTo>
                <a:cubicBezTo>
                  <a:pt x="0" y="126"/>
                  <a:pt x="1" y="112"/>
                  <a:pt x="1" y="99"/>
                </a:cubicBezTo>
                <a:cubicBezTo>
                  <a:pt x="3" y="84"/>
                  <a:pt x="5" y="72"/>
                  <a:pt x="9" y="61"/>
                </a:cubicBezTo>
                <a:cubicBezTo>
                  <a:pt x="12" y="48"/>
                  <a:pt x="17" y="37"/>
                  <a:pt x="23" y="29"/>
                </a:cubicBezTo>
                <a:cubicBezTo>
                  <a:pt x="31" y="20"/>
                  <a:pt x="39" y="13"/>
                  <a:pt x="50" y="8"/>
                </a:cubicBezTo>
                <a:cubicBezTo>
                  <a:pt x="61" y="2"/>
                  <a:pt x="75" y="0"/>
                  <a:pt x="89" y="0"/>
                </a:cubicBezTo>
                <a:cubicBezTo>
                  <a:pt x="91" y="0"/>
                  <a:pt x="93" y="1"/>
                  <a:pt x="94" y="3"/>
                </a:cubicBezTo>
                <a:cubicBezTo>
                  <a:pt x="121" y="57"/>
                  <a:pt x="121" y="57"/>
                  <a:pt x="121" y="57"/>
                </a:cubicBezTo>
                <a:cubicBezTo>
                  <a:pt x="122" y="59"/>
                  <a:pt x="122" y="61"/>
                  <a:pt x="121" y="63"/>
                </a:cubicBezTo>
                <a:cubicBezTo>
                  <a:pt x="120" y="65"/>
                  <a:pt x="118" y="66"/>
                  <a:pt x="116" y="66"/>
                </a:cubicBezTo>
                <a:cubicBezTo>
                  <a:pt x="99" y="66"/>
                  <a:pt x="86" y="70"/>
                  <a:pt x="78" y="77"/>
                </a:cubicBezTo>
                <a:cubicBezTo>
                  <a:pt x="72" y="83"/>
                  <a:pt x="68" y="94"/>
                  <a:pt x="68" y="108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19" y="108"/>
                  <a:pt x="122" y="111"/>
                  <a:pt x="122" y="114"/>
                </a:cubicBezTo>
                <a:cubicBezTo>
                  <a:pt x="122" y="223"/>
                  <a:pt x="122" y="223"/>
                  <a:pt x="122" y="223"/>
                </a:cubicBezTo>
                <a:cubicBezTo>
                  <a:pt x="122" y="226"/>
                  <a:pt x="119" y="229"/>
                  <a:pt x="116" y="229"/>
                </a:cubicBezTo>
                <a:close/>
                <a:moveTo>
                  <a:pt x="13" y="217"/>
                </a:moveTo>
                <a:cubicBezTo>
                  <a:pt x="110" y="217"/>
                  <a:pt x="110" y="217"/>
                  <a:pt x="110" y="217"/>
                </a:cubicBezTo>
                <a:cubicBezTo>
                  <a:pt x="110" y="120"/>
                  <a:pt x="110" y="120"/>
                  <a:pt x="110" y="120"/>
                </a:cubicBezTo>
                <a:cubicBezTo>
                  <a:pt x="61" y="120"/>
                  <a:pt x="61" y="120"/>
                  <a:pt x="61" y="120"/>
                </a:cubicBezTo>
                <a:cubicBezTo>
                  <a:pt x="58" y="120"/>
                  <a:pt x="55" y="118"/>
                  <a:pt x="55" y="114"/>
                </a:cubicBezTo>
                <a:cubicBezTo>
                  <a:pt x="55" y="94"/>
                  <a:pt x="60" y="78"/>
                  <a:pt x="70" y="68"/>
                </a:cubicBezTo>
                <a:cubicBezTo>
                  <a:pt x="78" y="60"/>
                  <a:pt x="90" y="56"/>
                  <a:pt x="106" y="54"/>
                </a:cubicBezTo>
                <a:cubicBezTo>
                  <a:pt x="85" y="12"/>
                  <a:pt x="85" y="12"/>
                  <a:pt x="85" y="12"/>
                </a:cubicBezTo>
                <a:cubicBezTo>
                  <a:pt x="74" y="12"/>
                  <a:pt x="64" y="15"/>
                  <a:pt x="55" y="18"/>
                </a:cubicBezTo>
                <a:cubicBezTo>
                  <a:pt x="46" y="23"/>
                  <a:pt x="39" y="28"/>
                  <a:pt x="33" y="36"/>
                </a:cubicBezTo>
                <a:cubicBezTo>
                  <a:pt x="28" y="43"/>
                  <a:pt x="23" y="52"/>
                  <a:pt x="20" y="64"/>
                </a:cubicBezTo>
                <a:cubicBezTo>
                  <a:pt x="17" y="75"/>
                  <a:pt x="15" y="86"/>
                  <a:pt x="13" y="100"/>
                </a:cubicBezTo>
                <a:cubicBezTo>
                  <a:pt x="13" y="113"/>
                  <a:pt x="12" y="126"/>
                  <a:pt x="12" y="143"/>
                </a:cubicBezTo>
                <a:cubicBezTo>
                  <a:pt x="12" y="151"/>
                  <a:pt x="12" y="164"/>
                  <a:pt x="13" y="182"/>
                </a:cubicBezTo>
                <a:cubicBezTo>
                  <a:pt x="13" y="197"/>
                  <a:pt x="13" y="208"/>
                  <a:pt x="13" y="217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50000">
                <a:schemeClr val="tx2"/>
              </a:gs>
              <a:gs pos="100000">
                <a:schemeClr val="accent6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AU" noProof="0"/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098373" y="1600610"/>
            <a:ext cx="2376264" cy="3700598"/>
          </a:xfrm>
        </p:spPr>
        <p:txBody>
          <a:bodyPr anchor="ctr"/>
          <a:lstStyle>
            <a:lvl1pPr algn="ctr">
              <a:defRPr sz="1800" i="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 Semibold" panose="020B0702040204020203" pitchFamily="34" charset="0"/>
              </a:defRPr>
            </a:lvl5pPr>
          </a:lstStyle>
          <a:p>
            <a:pPr lvl="0"/>
            <a:r>
              <a:rPr lang="en-AU" noProof="0" dirty="0"/>
              <a:t>Pull Quote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4"/>
          </p:nvPr>
        </p:nvSpPr>
        <p:spPr>
          <a:xfrm>
            <a:off x="540000" y="1412776"/>
            <a:ext cx="5688000" cy="451572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32" hasCustomPrompt="1"/>
          </p:nvPr>
        </p:nvSpPr>
        <p:spPr>
          <a:xfrm>
            <a:off x="540000" y="6021288"/>
            <a:ext cx="5688000" cy="287214"/>
          </a:xfrm>
        </p:spPr>
        <p:txBody>
          <a:bodyPr anchor="ctr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AU" noProof="0" dirty="0"/>
              <a:t>Source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AB7F47-602E-4EE6-8314-BEBDF4A47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688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4143440053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FC315DB-EF54-45C0-A6F9-FC2BA305DCD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40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7F87FBC-F7C8-426B-8AF3-5C86127FE95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36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585685A2-945E-4F85-97B5-E6588F2FBAD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732000" y="2351170"/>
            <a:ext cx="2628000" cy="3886142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1844077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3636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6732000" y="1844424"/>
            <a:ext cx="2628000" cy="360439"/>
          </a:xfrm>
          <a:solidFill>
            <a:schemeClr val="accent5"/>
          </a:solidFill>
          <a:ln w="19050">
            <a:noFill/>
          </a:ln>
        </p:spPr>
        <p:txBody>
          <a:bodyPr lIns="108000" tIns="46800" rIns="108000" anchor="ctr"/>
          <a:lstStyle>
            <a:lvl1pPr algn="ctr">
              <a:defRPr sz="1400" baseline="0">
                <a:solidFill>
                  <a:schemeClr val="bg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en-AU" noProof="0" dirty="0"/>
              <a:t>HEADING</a:t>
            </a:r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C3E90AF-4367-4FC8-B680-7F094C650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EE446F9-323A-4DBD-86F6-D6E46F969E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4125808019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540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pic>
        <p:nvPicPr>
          <p:cNvPr id="12" name="Picture 11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36D8746-9C41-42DB-AA25-341A0388B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5FA1E19-E3E1-48C3-BCF7-8B825D8DB8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F712F0CC-3429-4F3C-BB82-4D4F24DB3E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36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89BDC5C-77DE-4CAE-967A-36F5B6B1F00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732000" y="1700808"/>
            <a:ext cx="2628000" cy="4536503"/>
          </a:xfrm>
        </p:spPr>
        <p:txBody>
          <a:bodyPr lIns="72000" rIns="72000"/>
          <a:lstStyle>
            <a:lvl1pPr>
              <a:spcBef>
                <a:spcPts val="1200"/>
              </a:spcBef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1pPr>
            <a:lvl2pPr marL="144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2pPr>
            <a:lvl3pPr marL="28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3pPr>
            <a:lvl4pPr marL="432000" indent="-144000"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4pPr>
            <a:lvl5pPr marL="648000" indent="-144000">
              <a:buClr>
                <a:schemeClr val="bg2"/>
              </a:buClr>
              <a:buFont typeface="Segoe UI Semilight" panose="020B0402040204020203" pitchFamily="34" charset="0"/>
              <a:buChar char="–"/>
              <a:defRPr sz="1200">
                <a:solidFill>
                  <a:schemeClr val="bg2"/>
                </a:solidFill>
                <a:latin typeface="Segoe UI Semilight" panose="020B0402040204020203" pitchFamily="34" charset="0"/>
                <a:ea typeface="Segoe UI" panose="020B05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3914603774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680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574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5600935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7617296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4847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5601208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7617569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871EA34-AB4A-4AE8-8B88-1B248221C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64A32BB7-B4B8-4E71-83E1-22368C65915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203266299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wo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78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76064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2556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33"/>
          </p:nvPr>
        </p:nvSpPr>
        <p:spPr>
          <a:xfrm>
            <a:off x="4572000" y="1700808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428405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2556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4572000" y="3429000"/>
            <a:ext cx="1800473" cy="1512887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F4480387-88A6-4400-B54D-4F79477713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C1EDAA2-A012-4033-AAEC-D978098E69E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50189134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51160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3584848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3585121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6609496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6609496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3584801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6609176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5B082F3-2515-4BC9-B49B-A93442A9DF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4574" y="504000"/>
            <a:ext cx="5775426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AB7F3DD-CE5D-4E26-AD58-2EA06FB037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84574" y="1008000"/>
            <a:ext cx="5775426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548680"/>
            <a:ext cx="2520000" cy="590465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3312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412440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three rows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765061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AU" sz="2800" b="0" i="0" baseline="0" dirty="0">
              <a:latin typeface="Segoe UI Semibold"/>
              <a:ea typeface="+mj-ea"/>
              <a:cs typeface="+mj-cs"/>
              <a:sym typeface="Segoe UI Semibold"/>
            </a:endParaRPr>
          </a:p>
        </p:txBody>
      </p:sp>
      <p:pic>
        <p:nvPicPr>
          <p:cNvPr id="4" name="Picture 3"/>
          <p:cNvPicPr>
            <a:picLocks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1"/>
          </p:nvPr>
        </p:nvSpPr>
        <p:spPr>
          <a:xfrm>
            <a:off x="540000" y="1700213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2"/>
          </p:nvPr>
        </p:nvSpPr>
        <p:spPr>
          <a:xfrm>
            <a:off x="3564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540000" y="332219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5"/>
          </p:nvPr>
        </p:nvSpPr>
        <p:spPr>
          <a:xfrm>
            <a:off x="3564000" y="3322785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36"/>
          </p:nvPr>
        </p:nvSpPr>
        <p:spPr>
          <a:xfrm>
            <a:off x="540000" y="4944167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37"/>
          </p:nvPr>
        </p:nvSpPr>
        <p:spPr>
          <a:xfrm>
            <a:off x="3564000" y="4944762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5A645FB-7354-4CFA-B102-90F9DC381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5832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6E3C8706-4623-4565-AA17-AECB38C803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5832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18" name="Content Placeholder 5"/>
          <p:cNvSpPr>
            <a:spLocks noGrp="1"/>
          </p:cNvSpPr>
          <p:nvPr>
            <p:ph sz="quarter" idx="13"/>
          </p:nvPr>
        </p:nvSpPr>
        <p:spPr>
          <a:xfrm>
            <a:off x="6876000" y="548680"/>
            <a:ext cx="2520000" cy="584368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624000" y="548680"/>
            <a:ext cx="0" cy="5904656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85443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three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15" name="Text Placeholder 4"/>
          <p:cNvSpPr>
            <a:spLocks noGrp="1"/>
          </p:cNvSpPr>
          <p:nvPr>
            <p:ph type="body" sz="quarter" idx="38"/>
          </p:nvPr>
        </p:nvSpPr>
        <p:spPr>
          <a:xfrm>
            <a:off x="540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39"/>
          </p:nvPr>
        </p:nvSpPr>
        <p:spPr>
          <a:xfrm>
            <a:off x="540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40"/>
          </p:nvPr>
        </p:nvSpPr>
        <p:spPr>
          <a:xfrm>
            <a:off x="540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1B4E545C-8B16-4B92-8AF7-E5E84C0482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D764B80-78FB-43C9-895B-1F4FF3FACB0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00" y="1008000"/>
            <a:ext cx="8820000" cy="504056"/>
          </a:xfrm>
          <a:prstGeom prst="rect">
            <a:avLst/>
          </a:prstGeom>
        </p:spPr>
        <p:txBody>
          <a:bodyPr anchor="t"/>
          <a:lstStyle>
            <a:lvl1pPr>
              <a:lnSpc>
                <a:spcPct val="90000"/>
              </a:lnSpc>
              <a:defRPr sz="1800">
                <a:solidFill>
                  <a:schemeClr val="bg2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5pPr>
              <a:defRPr/>
            </a:lvl5pPr>
          </a:lstStyle>
          <a:p>
            <a:pPr lvl="0"/>
            <a:r>
              <a:rPr lang="en-AU" noProof="0" dirty="0"/>
              <a:t>Sub title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41"/>
          </p:nvPr>
        </p:nvSpPr>
        <p:spPr>
          <a:xfrm>
            <a:off x="6552000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42"/>
          </p:nvPr>
        </p:nvSpPr>
        <p:spPr>
          <a:xfrm>
            <a:off x="6552000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43"/>
          </p:nvPr>
        </p:nvSpPr>
        <p:spPr>
          <a:xfrm>
            <a:off x="6552000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44"/>
          </p:nvPr>
        </p:nvSpPr>
        <p:spPr>
          <a:xfrm>
            <a:off x="3548669" y="1700808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4"/>
          <p:cNvSpPr>
            <a:spLocks noGrp="1"/>
          </p:cNvSpPr>
          <p:nvPr>
            <p:ph type="body" sz="quarter" idx="45"/>
          </p:nvPr>
        </p:nvSpPr>
        <p:spPr>
          <a:xfrm>
            <a:off x="3548669" y="3280404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46"/>
          </p:nvPr>
        </p:nvSpPr>
        <p:spPr>
          <a:xfrm>
            <a:off x="3548669" y="4860000"/>
            <a:ext cx="2808000" cy="1440000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321983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451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3154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F37BC3-86E4-4EE9-9184-D080958869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3728607071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5882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4518"/>
            <a:ext cx="4248596" cy="2374900"/>
          </a:xfrm>
          <a:solidFill>
            <a:schemeClr val="bg2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3A15C6-EFE5-4BAA-AFE8-A70A7FBBBD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981900499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/insight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5339" cy="10970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1"/>
          </p:nvPr>
        </p:nvSpPr>
        <p:spPr>
          <a:xfrm>
            <a:off x="540000" y="1341438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0" name="Content Placeholder 5"/>
          <p:cNvSpPr>
            <a:spLocks noGrp="1"/>
          </p:cNvSpPr>
          <p:nvPr>
            <p:ph sz="quarter" idx="12"/>
          </p:nvPr>
        </p:nvSpPr>
        <p:spPr>
          <a:xfrm>
            <a:off x="5112000" y="1340768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1" name="Content Placeholder 5"/>
          <p:cNvSpPr>
            <a:spLocks noGrp="1"/>
          </p:cNvSpPr>
          <p:nvPr>
            <p:ph sz="quarter" idx="13"/>
          </p:nvPr>
        </p:nvSpPr>
        <p:spPr>
          <a:xfrm>
            <a:off x="540000" y="3867246"/>
            <a:ext cx="4248596" cy="23749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4"/>
          </p:nvPr>
        </p:nvSpPr>
        <p:spPr>
          <a:xfrm>
            <a:off x="5112000" y="3865882"/>
            <a:ext cx="4248596" cy="2374900"/>
          </a:xfrm>
          <a:solidFill>
            <a:schemeClr val="accent5"/>
          </a:solidFill>
        </p:spPr>
        <p:txBody>
          <a:bodyPr lIns="144000" tIns="108000" rIns="144000" bIns="108000"/>
          <a:lstStyle>
            <a:lvl1pPr>
              <a:defRPr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>
                <a:solidFill>
                  <a:schemeClr val="bg2"/>
                </a:solidFill>
              </a:defRPr>
            </a:lvl3pPr>
            <a:lvl4pPr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>
              <a:buClr>
                <a:schemeClr val="bg2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841432" y="6392361"/>
            <a:ext cx="792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E8856DA-B77A-4A94-8E84-45BF77D9376B}" type="slidenum">
              <a:rPr lang="en-AU" sz="1200" noProof="0" smtClean="0">
                <a:solidFill>
                  <a:schemeClr val="accent3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AU" sz="1200" noProof="0" dirty="0">
              <a:solidFill>
                <a:schemeClr val="accent3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B0863C4-8A1F-4F37-B2BA-622825CC0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 anchor="ctr" anchorCtr="0"/>
          <a:lstStyle>
            <a:lvl1pPr marL="0" marR="0" indent="0" algn="l" defTabSz="914349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/>
            </a:lvl1pPr>
          </a:lstStyle>
          <a:p>
            <a:pPr lvl="0"/>
            <a:r>
              <a:rPr lang="en-AU" noProof="0" dirty="0"/>
              <a:t>Governing thought</a:t>
            </a:r>
          </a:p>
        </p:txBody>
      </p:sp>
    </p:spTree>
    <p:extLst>
      <p:ext uri="{BB962C8B-B14F-4D97-AF65-F5344CB8AC3E}">
        <p14:creationId xmlns:p14="http://schemas.microsoft.com/office/powerpoint/2010/main" val="1677026498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A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4E3E05-533A-4DB8-A232-F1B752B5781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Australia, the UK and Canada.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556F29-C459-402C-BF29-DE5994079688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827C473-B3A8-4969-8131-63F1ED32747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A3C4CA6-4F87-4A68-A156-3E7778AF41D0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AA267DE0-38A6-495D-A577-FACA783090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BBA74CD-4713-4A19-9039-B3946929FC05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4F598CB-FF51-463E-8900-9B10809D7BC8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F4C59075-8105-49BC-9908-69BEA122B4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B7D11D3-C7C7-441D-ADBA-C269F6D1D9F1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F05606D-CBD7-4D72-8B54-A40B9E2FD0B6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6" name="Freeform 70">
              <a:extLst>
                <a:ext uri="{FF2B5EF4-FFF2-40B4-BE49-F238E27FC236}">
                  <a16:creationId xmlns:a16="http://schemas.microsoft.com/office/drawing/2014/main" id="{22CE4B17-04F1-4666-A183-5235B2676B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2A01D100-AE28-4097-9013-854206D88AFE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</p:spTree>
    <p:extLst>
      <p:ext uri="{BB962C8B-B14F-4D97-AF65-F5344CB8AC3E}">
        <p14:creationId xmlns:p14="http://schemas.microsoft.com/office/powerpoint/2010/main" val="469600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Nous_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780" y="1122417"/>
            <a:ext cx="3960440" cy="1082447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1867694" y="3165288"/>
            <a:ext cx="6170612" cy="0"/>
          </a:xfrm>
          <a:prstGeom prst="line">
            <a:avLst/>
          </a:prstGeom>
          <a:ln w="19050" cap="rnd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4157430" y="2961572"/>
            <a:ext cx="15911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1800" noProof="0">
                <a:solidFill>
                  <a:schemeClr val="bg2"/>
                </a:solidFill>
                <a:latin typeface="Segoe UI Semibold" panose="020B0702040204020203" pitchFamily="34" charset="0"/>
              </a:rPr>
              <a:t>About Nous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B0B5A6-FBE9-4643-B96A-507C4CC2971E}"/>
              </a:ext>
            </a:extLst>
          </p:cNvPr>
          <p:cNvSpPr/>
          <p:nvPr userDrawn="1"/>
        </p:nvSpPr>
        <p:spPr>
          <a:xfrm>
            <a:off x="0" y="4602630"/>
            <a:ext cx="9906001" cy="164428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82EEA3-13A9-403E-8DAB-6B7DAE9A4F67}"/>
              </a:ext>
            </a:extLst>
          </p:cNvPr>
          <p:cNvGrpSpPr/>
          <p:nvPr userDrawn="1"/>
        </p:nvGrpSpPr>
        <p:grpSpPr>
          <a:xfrm>
            <a:off x="4019143" y="4956969"/>
            <a:ext cx="1867713" cy="982931"/>
            <a:chOff x="3561693" y="4956969"/>
            <a:chExt cx="1867713" cy="98293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BDF0A1F-9B5F-48BB-A364-5FCEEE1FD492}"/>
                </a:ext>
              </a:extLst>
            </p:cNvPr>
            <p:cNvSpPr/>
            <p:nvPr userDrawn="1"/>
          </p:nvSpPr>
          <p:spPr>
            <a:xfrm>
              <a:off x="3561693" y="5662901"/>
              <a:ext cx="186771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PEOPLE</a:t>
              </a: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7F95DF3B-1B5E-4D49-B900-9CB66C60FC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69140" y="4956969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" panose="020B0502040204020203" pitchFamily="34" charset="0"/>
                </a:rPr>
                <a:t>400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E86791-B0AA-4035-B9F8-2296A3390B4F}"/>
              </a:ext>
            </a:extLst>
          </p:cNvPr>
          <p:cNvGrpSpPr/>
          <p:nvPr userDrawn="1"/>
        </p:nvGrpSpPr>
        <p:grpSpPr>
          <a:xfrm>
            <a:off x="5824775" y="4941168"/>
            <a:ext cx="1674758" cy="998732"/>
            <a:chOff x="5244088" y="4941168"/>
            <a:chExt cx="1674758" cy="998732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075AE6F-0DF5-49E5-B21A-038B7DB2D3EF}"/>
                </a:ext>
              </a:extLst>
            </p:cNvPr>
            <p:cNvSpPr/>
            <p:nvPr userDrawn="1"/>
          </p:nvSpPr>
          <p:spPr>
            <a:xfrm>
              <a:off x="5244088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LOCATIONS</a:t>
              </a:r>
            </a:p>
          </p:txBody>
        </p:sp>
        <p:sp>
          <p:nvSpPr>
            <p:cNvPr id="30" name="Freeform 70">
              <a:extLst>
                <a:ext uri="{FF2B5EF4-FFF2-40B4-BE49-F238E27FC236}">
                  <a16:creationId xmlns:a16="http://schemas.microsoft.com/office/drawing/2014/main" id="{C0FD5F0C-472F-4CB7-84A3-9E44782A7F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755058" y="4941168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10</a:t>
              </a:r>
              <a:endParaRPr lang="en-AU" sz="1600" b="1" dirty="0">
                <a:solidFill>
                  <a:schemeClr val="bg1"/>
                </a:solidFill>
                <a:latin typeface="+mn-lt"/>
                <a:cs typeface="Segoe UI Semibold" panose="020B0702040204020203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1D7F1A-BC76-4288-9575-45E6B99B8430}"/>
              </a:ext>
            </a:extLst>
          </p:cNvPr>
          <p:cNvGrpSpPr/>
          <p:nvPr userDrawn="1"/>
        </p:nvGrpSpPr>
        <p:grpSpPr>
          <a:xfrm>
            <a:off x="7437452" y="4944416"/>
            <a:ext cx="1674758" cy="995484"/>
            <a:chOff x="7437452" y="4944416"/>
            <a:chExt cx="1674758" cy="99548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0E2CAF7-ADD0-427F-99CF-E25E51A11F13}"/>
                </a:ext>
              </a:extLst>
            </p:cNvPr>
            <p:cNvSpPr/>
            <p:nvPr userDrawn="1"/>
          </p:nvSpPr>
          <p:spPr>
            <a:xfrm>
              <a:off x="7437452" y="5662901"/>
              <a:ext cx="1674758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AU" sz="1200" b="0" dirty="0">
                  <a:solidFill>
                    <a:schemeClr val="bg1"/>
                  </a:solidFill>
                  <a:latin typeface="Segoe UI Semibold" panose="020B0702040204020203" pitchFamily="34" charset="0"/>
                  <a:ea typeface="Segoe UI" panose="020B0502040204020203" pitchFamily="34" charset="0"/>
                  <a:cs typeface="Segoe UI Semibold" panose="020B0702040204020203" pitchFamily="34" charset="0"/>
                </a:rPr>
                <a:t>COUNTRIES</a:t>
              </a:r>
            </a:p>
          </p:txBody>
        </p:sp>
        <p:sp>
          <p:nvSpPr>
            <p:cNvPr id="33" name="Freeform 70">
              <a:extLst>
                <a:ext uri="{FF2B5EF4-FFF2-40B4-BE49-F238E27FC236}">
                  <a16:creationId xmlns:a16="http://schemas.microsoft.com/office/drawing/2014/main" id="{5AC783B4-1499-406A-BF53-556F859A3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948422" y="4944416"/>
              <a:ext cx="652819" cy="655335"/>
            </a:xfrm>
            <a:custGeom>
              <a:avLst/>
              <a:gdLst>
                <a:gd name="T0" fmla="*/ 110 w 220"/>
                <a:gd name="T1" fmla="*/ 220 h 220"/>
                <a:gd name="T2" fmla="*/ 0 w 220"/>
                <a:gd name="T3" fmla="*/ 110 h 220"/>
                <a:gd name="T4" fmla="*/ 110 w 220"/>
                <a:gd name="T5" fmla="*/ 0 h 220"/>
                <a:gd name="T6" fmla="*/ 220 w 220"/>
                <a:gd name="T7" fmla="*/ 110 h 220"/>
                <a:gd name="T8" fmla="*/ 110 w 220"/>
                <a:gd name="T9" fmla="*/ 220 h 220"/>
                <a:gd name="T10" fmla="*/ 110 w 220"/>
                <a:gd name="T11" fmla="*/ 8 h 220"/>
                <a:gd name="T12" fmla="*/ 8 w 220"/>
                <a:gd name="T13" fmla="*/ 110 h 220"/>
                <a:gd name="T14" fmla="*/ 110 w 220"/>
                <a:gd name="T15" fmla="*/ 212 h 220"/>
                <a:gd name="T16" fmla="*/ 212 w 220"/>
                <a:gd name="T17" fmla="*/ 110 h 220"/>
                <a:gd name="T18" fmla="*/ 110 w 220"/>
                <a:gd name="T19" fmla="*/ 8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0" h="220">
                  <a:moveTo>
                    <a:pt x="110" y="220"/>
                  </a:moveTo>
                  <a:cubicBezTo>
                    <a:pt x="49" y="220"/>
                    <a:pt x="0" y="171"/>
                    <a:pt x="0" y="110"/>
                  </a:cubicBezTo>
                  <a:cubicBezTo>
                    <a:pt x="0" y="49"/>
                    <a:pt x="49" y="0"/>
                    <a:pt x="110" y="0"/>
                  </a:cubicBezTo>
                  <a:cubicBezTo>
                    <a:pt x="171" y="0"/>
                    <a:pt x="220" y="49"/>
                    <a:pt x="220" y="110"/>
                  </a:cubicBezTo>
                  <a:cubicBezTo>
                    <a:pt x="220" y="171"/>
                    <a:pt x="171" y="220"/>
                    <a:pt x="110" y="220"/>
                  </a:cubicBezTo>
                  <a:close/>
                  <a:moveTo>
                    <a:pt x="110" y="8"/>
                  </a:moveTo>
                  <a:cubicBezTo>
                    <a:pt x="54" y="8"/>
                    <a:pt x="8" y="54"/>
                    <a:pt x="8" y="110"/>
                  </a:cubicBezTo>
                  <a:cubicBezTo>
                    <a:pt x="8" y="166"/>
                    <a:pt x="54" y="212"/>
                    <a:pt x="110" y="212"/>
                  </a:cubicBezTo>
                  <a:cubicBezTo>
                    <a:pt x="166" y="212"/>
                    <a:pt x="212" y="166"/>
                    <a:pt x="212" y="110"/>
                  </a:cubicBezTo>
                  <a:cubicBezTo>
                    <a:pt x="212" y="54"/>
                    <a:pt x="166" y="8"/>
                    <a:pt x="110" y="8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97000">
                  <a:schemeClr val="accent4"/>
                </a:gs>
                <a:gs pos="65000">
                  <a:schemeClr val="accent3"/>
                </a:gs>
                <a:gs pos="31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36000" rIns="91440" bIns="3600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3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AU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003A538B-7CCE-4135-9BB8-B1E7A572443D}"/>
              </a:ext>
            </a:extLst>
          </p:cNvPr>
          <p:cNvSpPr/>
          <p:nvPr userDrawn="1"/>
        </p:nvSpPr>
        <p:spPr>
          <a:xfrm>
            <a:off x="828000" y="4999763"/>
            <a:ext cx="3066254" cy="830997"/>
          </a:xfrm>
          <a:prstGeom prst="rect">
            <a:avLst/>
          </a:prstGeom>
        </p:spPr>
        <p:txBody>
          <a:bodyPr wrap="square" lIns="0" anchor="ctr" anchorCtr="0">
            <a:spAutoFit/>
          </a:bodyPr>
          <a:lstStyle/>
          <a:p>
            <a:r>
              <a:rPr lang="en-AU" sz="1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light" panose="020B0402040204020203" pitchFamily="34" charset="0"/>
              </a:rPr>
              <a:t>For over 20 years we have been partnering with leaders to shape world-class businesses, effective governments and empowered communities. 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BB793C-39D8-447C-B6E9-9C5E2D921A4D}"/>
              </a:ext>
            </a:extLst>
          </p:cNvPr>
          <p:cNvSpPr/>
          <p:nvPr userDrawn="1"/>
        </p:nvSpPr>
        <p:spPr>
          <a:xfrm>
            <a:off x="1424608" y="3430741"/>
            <a:ext cx="70567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Nous Group is an international management consultancy</a:t>
            </a:r>
            <a:b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</a:br>
            <a:r>
              <a:rPr lang="en-AU" sz="1400" noProof="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operating in 10 locations across the UK, Australia and Canada. </a:t>
            </a:r>
          </a:p>
        </p:txBody>
      </p:sp>
    </p:spTree>
    <p:extLst>
      <p:ext uri="{BB962C8B-B14F-4D97-AF65-F5344CB8AC3E}">
        <p14:creationId xmlns:p14="http://schemas.microsoft.com/office/powerpoint/2010/main" val="235777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01.xml"/><Relationship Id="rId21" Type="http://schemas.openxmlformats.org/officeDocument/2006/relationships/slideLayout" Target="../slideLayouts/slideLayout96.xml"/><Relationship Id="rId42" Type="http://schemas.openxmlformats.org/officeDocument/2006/relationships/slideLayout" Target="../slideLayouts/slideLayout117.xml"/><Relationship Id="rId47" Type="http://schemas.openxmlformats.org/officeDocument/2006/relationships/slideLayout" Target="../slideLayouts/slideLayout122.xml"/><Relationship Id="rId63" Type="http://schemas.openxmlformats.org/officeDocument/2006/relationships/slideLayout" Target="../slideLayouts/slideLayout138.xml"/><Relationship Id="rId68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32" Type="http://schemas.openxmlformats.org/officeDocument/2006/relationships/slideLayout" Target="../slideLayouts/slideLayout107.xml"/><Relationship Id="rId37" Type="http://schemas.openxmlformats.org/officeDocument/2006/relationships/slideLayout" Target="../slideLayouts/slideLayout112.xml"/><Relationship Id="rId40" Type="http://schemas.openxmlformats.org/officeDocument/2006/relationships/slideLayout" Target="../slideLayouts/slideLayout115.xml"/><Relationship Id="rId45" Type="http://schemas.openxmlformats.org/officeDocument/2006/relationships/slideLayout" Target="../slideLayouts/slideLayout120.xml"/><Relationship Id="rId53" Type="http://schemas.openxmlformats.org/officeDocument/2006/relationships/slideLayout" Target="../slideLayouts/slideLayout128.xml"/><Relationship Id="rId58" Type="http://schemas.openxmlformats.org/officeDocument/2006/relationships/slideLayout" Target="../slideLayouts/slideLayout133.xml"/><Relationship Id="rId66" Type="http://schemas.openxmlformats.org/officeDocument/2006/relationships/slideLayout" Target="../slideLayouts/slideLayout141.xml"/><Relationship Id="rId74" Type="http://schemas.openxmlformats.org/officeDocument/2006/relationships/slideLayout" Target="../slideLayouts/slideLayout149.xml"/><Relationship Id="rId79" Type="http://schemas.openxmlformats.org/officeDocument/2006/relationships/image" Target="../media/image1.emf"/><Relationship Id="rId5" Type="http://schemas.openxmlformats.org/officeDocument/2006/relationships/slideLayout" Target="../slideLayouts/slideLayout80.xml"/><Relationship Id="rId61" Type="http://schemas.openxmlformats.org/officeDocument/2006/relationships/slideLayout" Target="../slideLayouts/slideLayout136.xml"/><Relationship Id="rId19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slideLayout" Target="../slideLayouts/slideLayout102.xml"/><Relationship Id="rId30" Type="http://schemas.openxmlformats.org/officeDocument/2006/relationships/slideLayout" Target="../slideLayouts/slideLayout105.xml"/><Relationship Id="rId35" Type="http://schemas.openxmlformats.org/officeDocument/2006/relationships/slideLayout" Target="../slideLayouts/slideLayout110.xml"/><Relationship Id="rId43" Type="http://schemas.openxmlformats.org/officeDocument/2006/relationships/slideLayout" Target="../slideLayouts/slideLayout118.xml"/><Relationship Id="rId48" Type="http://schemas.openxmlformats.org/officeDocument/2006/relationships/slideLayout" Target="../slideLayouts/slideLayout123.xml"/><Relationship Id="rId56" Type="http://schemas.openxmlformats.org/officeDocument/2006/relationships/slideLayout" Target="../slideLayouts/slideLayout131.xml"/><Relationship Id="rId64" Type="http://schemas.openxmlformats.org/officeDocument/2006/relationships/slideLayout" Target="../slideLayouts/slideLayout139.xml"/><Relationship Id="rId69" Type="http://schemas.openxmlformats.org/officeDocument/2006/relationships/slideLayout" Target="../slideLayouts/slideLayout144.xml"/><Relationship Id="rId77" Type="http://schemas.openxmlformats.org/officeDocument/2006/relationships/tags" Target="../tags/tag79.xml"/><Relationship Id="rId8" Type="http://schemas.openxmlformats.org/officeDocument/2006/relationships/slideLayout" Target="../slideLayouts/slideLayout83.xml"/><Relationship Id="rId51" Type="http://schemas.openxmlformats.org/officeDocument/2006/relationships/slideLayout" Target="../slideLayouts/slideLayout126.xml"/><Relationship Id="rId72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33" Type="http://schemas.openxmlformats.org/officeDocument/2006/relationships/slideLayout" Target="../slideLayouts/slideLayout108.xml"/><Relationship Id="rId38" Type="http://schemas.openxmlformats.org/officeDocument/2006/relationships/slideLayout" Target="../slideLayouts/slideLayout113.xml"/><Relationship Id="rId46" Type="http://schemas.openxmlformats.org/officeDocument/2006/relationships/slideLayout" Target="../slideLayouts/slideLayout121.xml"/><Relationship Id="rId59" Type="http://schemas.openxmlformats.org/officeDocument/2006/relationships/slideLayout" Target="../slideLayouts/slideLayout134.xml"/><Relationship Id="rId67" Type="http://schemas.openxmlformats.org/officeDocument/2006/relationships/slideLayout" Target="../slideLayouts/slideLayout142.xml"/><Relationship Id="rId20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116.xml"/><Relationship Id="rId54" Type="http://schemas.openxmlformats.org/officeDocument/2006/relationships/slideLayout" Target="../slideLayouts/slideLayout129.xml"/><Relationship Id="rId62" Type="http://schemas.openxmlformats.org/officeDocument/2006/relationships/slideLayout" Target="../slideLayouts/slideLayout137.xml"/><Relationship Id="rId70" Type="http://schemas.openxmlformats.org/officeDocument/2006/relationships/slideLayout" Target="../slideLayouts/slideLayout145.xml"/><Relationship Id="rId75" Type="http://schemas.openxmlformats.org/officeDocument/2006/relationships/slideLayout" Target="../slideLayouts/slideLayout150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slideLayout" Target="../slideLayouts/slideLayout103.xml"/><Relationship Id="rId36" Type="http://schemas.openxmlformats.org/officeDocument/2006/relationships/slideLayout" Target="../slideLayouts/slideLayout111.xml"/><Relationship Id="rId49" Type="http://schemas.openxmlformats.org/officeDocument/2006/relationships/slideLayout" Target="../slideLayouts/slideLayout124.xml"/><Relationship Id="rId57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106.xml"/><Relationship Id="rId44" Type="http://schemas.openxmlformats.org/officeDocument/2006/relationships/slideLayout" Target="../slideLayouts/slideLayout119.xml"/><Relationship Id="rId52" Type="http://schemas.openxmlformats.org/officeDocument/2006/relationships/slideLayout" Target="../slideLayouts/slideLayout127.xml"/><Relationship Id="rId60" Type="http://schemas.openxmlformats.org/officeDocument/2006/relationships/slideLayout" Target="../slideLayouts/slideLayout135.xml"/><Relationship Id="rId65" Type="http://schemas.openxmlformats.org/officeDocument/2006/relationships/slideLayout" Target="../slideLayouts/slideLayout140.xml"/><Relationship Id="rId73" Type="http://schemas.openxmlformats.org/officeDocument/2006/relationships/slideLayout" Target="../slideLayouts/slideLayout148.xml"/><Relationship Id="rId78" Type="http://schemas.openxmlformats.org/officeDocument/2006/relationships/oleObject" Target="../embeddings/oleObject54.bin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39" Type="http://schemas.openxmlformats.org/officeDocument/2006/relationships/slideLayout" Target="../slideLayouts/slideLayout114.xml"/><Relationship Id="rId34" Type="http://schemas.openxmlformats.org/officeDocument/2006/relationships/slideLayout" Target="../slideLayouts/slideLayout109.xml"/><Relationship Id="rId50" Type="http://schemas.openxmlformats.org/officeDocument/2006/relationships/slideLayout" Target="../slideLayouts/slideLayout125.xml"/><Relationship Id="rId55" Type="http://schemas.openxmlformats.org/officeDocument/2006/relationships/slideLayout" Target="../slideLayouts/slideLayout130.xml"/><Relationship Id="rId76" Type="http://schemas.openxmlformats.org/officeDocument/2006/relationships/theme" Target="../theme/theme2.xml"/><Relationship Id="rId7" Type="http://schemas.openxmlformats.org/officeDocument/2006/relationships/slideLayout" Target="../slideLayouts/slideLayout82.xml"/><Relationship Id="rId71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77.xml"/><Relationship Id="rId29" Type="http://schemas.openxmlformats.org/officeDocument/2006/relationships/slideLayout" Target="../slideLayouts/slideLayout104.xml"/></Relationships>
</file>

<file path=ppt/slideMasters/_rels/slideMaster3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76.xml"/><Relationship Id="rId21" Type="http://schemas.openxmlformats.org/officeDocument/2006/relationships/slideLayout" Target="../slideLayouts/slideLayout171.xml"/><Relationship Id="rId42" Type="http://schemas.openxmlformats.org/officeDocument/2006/relationships/slideLayout" Target="../slideLayouts/slideLayout192.xml"/><Relationship Id="rId47" Type="http://schemas.openxmlformats.org/officeDocument/2006/relationships/slideLayout" Target="../slideLayouts/slideLayout197.xml"/><Relationship Id="rId63" Type="http://schemas.openxmlformats.org/officeDocument/2006/relationships/slideLayout" Target="../slideLayouts/slideLayout213.xml"/><Relationship Id="rId68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61.xml"/><Relationship Id="rId24" Type="http://schemas.openxmlformats.org/officeDocument/2006/relationships/slideLayout" Target="../slideLayouts/slideLayout174.xml"/><Relationship Id="rId32" Type="http://schemas.openxmlformats.org/officeDocument/2006/relationships/slideLayout" Target="../slideLayouts/slideLayout182.xml"/><Relationship Id="rId37" Type="http://schemas.openxmlformats.org/officeDocument/2006/relationships/slideLayout" Target="../slideLayouts/slideLayout187.xml"/><Relationship Id="rId40" Type="http://schemas.openxmlformats.org/officeDocument/2006/relationships/slideLayout" Target="../slideLayouts/slideLayout190.xml"/><Relationship Id="rId45" Type="http://schemas.openxmlformats.org/officeDocument/2006/relationships/slideLayout" Target="../slideLayouts/slideLayout195.xml"/><Relationship Id="rId53" Type="http://schemas.openxmlformats.org/officeDocument/2006/relationships/slideLayout" Target="../slideLayouts/slideLayout203.xml"/><Relationship Id="rId58" Type="http://schemas.openxmlformats.org/officeDocument/2006/relationships/slideLayout" Target="../slideLayouts/slideLayout208.xml"/><Relationship Id="rId66" Type="http://schemas.openxmlformats.org/officeDocument/2006/relationships/slideLayout" Target="../slideLayouts/slideLayout216.xml"/><Relationship Id="rId74" Type="http://schemas.openxmlformats.org/officeDocument/2006/relationships/slideLayout" Target="../slideLayouts/slideLayout224.xml"/><Relationship Id="rId79" Type="http://schemas.openxmlformats.org/officeDocument/2006/relationships/oleObject" Target="../embeddings/oleObject107.bin"/><Relationship Id="rId5" Type="http://schemas.openxmlformats.org/officeDocument/2006/relationships/slideLayout" Target="../slideLayouts/slideLayout155.xml"/><Relationship Id="rId61" Type="http://schemas.openxmlformats.org/officeDocument/2006/relationships/slideLayout" Target="../slideLayouts/slideLayout211.xml"/><Relationship Id="rId19" Type="http://schemas.openxmlformats.org/officeDocument/2006/relationships/slideLayout" Target="../slideLayouts/slideLayout169.xml"/><Relationship Id="rId14" Type="http://schemas.openxmlformats.org/officeDocument/2006/relationships/slideLayout" Target="../slideLayouts/slideLayout164.xml"/><Relationship Id="rId22" Type="http://schemas.openxmlformats.org/officeDocument/2006/relationships/slideLayout" Target="../slideLayouts/slideLayout172.xml"/><Relationship Id="rId27" Type="http://schemas.openxmlformats.org/officeDocument/2006/relationships/slideLayout" Target="../slideLayouts/slideLayout177.xml"/><Relationship Id="rId30" Type="http://schemas.openxmlformats.org/officeDocument/2006/relationships/slideLayout" Target="../slideLayouts/slideLayout180.xml"/><Relationship Id="rId35" Type="http://schemas.openxmlformats.org/officeDocument/2006/relationships/slideLayout" Target="../slideLayouts/slideLayout185.xml"/><Relationship Id="rId43" Type="http://schemas.openxmlformats.org/officeDocument/2006/relationships/slideLayout" Target="../slideLayouts/slideLayout193.xml"/><Relationship Id="rId48" Type="http://schemas.openxmlformats.org/officeDocument/2006/relationships/slideLayout" Target="../slideLayouts/slideLayout198.xml"/><Relationship Id="rId56" Type="http://schemas.openxmlformats.org/officeDocument/2006/relationships/slideLayout" Target="../slideLayouts/slideLayout206.xml"/><Relationship Id="rId64" Type="http://schemas.openxmlformats.org/officeDocument/2006/relationships/slideLayout" Target="../slideLayouts/slideLayout214.xml"/><Relationship Id="rId69" Type="http://schemas.openxmlformats.org/officeDocument/2006/relationships/slideLayout" Target="../slideLayouts/slideLayout219.xml"/><Relationship Id="rId77" Type="http://schemas.openxmlformats.org/officeDocument/2006/relationships/theme" Target="../theme/theme3.xml"/><Relationship Id="rId8" Type="http://schemas.openxmlformats.org/officeDocument/2006/relationships/slideLayout" Target="../slideLayouts/slideLayout158.xml"/><Relationship Id="rId51" Type="http://schemas.openxmlformats.org/officeDocument/2006/relationships/slideLayout" Target="../slideLayouts/slideLayout201.xml"/><Relationship Id="rId72" Type="http://schemas.openxmlformats.org/officeDocument/2006/relationships/slideLayout" Target="../slideLayouts/slideLayout222.xml"/><Relationship Id="rId80" Type="http://schemas.openxmlformats.org/officeDocument/2006/relationships/image" Target="../media/image1.emf"/><Relationship Id="rId3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62.xml"/><Relationship Id="rId17" Type="http://schemas.openxmlformats.org/officeDocument/2006/relationships/slideLayout" Target="../slideLayouts/slideLayout167.xml"/><Relationship Id="rId25" Type="http://schemas.openxmlformats.org/officeDocument/2006/relationships/slideLayout" Target="../slideLayouts/slideLayout175.xml"/><Relationship Id="rId33" Type="http://schemas.openxmlformats.org/officeDocument/2006/relationships/slideLayout" Target="../slideLayouts/slideLayout183.xml"/><Relationship Id="rId38" Type="http://schemas.openxmlformats.org/officeDocument/2006/relationships/slideLayout" Target="../slideLayouts/slideLayout188.xml"/><Relationship Id="rId46" Type="http://schemas.openxmlformats.org/officeDocument/2006/relationships/slideLayout" Target="../slideLayouts/slideLayout196.xml"/><Relationship Id="rId59" Type="http://schemas.openxmlformats.org/officeDocument/2006/relationships/slideLayout" Target="../slideLayouts/slideLayout209.xml"/><Relationship Id="rId67" Type="http://schemas.openxmlformats.org/officeDocument/2006/relationships/slideLayout" Target="../slideLayouts/slideLayout217.xml"/><Relationship Id="rId20" Type="http://schemas.openxmlformats.org/officeDocument/2006/relationships/slideLayout" Target="../slideLayouts/slideLayout170.xml"/><Relationship Id="rId41" Type="http://schemas.openxmlformats.org/officeDocument/2006/relationships/slideLayout" Target="../slideLayouts/slideLayout191.xml"/><Relationship Id="rId54" Type="http://schemas.openxmlformats.org/officeDocument/2006/relationships/slideLayout" Target="../slideLayouts/slideLayout204.xml"/><Relationship Id="rId62" Type="http://schemas.openxmlformats.org/officeDocument/2006/relationships/slideLayout" Target="../slideLayouts/slideLayout212.xml"/><Relationship Id="rId70" Type="http://schemas.openxmlformats.org/officeDocument/2006/relationships/slideLayout" Target="../slideLayouts/slideLayout220.xml"/><Relationship Id="rId75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151.xml"/><Relationship Id="rId6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65.xml"/><Relationship Id="rId23" Type="http://schemas.openxmlformats.org/officeDocument/2006/relationships/slideLayout" Target="../slideLayouts/slideLayout173.xml"/><Relationship Id="rId28" Type="http://schemas.openxmlformats.org/officeDocument/2006/relationships/slideLayout" Target="../slideLayouts/slideLayout178.xml"/><Relationship Id="rId36" Type="http://schemas.openxmlformats.org/officeDocument/2006/relationships/slideLayout" Target="../slideLayouts/slideLayout186.xml"/><Relationship Id="rId49" Type="http://schemas.openxmlformats.org/officeDocument/2006/relationships/slideLayout" Target="../slideLayouts/slideLayout199.xml"/><Relationship Id="rId57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160.xml"/><Relationship Id="rId31" Type="http://schemas.openxmlformats.org/officeDocument/2006/relationships/slideLayout" Target="../slideLayouts/slideLayout181.xml"/><Relationship Id="rId44" Type="http://schemas.openxmlformats.org/officeDocument/2006/relationships/slideLayout" Target="../slideLayouts/slideLayout194.xml"/><Relationship Id="rId52" Type="http://schemas.openxmlformats.org/officeDocument/2006/relationships/slideLayout" Target="../slideLayouts/slideLayout202.xml"/><Relationship Id="rId60" Type="http://schemas.openxmlformats.org/officeDocument/2006/relationships/slideLayout" Target="../slideLayouts/slideLayout210.xml"/><Relationship Id="rId65" Type="http://schemas.openxmlformats.org/officeDocument/2006/relationships/slideLayout" Target="../slideLayouts/slideLayout215.xml"/><Relationship Id="rId73" Type="http://schemas.openxmlformats.org/officeDocument/2006/relationships/slideLayout" Target="../slideLayouts/slideLayout223.xml"/><Relationship Id="rId78" Type="http://schemas.openxmlformats.org/officeDocument/2006/relationships/tags" Target="../tags/tag157.xml"/><Relationship Id="rId4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3.xml"/><Relationship Id="rId18" Type="http://schemas.openxmlformats.org/officeDocument/2006/relationships/slideLayout" Target="../slideLayouts/slideLayout168.xml"/><Relationship Id="rId39" Type="http://schemas.openxmlformats.org/officeDocument/2006/relationships/slideLayout" Target="../slideLayouts/slideLayout189.xml"/><Relationship Id="rId34" Type="http://schemas.openxmlformats.org/officeDocument/2006/relationships/slideLayout" Target="../slideLayouts/slideLayout184.xml"/><Relationship Id="rId50" Type="http://schemas.openxmlformats.org/officeDocument/2006/relationships/slideLayout" Target="../slideLayouts/slideLayout200.xml"/><Relationship Id="rId55" Type="http://schemas.openxmlformats.org/officeDocument/2006/relationships/slideLayout" Target="../slideLayouts/slideLayout205.xml"/><Relationship Id="rId76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157.xml"/><Relationship Id="rId71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152.xml"/><Relationship Id="rId29" Type="http://schemas.openxmlformats.org/officeDocument/2006/relationships/slideLayout" Target="../slideLayouts/slideLayout1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7"/>
            </p:custDataLst>
            <p:extLst>
              <p:ext uri="{D42A27DB-BD31-4B8C-83A1-F6EECF244321}">
                <p14:modId xmlns:p14="http://schemas.microsoft.com/office/powerpoint/2010/main" val="4240718849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8" imgW="270" imgH="270" progId="TCLayout.ActiveDocument.1">
                  <p:embed/>
                </p:oleObj>
              </mc:Choice>
              <mc:Fallback>
                <p:oleObj name="think-cell Slide" r:id="rId7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648000"/>
            <a:ext cx="8824912" cy="437029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371333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59" r:id="rId2"/>
    <p:sldLayoutId id="2147483730" r:id="rId3"/>
    <p:sldLayoutId id="2147483731" r:id="rId4"/>
    <p:sldLayoutId id="2147483732" r:id="rId5"/>
    <p:sldLayoutId id="2147483682" r:id="rId6"/>
    <p:sldLayoutId id="2147483786" r:id="rId7"/>
    <p:sldLayoutId id="2147483787" r:id="rId8"/>
    <p:sldLayoutId id="2147483793" r:id="rId9"/>
    <p:sldLayoutId id="2147483784" r:id="rId10"/>
    <p:sldLayoutId id="2147483789" r:id="rId11"/>
    <p:sldLayoutId id="2147483794" r:id="rId12"/>
    <p:sldLayoutId id="2147483785" r:id="rId13"/>
    <p:sldLayoutId id="2147483790" r:id="rId14"/>
    <p:sldLayoutId id="2147483795" r:id="rId15"/>
    <p:sldLayoutId id="2147483733" r:id="rId16"/>
    <p:sldLayoutId id="2147483729" r:id="rId17"/>
    <p:sldLayoutId id="2147483791" r:id="rId18"/>
    <p:sldLayoutId id="2147483726" r:id="rId19"/>
    <p:sldLayoutId id="2147483727" r:id="rId20"/>
    <p:sldLayoutId id="2147483728" r:id="rId21"/>
    <p:sldLayoutId id="2147483763" r:id="rId22"/>
    <p:sldLayoutId id="2147483764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62" r:id="rId30"/>
    <p:sldLayoutId id="2147483723" r:id="rId31"/>
    <p:sldLayoutId id="2147483720" r:id="rId32"/>
    <p:sldLayoutId id="2147483770" r:id="rId33"/>
    <p:sldLayoutId id="2147483771" r:id="rId34"/>
    <p:sldLayoutId id="2147483777" r:id="rId35"/>
    <p:sldLayoutId id="2147483721" r:id="rId36"/>
    <p:sldLayoutId id="2147483746" r:id="rId37"/>
    <p:sldLayoutId id="2147483745" r:id="rId38"/>
    <p:sldLayoutId id="2147483747" r:id="rId39"/>
    <p:sldLayoutId id="2147483744" r:id="rId40"/>
    <p:sldLayoutId id="2147483748" r:id="rId41"/>
    <p:sldLayoutId id="2147483749" r:id="rId42"/>
    <p:sldLayoutId id="2147483716" r:id="rId43"/>
    <p:sldLayoutId id="2147483768" r:id="rId44"/>
    <p:sldLayoutId id="2147483690" r:id="rId45"/>
    <p:sldLayoutId id="2147483706" r:id="rId46"/>
    <p:sldLayoutId id="2147483673" r:id="rId47"/>
    <p:sldLayoutId id="2147483724" r:id="rId48"/>
    <p:sldLayoutId id="2147483783" r:id="rId49"/>
    <p:sldLayoutId id="2147483765" r:id="rId50"/>
    <p:sldLayoutId id="2147483766" r:id="rId51"/>
    <p:sldLayoutId id="2147483767" r:id="rId52"/>
    <p:sldLayoutId id="2147483778" r:id="rId53"/>
    <p:sldLayoutId id="2147483780" r:id="rId54"/>
    <p:sldLayoutId id="2147483779" r:id="rId55"/>
    <p:sldLayoutId id="2147483781" r:id="rId56"/>
    <p:sldLayoutId id="2147483750" r:id="rId57"/>
    <p:sldLayoutId id="2147483755" r:id="rId58"/>
    <p:sldLayoutId id="2147483753" r:id="rId59"/>
    <p:sldLayoutId id="2147483756" r:id="rId60"/>
    <p:sldLayoutId id="2147483751" r:id="rId61"/>
    <p:sldLayoutId id="2147483754" r:id="rId62"/>
    <p:sldLayoutId id="2147483757" r:id="rId63"/>
    <p:sldLayoutId id="2147483758" r:id="rId64"/>
    <p:sldLayoutId id="2147483718" r:id="rId65"/>
    <p:sldLayoutId id="2147483769" r:id="rId66"/>
    <p:sldLayoutId id="2147483772" r:id="rId67"/>
    <p:sldLayoutId id="2147483776" r:id="rId68"/>
    <p:sldLayoutId id="2147483773" r:id="rId69"/>
    <p:sldLayoutId id="2147483775" r:id="rId70"/>
    <p:sldLayoutId id="2147483774" r:id="rId71"/>
    <p:sldLayoutId id="2147483734" r:id="rId72"/>
    <p:sldLayoutId id="2147483735" r:id="rId73"/>
    <p:sldLayoutId id="2147483736" r:id="rId74"/>
    <p:sldLayoutId id="2147483752" r:id="rId75"/>
  </p:sldLayoutIdLst>
  <p:hf hdr="0" ftr="0" dt="0"/>
  <p:txStyles>
    <p:titleStyle>
      <a:lvl1pPr algn="l" defTabSz="914349" rtl="0" eaLnBrk="1" latinLnBrk="0" hangingPunct="1">
        <a:lnSpc>
          <a:spcPct val="8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7"/>
            </p:custDataLst>
            <p:extLst>
              <p:ext uri="{D42A27DB-BD31-4B8C-83A1-F6EECF244321}">
                <p14:modId xmlns:p14="http://schemas.microsoft.com/office/powerpoint/2010/main" val="1531360432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8" imgW="270" imgH="270" progId="TCLayout.ActiveDocument.1">
                  <p:embed/>
                </p:oleObj>
              </mc:Choice>
              <mc:Fallback>
                <p:oleObj name="think-cell Slide" r:id="rId7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79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504000"/>
            <a:ext cx="8824912" cy="480117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1046273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09" r:id="rId13"/>
    <p:sldLayoutId id="2147483810" r:id="rId14"/>
    <p:sldLayoutId id="2147483811" r:id="rId15"/>
    <p:sldLayoutId id="2147483812" r:id="rId16"/>
    <p:sldLayoutId id="2147483813" r:id="rId17"/>
    <p:sldLayoutId id="2147483814" r:id="rId18"/>
    <p:sldLayoutId id="2147483815" r:id="rId19"/>
    <p:sldLayoutId id="2147483816" r:id="rId20"/>
    <p:sldLayoutId id="2147483817" r:id="rId21"/>
    <p:sldLayoutId id="2147483818" r:id="rId22"/>
    <p:sldLayoutId id="2147483819" r:id="rId23"/>
    <p:sldLayoutId id="2147483820" r:id="rId24"/>
    <p:sldLayoutId id="2147483821" r:id="rId25"/>
    <p:sldLayoutId id="2147483822" r:id="rId26"/>
    <p:sldLayoutId id="2147483823" r:id="rId27"/>
    <p:sldLayoutId id="2147483824" r:id="rId28"/>
    <p:sldLayoutId id="2147483825" r:id="rId29"/>
    <p:sldLayoutId id="2147483826" r:id="rId30"/>
    <p:sldLayoutId id="2147483827" r:id="rId31"/>
    <p:sldLayoutId id="2147483828" r:id="rId32"/>
    <p:sldLayoutId id="2147483829" r:id="rId33"/>
    <p:sldLayoutId id="2147483830" r:id="rId34"/>
    <p:sldLayoutId id="2147483831" r:id="rId35"/>
    <p:sldLayoutId id="2147483832" r:id="rId36"/>
    <p:sldLayoutId id="2147483833" r:id="rId37"/>
    <p:sldLayoutId id="2147483834" r:id="rId38"/>
    <p:sldLayoutId id="2147483835" r:id="rId39"/>
    <p:sldLayoutId id="2147483836" r:id="rId40"/>
    <p:sldLayoutId id="2147483837" r:id="rId41"/>
    <p:sldLayoutId id="2147483838" r:id="rId42"/>
    <p:sldLayoutId id="2147483839" r:id="rId43"/>
    <p:sldLayoutId id="2147483840" r:id="rId44"/>
    <p:sldLayoutId id="2147483841" r:id="rId45"/>
    <p:sldLayoutId id="2147483842" r:id="rId46"/>
    <p:sldLayoutId id="2147483843" r:id="rId47"/>
    <p:sldLayoutId id="2147483844" r:id="rId48"/>
    <p:sldLayoutId id="2147483845" r:id="rId49"/>
    <p:sldLayoutId id="2147483846" r:id="rId50"/>
    <p:sldLayoutId id="2147483847" r:id="rId51"/>
    <p:sldLayoutId id="2147483848" r:id="rId52"/>
    <p:sldLayoutId id="2147483849" r:id="rId53"/>
    <p:sldLayoutId id="2147483850" r:id="rId54"/>
    <p:sldLayoutId id="2147483851" r:id="rId55"/>
    <p:sldLayoutId id="2147483852" r:id="rId56"/>
    <p:sldLayoutId id="2147483853" r:id="rId57"/>
    <p:sldLayoutId id="2147483854" r:id="rId58"/>
    <p:sldLayoutId id="2147483855" r:id="rId59"/>
    <p:sldLayoutId id="2147483856" r:id="rId60"/>
    <p:sldLayoutId id="2147483857" r:id="rId61"/>
    <p:sldLayoutId id="2147483858" r:id="rId62"/>
    <p:sldLayoutId id="2147483859" r:id="rId63"/>
    <p:sldLayoutId id="2147483860" r:id="rId64"/>
    <p:sldLayoutId id="2147483861" r:id="rId65"/>
    <p:sldLayoutId id="2147483862" r:id="rId66"/>
    <p:sldLayoutId id="2147483863" r:id="rId67"/>
    <p:sldLayoutId id="2147483864" r:id="rId68"/>
    <p:sldLayoutId id="2147483865" r:id="rId69"/>
    <p:sldLayoutId id="2147483866" r:id="rId70"/>
    <p:sldLayoutId id="2147483867" r:id="rId71"/>
    <p:sldLayoutId id="2147483868" r:id="rId72"/>
    <p:sldLayoutId id="2147483869" r:id="rId73"/>
    <p:sldLayoutId id="2147483870" r:id="rId74"/>
    <p:sldLayoutId id="2147483871" r:id="rId75"/>
  </p:sldLayoutIdLst>
  <p:hf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78"/>
            </p:custDataLst>
            <p:extLst>
              <p:ext uri="{D42A27DB-BD31-4B8C-83A1-F6EECF244321}">
                <p14:modId xmlns:p14="http://schemas.microsoft.com/office/powerpoint/2010/main" val="3598405002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9" imgW="270" imgH="270" progId="TCLayout.ActiveDocument.1">
                  <p:embed/>
                </p:oleObj>
              </mc:Choice>
              <mc:Fallback>
                <p:oleObj name="think-cell Slide" r:id="rId7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0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214" y="504000"/>
            <a:ext cx="8824912" cy="480117"/>
          </a:xfrm>
          <a:prstGeom prst="rect">
            <a:avLst/>
          </a:prstGeom>
        </p:spPr>
        <p:txBody>
          <a:bodyPr vert="horz" lIns="0" tIns="45713" rIns="0" bIns="45713" rtlCol="0" anchor="ctr" anchorCtr="0">
            <a:spAutoFit/>
          </a:bodyPr>
          <a:lstStyle/>
          <a:p>
            <a:r>
              <a:rPr lang="en-AU" noProof="0" dirty="0"/>
              <a:t>Governing thought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40000" y="1845192"/>
            <a:ext cx="8823600" cy="4030009"/>
          </a:xfrm>
          <a:prstGeom prst="rect">
            <a:avLst/>
          </a:prstGeom>
        </p:spPr>
        <p:txBody>
          <a:bodyPr vert="horz" lIns="0" tIns="45713" rIns="0" bIns="45713" rtlCol="0">
            <a:noAutofit/>
          </a:bodyPr>
          <a:lstStyle/>
          <a:p>
            <a:pPr lvl="0"/>
            <a:r>
              <a:rPr lang="en-AU" noProof="0" dirty="0"/>
              <a:t>Body</a:t>
            </a:r>
          </a:p>
          <a:p>
            <a:pPr lvl="1"/>
            <a:r>
              <a:rPr lang="en-AU" noProof="0" dirty="0"/>
              <a:t>Second level</a:t>
            </a:r>
          </a:p>
          <a:p>
            <a:pPr lvl="2"/>
            <a:r>
              <a:rPr lang="en-AU" noProof="0" dirty="0"/>
              <a:t>Third level</a:t>
            </a:r>
          </a:p>
          <a:p>
            <a:pPr lvl="3"/>
            <a:r>
              <a:rPr lang="en-AU" noProof="0" dirty="0"/>
              <a:t>Fourth level</a:t>
            </a:r>
          </a:p>
          <a:p>
            <a:pPr lvl="4"/>
            <a:r>
              <a:rPr lang="en-AU" noProof="0" dirty="0"/>
              <a:t>Fifth level</a:t>
            </a:r>
          </a:p>
          <a:p>
            <a:pPr lvl="5"/>
            <a:r>
              <a:rPr lang="en-AU" noProof="0" dirty="0"/>
              <a:t>Sixth level</a:t>
            </a:r>
          </a:p>
          <a:p>
            <a:pPr lvl="6"/>
            <a:r>
              <a:rPr lang="en-AU" noProof="0" dirty="0"/>
              <a:t>Seventh level</a:t>
            </a:r>
          </a:p>
          <a:p>
            <a:pPr lvl="7"/>
            <a:r>
              <a:rPr lang="en-AU" noProof="0" dirty="0"/>
              <a:t>Eight level</a:t>
            </a:r>
          </a:p>
        </p:txBody>
      </p:sp>
    </p:spTree>
    <p:extLst>
      <p:ext uri="{BB962C8B-B14F-4D97-AF65-F5344CB8AC3E}">
        <p14:creationId xmlns:p14="http://schemas.microsoft.com/office/powerpoint/2010/main" val="418092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  <p:sldLayoutId id="2147483901" r:id="rId29"/>
    <p:sldLayoutId id="2147483902" r:id="rId30"/>
    <p:sldLayoutId id="2147483903" r:id="rId31"/>
    <p:sldLayoutId id="2147483904" r:id="rId32"/>
    <p:sldLayoutId id="2147483905" r:id="rId33"/>
    <p:sldLayoutId id="2147483906" r:id="rId34"/>
    <p:sldLayoutId id="2147483907" r:id="rId35"/>
    <p:sldLayoutId id="2147483908" r:id="rId36"/>
    <p:sldLayoutId id="2147483909" r:id="rId37"/>
    <p:sldLayoutId id="2147483910" r:id="rId38"/>
    <p:sldLayoutId id="2147483911" r:id="rId39"/>
    <p:sldLayoutId id="2147483912" r:id="rId40"/>
    <p:sldLayoutId id="2147483913" r:id="rId41"/>
    <p:sldLayoutId id="2147483914" r:id="rId42"/>
    <p:sldLayoutId id="2147483915" r:id="rId43"/>
    <p:sldLayoutId id="2147483916" r:id="rId44"/>
    <p:sldLayoutId id="2147483917" r:id="rId45"/>
    <p:sldLayoutId id="2147483918" r:id="rId46"/>
    <p:sldLayoutId id="2147483919" r:id="rId47"/>
    <p:sldLayoutId id="2147483920" r:id="rId48"/>
    <p:sldLayoutId id="2147483921" r:id="rId49"/>
    <p:sldLayoutId id="2147483922" r:id="rId50"/>
    <p:sldLayoutId id="2147483923" r:id="rId51"/>
    <p:sldLayoutId id="2147483924" r:id="rId52"/>
    <p:sldLayoutId id="2147483925" r:id="rId53"/>
    <p:sldLayoutId id="2147483926" r:id="rId54"/>
    <p:sldLayoutId id="2147483927" r:id="rId55"/>
    <p:sldLayoutId id="2147483928" r:id="rId56"/>
    <p:sldLayoutId id="2147483929" r:id="rId57"/>
    <p:sldLayoutId id="2147483930" r:id="rId58"/>
    <p:sldLayoutId id="2147483931" r:id="rId59"/>
    <p:sldLayoutId id="2147483932" r:id="rId60"/>
    <p:sldLayoutId id="2147483933" r:id="rId61"/>
    <p:sldLayoutId id="2147483934" r:id="rId62"/>
    <p:sldLayoutId id="2147483935" r:id="rId63"/>
    <p:sldLayoutId id="2147483936" r:id="rId64"/>
    <p:sldLayoutId id="2147483937" r:id="rId65"/>
    <p:sldLayoutId id="2147483938" r:id="rId66"/>
    <p:sldLayoutId id="2147483939" r:id="rId67"/>
    <p:sldLayoutId id="2147483940" r:id="rId68"/>
    <p:sldLayoutId id="2147483941" r:id="rId69"/>
    <p:sldLayoutId id="2147483942" r:id="rId70"/>
    <p:sldLayoutId id="2147483943" r:id="rId71"/>
    <p:sldLayoutId id="2147483944" r:id="rId72"/>
    <p:sldLayoutId id="2147483945" r:id="rId73"/>
    <p:sldLayoutId id="2147483946" r:id="rId74"/>
    <p:sldLayoutId id="2147483947" r:id="rId75"/>
    <p:sldLayoutId id="2147483948" r:id="rId76"/>
  </p:sldLayoutIdLst>
  <p:hf hdr="0" ftr="0" dt="0"/>
  <p:txStyles>
    <p:titleStyle>
      <a:lvl1pPr algn="l" defTabSz="914349" rtl="0" eaLnBrk="1" latinLnBrk="0" hangingPunct="1">
        <a:lnSpc>
          <a:spcPct val="90000"/>
        </a:lnSpc>
        <a:spcBef>
          <a:spcPct val="0"/>
        </a:spcBef>
        <a:buNone/>
        <a:defRPr sz="2800" kern="1200" baseline="0">
          <a:solidFill>
            <a:schemeClr val="bg2"/>
          </a:solidFill>
          <a:latin typeface="Segoe UI Semibold" panose="020B0702040204020203" pitchFamily="34" charset="0"/>
          <a:ea typeface="+mj-ea"/>
          <a:cs typeface="+mj-cs"/>
        </a:defRPr>
      </a:lvl1pPr>
    </p:titleStyle>
    <p:bodyStyle>
      <a:lvl1pPr marL="0" indent="0" algn="l" defTabSz="914349" rtl="0" eaLnBrk="1" latinLnBrk="0" hangingPunct="1">
        <a:spcBef>
          <a:spcPts val="1200"/>
        </a:spcBef>
        <a:buFont typeface="Arial" pitchFamily="34" charset="0"/>
        <a:buNone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1pPr>
      <a:lvl2pPr marL="252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2pPr>
      <a:lvl3pPr marL="504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3pPr>
      <a:lvl4pPr marL="756000" indent="-252000" algn="l" defTabSz="914349" rtl="0" eaLnBrk="1" latinLnBrk="0" hangingPunct="1">
        <a:spcBef>
          <a:spcPts val="400"/>
        </a:spcBef>
        <a:buClrTx/>
        <a:buFont typeface="Arial" pitchFamily="34" charset="0"/>
        <a:buChar char="•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4pPr>
      <a:lvl5pPr marL="1008000" indent="-252000" algn="l" defTabSz="914349" rtl="0" eaLnBrk="1" latinLnBrk="0" hangingPunct="1">
        <a:spcBef>
          <a:spcPts val="400"/>
        </a:spcBef>
        <a:buClrTx/>
        <a:buFont typeface="Segoe UI" panose="020B0502040204020203" pitchFamily="34" charset="0"/>
        <a:buChar char="–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5pPr>
      <a:lvl6pPr marL="504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rabi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6pPr>
      <a:lvl7pPr marL="756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alphaLcPeriod"/>
        <a:defRPr sz="1400" kern="1200" spc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7pPr>
      <a:lvl8pPr marL="1008000" indent="-252000" algn="l" defTabSz="914349" rtl="0" eaLnBrk="1" latinLnBrk="0" hangingPunct="1">
        <a:spcBef>
          <a:spcPts val="400"/>
        </a:spcBef>
        <a:buClr>
          <a:schemeClr val="bg2"/>
        </a:buClr>
        <a:buFont typeface="+mj-lt"/>
        <a:buAutoNum type="romanLcPeriod"/>
        <a:defRPr sz="1400" kern="1200" spc="0" baseline="0">
          <a:solidFill>
            <a:schemeClr val="bg2"/>
          </a:solidFill>
          <a:latin typeface="Segoe UI" panose="020B0502040204020203" pitchFamily="34" charset="0"/>
          <a:ea typeface="Segoe UI" panose="020B0502040204020203" pitchFamily="34" charset="0"/>
          <a:cs typeface="Segoe UI" panose="020B0502040204020203" pitchFamily="34" charset="0"/>
        </a:defRPr>
      </a:lvl8pPr>
      <a:lvl9pPr marL="3885982" indent="-228587" algn="l" defTabSz="91434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9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7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1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5" algn="l" defTabSz="91434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0.bin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35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3716363"/>
            <a:ext cx="7618023" cy="1080790"/>
          </a:xfrm>
        </p:spPr>
        <p:txBody>
          <a:bodyPr/>
          <a:lstStyle/>
          <a:p>
            <a:r>
              <a:t>MBassy statistics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4941912"/>
            <a:ext cx="7618023" cy="503312"/>
          </a:xfrm>
        </p:spPr>
        <p:txBody>
          <a:bodyPr/>
          <a:lstStyle/>
          <a:p>
            <a:r>
              <a:t>2023-04-03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/>
          <a:lstStyle/>
          <a:p>
            <a:r>
              <a:t>Student registration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Number of unique students per term broken down by upfront registrations(since Term 4 2022)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628801"/>
            <a:ext cx="8820001" cy="4032448"/>
            <a:chOff x="539999" y="1628801"/>
            <a:chExt cx="8820001" cy="4032448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628801"/>
              <a:ext cx="8820000" cy="4032448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260581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7" name="rc6"/>
            <p:cNvSpPr/>
            <p:nvPr/>
          </p:nvSpPr>
          <p:spPr>
            <a:xfrm>
              <a:off x="1406170" y="3351641"/>
              <a:ext cx="1749917" cy="39843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1406170" y="3750074"/>
              <a:ext cx="1749917" cy="650074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3350523" y="3561343"/>
              <a:ext cx="1749917" cy="41940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3350523" y="3980746"/>
              <a:ext cx="1749917" cy="419402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rc10"/>
            <p:cNvSpPr/>
            <p:nvPr/>
          </p:nvSpPr>
          <p:spPr>
            <a:xfrm>
              <a:off x="5294876" y="2345074"/>
              <a:ext cx="1749917" cy="117432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rc11"/>
            <p:cNvSpPr/>
            <p:nvPr/>
          </p:nvSpPr>
          <p:spPr>
            <a:xfrm>
              <a:off x="5294876" y="3519402"/>
              <a:ext cx="1749917" cy="88074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rc12"/>
            <p:cNvSpPr/>
            <p:nvPr/>
          </p:nvSpPr>
          <p:spPr>
            <a:xfrm>
              <a:off x="7239229" y="3414552"/>
              <a:ext cx="1749917" cy="314552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rc13"/>
            <p:cNvSpPr/>
            <p:nvPr/>
          </p:nvSpPr>
          <p:spPr>
            <a:xfrm>
              <a:off x="7239229" y="3729104"/>
              <a:ext cx="1749917" cy="671044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x14"/>
            <p:cNvSpPr/>
            <p:nvPr/>
          </p:nvSpPr>
          <p:spPr>
            <a:xfrm>
              <a:off x="2095194" y="3498418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38.0%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095194" y="4022672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62.0%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39547" y="3718605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039547" y="4138007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983900" y="2879251"/>
              <a:ext cx="371868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57.1%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83900" y="3907336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42.9%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28253" y="3518841"/>
              <a:ext cx="371868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31.9%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928253" y="4011639"/>
              <a:ext cx="371868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68.1%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114517" y="2242321"/>
              <a:ext cx="0" cy="2260581"/>
            </a:xfrm>
            <a:custGeom>
              <a:avLst/>
              <a:gdLst/>
              <a:ahLst/>
              <a:cxnLst/>
              <a:rect l="0" t="0" r="0" b="0"/>
              <a:pathLst>
                <a:path h="2260581">
                  <a:moveTo>
                    <a:pt x="0" y="2260581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964040" y="4343147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881887" y="3818894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25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881887" y="3294640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881887" y="2772172"/>
              <a:ext cx="164306" cy="108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799734" y="2245538"/>
              <a:ext cx="246459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29" name="pl28"/>
            <p:cNvSpPr/>
            <p:nvPr/>
          </p:nvSpPr>
          <p:spPr>
            <a:xfrm>
              <a:off x="1076559" y="440014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1076559" y="387589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1076559" y="335164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1"/>
            <p:cNvSpPr/>
            <p:nvPr/>
          </p:nvSpPr>
          <p:spPr>
            <a:xfrm>
              <a:off x="1076559" y="282738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1076559" y="230313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1114517" y="4502902"/>
              <a:ext cx="8166282" cy="0"/>
            </a:xfrm>
            <a:custGeom>
              <a:avLst/>
              <a:gdLst/>
              <a:ahLst/>
              <a:cxnLst/>
              <a:rect l="0" t="0" r="0" b="0"/>
              <a:pathLst>
                <a:path w="8166282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2281128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4225482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6169835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8114188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tx38"/>
            <p:cNvSpPr/>
            <p:nvPr/>
          </p:nvSpPr>
          <p:spPr>
            <a:xfrm>
              <a:off x="2047282" y="4569440"/>
              <a:ext cx="4676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085047" y="4732172"/>
              <a:ext cx="39216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3991635" y="4569366"/>
              <a:ext cx="467692" cy="108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4029400" y="4732172"/>
              <a:ext cx="39216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935988" y="4567059"/>
              <a:ext cx="467692" cy="1108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6005528" y="4732172"/>
              <a:ext cx="32861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7880341" y="4567654"/>
              <a:ext cx="467692" cy="1102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7949881" y="4732172"/>
              <a:ext cx="32861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025762" y="4950435"/>
              <a:ext cx="3437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8" name="tx47"/>
            <p:cNvSpPr/>
            <p:nvPr/>
          </p:nvSpPr>
          <p:spPr>
            <a:xfrm rot="-5400000">
              <a:off x="-285638" y="3297862"/>
              <a:ext cx="1855663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unique students</a:t>
              </a:r>
            </a:p>
          </p:txBody>
        </p:sp>
        <p:sp>
          <p:nvSpPr>
            <p:cNvPr id="49" name="rc48"/>
            <p:cNvSpPr/>
            <p:nvPr/>
          </p:nvSpPr>
          <p:spPr>
            <a:xfrm>
              <a:off x="3993658" y="5210761"/>
              <a:ext cx="2408000" cy="37128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tx49"/>
            <p:cNvSpPr/>
            <p:nvPr/>
          </p:nvSpPr>
          <p:spPr>
            <a:xfrm>
              <a:off x="4069573" y="5301080"/>
              <a:ext cx="496862" cy="1486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Legend</a:t>
              </a:r>
            </a:p>
          </p:txBody>
        </p:sp>
        <p:sp>
          <p:nvSpPr>
            <p:cNvPr id="51" name="rc50"/>
            <p:cNvSpPr/>
            <p:nvPr/>
          </p:nvSpPr>
          <p:spPr>
            <a:xfrm>
              <a:off x="4642351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rc51"/>
            <p:cNvSpPr/>
            <p:nvPr/>
          </p:nvSpPr>
          <p:spPr>
            <a:xfrm>
              <a:off x="4651351" y="5295676"/>
              <a:ext cx="201456" cy="20145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rc52"/>
            <p:cNvSpPr/>
            <p:nvPr/>
          </p:nvSpPr>
          <p:spPr>
            <a:xfrm>
              <a:off x="5612641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rc53"/>
            <p:cNvSpPr/>
            <p:nvPr/>
          </p:nvSpPr>
          <p:spPr>
            <a:xfrm>
              <a:off x="5621641" y="5295676"/>
              <a:ext cx="201456" cy="20145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" name="tx54"/>
            <p:cNvSpPr/>
            <p:nvPr/>
          </p:nvSpPr>
          <p:spPr>
            <a:xfrm>
              <a:off x="4937722" y="5319490"/>
              <a:ext cx="599003" cy="119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No upfront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908012" y="5319490"/>
              <a:ext cx="417730" cy="119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Upfront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1114517" y="1932135"/>
              <a:ext cx="6474469" cy="180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unique students per term broked down by upfront registrations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Number of registrations - casual vs. upfront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628800"/>
            <a:ext cx="8820001" cy="4032449"/>
            <a:chOff x="539999" y="1628800"/>
            <a:chExt cx="8820001" cy="4032449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628800"/>
              <a:ext cx="8820000" cy="4032449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260581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406170" y="2499757"/>
              <a:ext cx="1749917" cy="1473171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1406170" y="3972929"/>
              <a:ext cx="1749917" cy="427219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3350523" y="3567807"/>
              <a:ext cx="1749917" cy="48614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3350523" y="4053953"/>
              <a:ext cx="1749917" cy="346195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rc10"/>
            <p:cNvSpPr/>
            <p:nvPr/>
          </p:nvSpPr>
          <p:spPr>
            <a:xfrm>
              <a:off x="5294876" y="2345074"/>
              <a:ext cx="1749917" cy="1561561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rc11"/>
            <p:cNvSpPr/>
            <p:nvPr/>
          </p:nvSpPr>
          <p:spPr>
            <a:xfrm>
              <a:off x="5294876" y="3906636"/>
              <a:ext cx="1749917" cy="493512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rc12"/>
            <p:cNvSpPr/>
            <p:nvPr/>
          </p:nvSpPr>
          <p:spPr>
            <a:xfrm>
              <a:off x="7239229" y="3641465"/>
              <a:ext cx="1749917" cy="33146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rc13"/>
            <p:cNvSpPr/>
            <p:nvPr/>
          </p:nvSpPr>
          <p:spPr>
            <a:xfrm>
              <a:off x="7239229" y="3972929"/>
              <a:ext cx="1749917" cy="427219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tx14"/>
            <p:cNvSpPr/>
            <p:nvPr/>
          </p:nvSpPr>
          <p:spPr>
            <a:xfrm>
              <a:off x="2095194" y="3184040"/>
              <a:ext cx="371868" cy="1013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77.5%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095194" y="4134099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22.5%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4039547" y="3758440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58.4%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039547" y="4174064"/>
              <a:ext cx="371868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41.6%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983900" y="3073416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76.0%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83900" y="4100953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24.0%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7928253" y="3754757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43.7%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928253" y="4134099"/>
              <a:ext cx="37186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FFFFFF">
                      <a:alpha val="100000"/>
                    </a:srgbClr>
                  </a:solidFill>
                  <a:latin typeface="Segoe UI"/>
                  <a:cs typeface="Segoe UI"/>
                </a:rPr>
                <a:t>56.3%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114517" y="2242321"/>
              <a:ext cx="0" cy="2260581"/>
            </a:xfrm>
            <a:custGeom>
              <a:avLst/>
              <a:gdLst/>
              <a:ahLst/>
              <a:cxnLst/>
              <a:rect l="0" t="0" r="0" b="0"/>
              <a:pathLst>
                <a:path h="2260581">
                  <a:moveTo>
                    <a:pt x="0" y="2260581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3"/>
            <p:cNvSpPr/>
            <p:nvPr/>
          </p:nvSpPr>
          <p:spPr>
            <a:xfrm>
              <a:off x="964040" y="4343147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799734" y="3605966"/>
              <a:ext cx="246459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799734" y="2869976"/>
              <a:ext cx="246459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200</a:t>
              </a:r>
            </a:p>
          </p:txBody>
        </p:sp>
        <p:sp>
          <p:nvSpPr>
            <p:cNvPr id="27" name="pl26"/>
            <p:cNvSpPr/>
            <p:nvPr/>
          </p:nvSpPr>
          <p:spPr>
            <a:xfrm>
              <a:off x="1076559" y="440014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1076559" y="366356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8"/>
            <p:cNvSpPr/>
            <p:nvPr/>
          </p:nvSpPr>
          <p:spPr>
            <a:xfrm>
              <a:off x="1076559" y="292697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29"/>
            <p:cNvSpPr/>
            <p:nvPr/>
          </p:nvSpPr>
          <p:spPr>
            <a:xfrm>
              <a:off x="1114517" y="4502902"/>
              <a:ext cx="8166282" cy="0"/>
            </a:xfrm>
            <a:custGeom>
              <a:avLst/>
              <a:gdLst/>
              <a:ahLst/>
              <a:cxnLst/>
              <a:rect l="0" t="0" r="0" b="0"/>
              <a:pathLst>
                <a:path w="8166282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0"/>
            <p:cNvSpPr/>
            <p:nvPr/>
          </p:nvSpPr>
          <p:spPr>
            <a:xfrm>
              <a:off x="2281128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1"/>
            <p:cNvSpPr/>
            <p:nvPr/>
          </p:nvSpPr>
          <p:spPr>
            <a:xfrm>
              <a:off x="4225482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2"/>
            <p:cNvSpPr/>
            <p:nvPr/>
          </p:nvSpPr>
          <p:spPr>
            <a:xfrm>
              <a:off x="6169835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3"/>
            <p:cNvSpPr/>
            <p:nvPr/>
          </p:nvSpPr>
          <p:spPr>
            <a:xfrm>
              <a:off x="8114188" y="4502902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4"/>
            <p:cNvSpPr/>
            <p:nvPr/>
          </p:nvSpPr>
          <p:spPr>
            <a:xfrm>
              <a:off x="2047282" y="4569440"/>
              <a:ext cx="4676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2085047" y="4732172"/>
              <a:ext cx="39216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991635" y="4569366"/>
              <a:ext cx="467692" cy="108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4029400" y="4732172"/>
              <a:ext cx="39216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2022*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5935988" y="4567059"/>
              <a:ext cx="467692" cy="1108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6005528" y="4732172"/>
              <a:ext cx="32861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7880341" y="4567654"/>
              <a:ext cx="467692" cy="11028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7949881" y="4732172"/>
              <a:ext cx="328612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5025762" y="4950435"/>
              <a:ext cx="3437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4" name="tx43"/>
            <p:cNvSpPr/>
            <p:nvPr/>
          </p:nvSpPr>
          <p:spPr>
            <a:xfrm rot="-5400000">
              <a:off x="-162818" y="3297453"/>
              <a:ext cx="1609204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registrations</a:t>
              </a:r>
            </a:p>
          </p:txBody>
        </p:sp>
        <p:sp>
          <p:nvSpPr>
            <p:cNvPr id="45" name="rc44"/>
            <p:cNvSpPr/>
            <p:nvPr/>
          </p:nvSpPr>
          <p:spPr>
            <a:xfrm>
              <a:off x="3964041" y="5210761"/>
              <a:ext cx="2467234" cy="37128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tx45"/>
            <p:cNvSpPr/>
            <p:nvPr/>
          </p:nvSpPr>
          <p:spPr>
            <a:xfrm>
              <a:off x="4039956" y="5301080"/>
              <a:ext cx="496862" cy="1486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Legend</a:t>
              </a:r>
            </a:p>
          </p:txBody>
        </p:sp>
        <p:sp>
          <p:nvSpPr>
            <p:cNvPr id="47" name="rc46"/>
            <p:cNvSpPr/>
            <p:nvPr/>
          </p:nvSpPr>
          <p:spPr>
            <a:xfrm>
              <a:off x="4612734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rc47"/>
            <p:cNvSpPr/>
            <p:nvPr/>
          </p:nvSpPr>
          <p:spPr>
            <a:xfrm>
              <a:off x="4621734" y="5295676"/>
              <a:ext cx="201456" cy="20145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rc48"/>
            <p:cNvSpPr/>
            <p:nvPr/>
          </p:nvSpPr>
          <p:spPr>
            <a:xfrm>
              <a:off x="5333826" y="5286676"/>
              <a:ext cx="219455" cy="21945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rc49"/>
            <p:cNvSpPr/>
            <p:nvPr/>
          </p:nvSpPr>
          <p:spPr>
            <a:xfrm>
              <a:off x="5342826" y="5295676"/>
              <a:ext cx="201456" cy="201456"/>
            </a:xfrm>
            <a:prstGeom prst="rect">
              <a:avLst/>
            </a:prstGeom>
            <a:solidFill>
              <a:srgbClr val="00264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908106" y="5347410"/>
              <a:ext cx="349805" cy="91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Casual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629198" y="5319490"/>
              <a:ext cx="726162" cy="119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Upfront Term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1114517" y="1932135"/>
              <a:ext cx="3769399" cy="180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registrations - casual vs. upfront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Breakdown of unique students by number of terms attended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700808"/>
            <a:ext cx="8820001" cy="3960440"/>
            <a:chOff x="539999" y="1700808"/>
            <a:chExt cx="8820001" cy="3960440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700808"/>
              <a:ext cx="8820000" cy="3960439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1114517" y="2242321"/>
              <a:ext cx="8166282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485711" y="2461422"/>
              <a:ext cx="1713206" cy="259517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3389274" y="4439712"/>
              <a:ext cx="1713206" cy="61688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5292836" y="4865151"/>
              <a:ext cx="1713206" cy="19144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7196399" y="4907695"/>
              <a:ext cx="1713206" cy="14890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2228947" y="2325058"/>
              <a:ext cx="226735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122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170298" y="4302185"/>
              <a:ext cx="151157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29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6111650" y="4727623"/>
              <a:ext cx="75578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9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8015212" y="4773522"/>
              <a:ext cx="75578" cy="981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114517" y="2242321"/>
              <a:ext cx="0" cy="2948290"/>
            </a:xfrm>
            <a:custGeom>
              <a:avLst/>
              <a:gdLst/>
              <a:ahLst/>
              <a:cxnLst/>
              <a:rect l="0" t="0" r="0" b="0"/>
              <a:pathLst>
                <a:path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15"/>
            <p:cNvSpPr/>
            <p:nvPr/>
          </p:nvSpPr>
          <p:spPr>
            <a:xfrm>
              <a:off x="964040" y="4999597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81887" y="3936000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2871808"/>
              <a:ext cx="246459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076559" y="505659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1076559" y="399300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076559" y="292940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114517" y="5190611"/>
              <a:ext cx="8166282" cy="0"/>
            </a:xfrm>
            <a:custGeom>
              <a:avLst/>
              <a:gdLst/>
              <a:ahLst/>
              <a:cxnLst/>
              <a:rect l="0" t="0" r="0" b="0"/>
              <a:pathLst>
                <a:path w="8166282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2342314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4245877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6149439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8053002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x26"/>
            <p:cNvSpPr/>
            <p:nvPr/>
          </p:nvSpPr>
          <p:spPr>
            <a:xfrm>
              <a:off x="2301238" y="5256554"/>
              <a:ext cx="82153" cy="1090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04800" y="5257149"/>
              <a:ext cx="82153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6108363" y="5255289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8011925" y="5258935"/>
              <a:ext cx="82153" cy="1067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121928" y="5465813"/>
              <a:ext cx="2151459" cy="1162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number of terms attended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5590" y="3658349"/>
              <a:ext cx="1348829" cy="1162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114517" y="1932135"/>
              <a:ext cx="5223599" cy="180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Breakdown of unique students by number of terms attended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Most recent starting terms: breakdown of students by % of all terms attended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40000" y="1916113"/>
            <a:ext cx="4198969" cy="3745135"/>
            <a:chOff x="540000" y="1916113"/>
            <a:chExt cx="4198969" cy="3745135"/>
          </a:xfrm>
        </p:grpSpPr>
        <p:sp>
          <p:nvSpPr>
            <p:cNvPr id="4" name="rc3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1032365" y="2460813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197247" y="2712079"/>
              <a:ext cx="3297639" cy="217310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tx7"/>
            <p:cNvSpPr/>
            <p:nvPr/>
          </p:nvSpPr>
          <p:spPr>
            <a:xfrm>
              <a:off x="2587286" y="2523273"/>
              <a:ext cx="151157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16</a:t>
              </a:r>
            </a:p>
          </p:txBody>
        </p:sp>
        <p:sp>
          <p:nvSpPr>
            <p:cNvPr id="9" name="tx8"/>
            <p:cNvSpPr/>
            <p:nvPr/>
          </p:nvSpPr>
          <p:spPr>
            <a:xfrm>
              <a:off x="2816225" y="2502666"/>
              <a:ext cx="426088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(100%)</a:t>
              </a:r>
            </a:p>
          </p:txBody>
        </p:sp>
        <p:sp>
          <p:nvSpPr>
            <p:cNvPr id="10" name="pl9"/>
            <p:cNvSpPr/>
            <p:nvPr/>
          </p:nvSpPr>
          <p:spPr>
            <a:xfrm>
              <a:off x="1032365" y="2460813"/>
              <a:ext cx="0" cy="2539820"/>
            </a:xfrm>
            <a:custGeom>
              <a:avLst/>
              <a:gdLst/>
              <a:ahLst/>
              <a:cxnLst/>
              <a:rect l="0" t="0" r="0" b="0"/>
              <a:pathLst>
                <a:path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881888" y="4828187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881888" y="4150876"/>
              <a:ext cx="82153" cy="108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799735" y="3469398"/>
              <a:ext cx="164306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99735" y="2790302"/>
              <a:ext cx="164306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15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994407" y="488518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5"/>
            <p:cNvSpPr/>
            <p:nvPr/>
          </p:nvSpPr>
          <p:spPr>
            <a:xfrm>
              <a:off x="994407" y="420609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6"/>
            <p:cNvSpPr/>
            <p:nvPr/>
          </p:nvSpPr>
          <p:spPr>
            <a:xfrm>
              <a:off x="994407" y="352699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7"/>
            <p:cNvSpPr/>
            <p:nvPr/>
          </p:nvSpPr>
          <p:spPr>
            <a:xfrm>
              <a:off x="994407" y="284789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1032365" y="5000634"/>
              <a:ext cx="3627403" cy="0"/>
            </a:xfrm>
            <a:custGeom>
              <a:avLst/>
              <a:gdLst/>
              <a:ahLst/>
              <a:cxnLst/>
              <a:rect l="0" t="0" r="0" b="0"/>
              <a:pathLst>
                <a:path w="3627403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2846067" y="500063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2846067" y="500063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tx21"/>
            <p:cNvSpPr/>
            <p:nvPr/>
          </p:nvSpPr>
          <p:spPr>
            <a:xfrm>
              <a:off x="2660478" y="5064716"/>
              <a:ext cx="371177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2660478" y="5064716"/>
              <a:ext cx="371177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1766393" y="5242572"/>
              <a:ext cx="215934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25" name="tx24"/>
            <p:cNvSpPr/>
            <p:nvPr/>
          </p:nvSpPr>
          <p:spPr>
            <a:xfrm rot="-5400000">
              <a:off x="-570308" y="3655566"/>
              <a:ext cx="2424186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032365" y="2199533"/>
              <a:ext cx="258856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 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032365" y="1980177"/>
              <a:ext cx="1073259" cy="1324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1032365" y="5460187"/>
              <a:ext cx="2746712" cy="93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16 new students started in Term 2 2023</a:t>
              </a:r>
            </a:p>
          </p:txBody>
        </p:sp>
      </p:grpSp>
      <p:grpSp>
        <p:nvGrpSpPr>
          <p:cNvPr id="29" name="Chart 2"/>
          <p:cNvGrpSpPr/>
          <p:nvPr/>
        </p:nvGrpSpPr>
        <p:grpSpPr>
          <a:xfrm>
            <a:off x="5161030" y="1916832"/>
            <a:ext cx="4198969" cy="3745135"/>
            <a:chOff x="5161030" y="1916832"/>
            <a:chExt cx="4198969" cy="3745135"/>
          </a:xfrm>
        </p:grpSpPr>
        <p:sp>
          <p:nvSpPr>
            <p:cNvPr id="30" name="rc3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4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5"/>
            <p:cNvSpPr/>
            <p:nvPr/>
          </p:nvSpPr>
          <p:spPr>
            <a:xfrm>
              <a:off x="5653395" y="2461532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6"/>
            <p:cNvSpPr/>
            <p:nvPr/>
          </p:nvSpPr>
          <p:spPr>
            <a:xfrm>
              <a:off x="5818277" y="2613628"/>
              <a:ext cx="1562039" cy="227227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rc7"/>
            <p:cNvSpPr/>
            <p:nvPr/>
          </p:nvSpPr>
          <p:spPr>
            <a:xfrm>
              <a:off x="7553877" y="4189563"/>
              <a:ext cx="1562039" cy="69634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" name="tx8"/>
            <p:cNvSpPr/>
            <p:nvPr/>
          </p:nvSpPr>
          <p:spPr>
            <a:xfrm>
              <a:off x="6350158" y="2524539"/>
              <a:ext cx="151157" cy="1015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62</a:t>
              </a:r>
            </a:p>
          </p:txBody>
        </p:sp>
        <p:sp>
          <p:nvSpPr>
            <p:cNvPr id="36" name="tx9"/>
            <p:cNvSpPr/>
            <p:nvPr/>
          </p:nvSpPr>
          <p:spPr>
            <a:xfrm>
              <a:off x="8085758" y="4099927"/>
              <a:ext cx="151157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19</a:t>
              </a:r>
            </a:p>
          </p:txBody>
        </p:sp>
        <p:sp>
          <p:nvSpPr>
            <p:cNvPr id="37" name="tx10"/>
            <p:cNvSpPr/>
            <p:nvPr/>
          </p:nvSpPr>
          <p:spPr>
            <a:xfrm>
              <a:off x="6597602" y="2504070"/>
              <a:ext cx="350509" cy="1219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(77%)</a:t>
              </a:r>
            </a:p>
          </p:txBody>
        </p:sp>
        <p:sp>
          <p:nvSpPr>
            <p:cNvPr id="38" name="tx11"/>
            <p:cNvSpPr/>
            <p:nvPr/>
          </p:nvSpPr>
          <p:spPr>
            <a:xfrm>
              <a:off x="8333202" y="4079868"/>
              <a:ext cx="350509" cy="1221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(23%)</a:t>
              </a:r>
            </a:p>
          </p:txBody>
        </p:sp>
        <p:sp>
          <p:nvSpPr>
            <p:cNvPr id="39" name="pl12"/>
            <p:cNvSpPr/>
            <p:nvPr/>
          </p:nvSpPr>
          <p:spPr>
            <a:xfrm>
              <a:off x="5653395" y="2461532"/>
              <a:ext cx="0" cy="2539820"/>
            </a:xfrm>
            <a:custGeom>
              <a:avLst/>
              <a:gdLst/>
              <a:ahLst/>
              <a:cxnLst/>
              <a:rect l="0" t="0" r="0" b="0"/>
              <a:pathLst>
                <a:path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x13"/>
            <p:cNvSpPr/>
            <p:nvPr/>
          </p:nvSpPr>
          <p:spPr>
            <a:xfrm>
              <a:off x="5502918" y="4828906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41" name="tx14"/>
            <p:cNvSpPr/>
            <p:nvPr/>
          </p:nvSpPr>
          <p:spPr>
            <a:xfrm>
              <a:off x="5420765" y="4095913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</a:t>
              </a:r>
            </a:p>
          </p:txBody>
        </p:sp>
        <p:sp>
          <p:nvSpPr>
            <p:cNvPr id="42" name="tx15"/>
            <p:cNvSpPr/>
            <p:nvPr/>
          </p:nvSpPr>
          <p:spPr>
            <a:xfrm>
              <a:off x="5420765" y="3362920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40</a:t>
              </a:r>
            </a:p>
          </p:txBody>
        </p:sp>
        <p:sp>
          <p:nvSpPr>
            <p:cNvPr id="43" name="tx16"/>
            <p:cNvSpPr/>
            <p:nvPr/>
          </p:nvSpPr>
          <p:spPr>
            <a:xfrm>
              <a:off x="5420765" y="2629926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60</a:t>
              </a:r>
            </a:p>
          </p:txBody>
        </p:sp>
        <p:sp>
          <p:nvSpPr>
            <p:cNvPr id="44" name="pl17"/>
            <p:cNvSpPr/>
            <p:nvPr/>
          </p:nvSpPr>
          <p:spPr>
            <a:xfrm>
              <a:off x="5615437" y="488590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18"/>
            <p:cNvSpPr/>
            <p:nvPr/>
          </p:nvSpPr>
          <p:spPr>
            <a:xfrm>
              <a:off x="5615437" y="415291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19"/>
            <p:cNvSpPr/>
            <p:nvPr/>
          </p:nvSpPr>
          <p:spPr>
            <a:xfrm>
              <a:off x="5615437" y="341992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20"/>
            <p:cNvSpPr/>
            <p:nvPr/>
          </p:nvSpPr>
          <p:spPr>
            <a:xfrm>
              <a:off x="5615437" y="268692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21"/>
            <p:cNvSpPr/>
            <p:nvPr/>
          </p:nvSpPr>
          <p:spPr>
            <a:xfrm>
              <a:off x="5653395" y="5001353"/>
              <a:ext cx="3627403" cy="0"/>
            </a:xfrm>
            <a:custGeom>
              <a:avLst/>
              <a:gdLst/>
              <a:ahLst/>
              <a:cxnLst/>
              <a:rect l="0" t="0" r="0" b="0"/>
              <a:pathLst>
                <a:path w="3627403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22"/>
            <p:cNvSpPr/>
            <p:nvPr/>
          </p:nvSpPr>
          <p:spPr>
            <a:xfrm>
              <a:off x="6599297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23"/>
            <p:cNvSpPr/>
            <p:nvPr/>
          </p:nvSpPr>
          <p:spPr>
            <a:xfrm>
              <a:off x="8334897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24"/>
            <p:cNvSpPr/>
            <p:nvPr/>
          </p:nvSpPr>
          <p:spPr>
            <a:xfrm>
              <a:off x="6397188" y="5066031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52" name="tx25"/>
            <p:cNvSpPr/>
            <p:nvPr/>
          </p:nvSpPr>
          <p:spPr>
            <a:xfrm>
              <a:off x="8149308" y="5065435"/>
              <a:ext cx="371177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53" name="tx26"/>
            <p:cNvSpPr/>
            <p:nvPr/>
          </p:nvSpPr>
          <p:spPr>
            <a:xfrm>
              <a:off x="6087981" y="5243291"/>
              <a:ext cx="2758231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Proportion of all possible terms attended</a:t>
              </a:r>
            </a:p>
          </p:txBody>
        </p:sp>
        <p:sp>
          <p:nvSpPr>
            <p:cNvPr id="54" name="tx27"/>
            <p:cNvSpPr/>
            <p:nvPr/>
          </p:nvSpPr>
          <p:spPr>
            <a:xfrm rot="-5400000">
              <a:off x="4050721" y="3656285"/>
              <a:ext cx="2424186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55" name="tx28"/>
            <p:cNvSpPr/>
            <p:nvPr/>
          </p:nvSpPr>
          <p:spPr>
            <a:xfrm>
              <a:off x="5653395" y="2200252"/>
              <a:ext cx="258856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 2</a:t>
              </a:r>
            </a:p>
          </p:txBody>
        </p:sp>
        <p:sp>
          <p:nvSpPr>
            <p:cNvPr id="56" name="tx29"/>
            <p:cNvSpPr/>
            <p:nvPr/>
          </p:nvSpPr>
          <p:spPr>
            <a:xfrm>
              <a:off x="5653395" y="1980181"/>
              <a:ext cx="1073259" cy="13314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57" name="tx30"/>
            <p:cNvSpPr/>
            <p:nvPr/>
          </p:nvSpPr>
          <p:spPr>
            <a:xfrm>
              <a:off x="5653395" y="5460906"/>
              <a:ext cx="2746712" cy="93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81 new students started in Term 1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Older starting terms: breakdown of students by % of all terms attended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40000" y="1916113"/>
            <a:ext cx="4198969" cy="3745135"/>
            <a:chOff x="540000" y="1916113"/>
            <a:chExt cx="4198969" cy="3745135"/>
          </a:xfrm>
        </p:grpSpPr>
        <p:sp>
          <p:nvSpPr>
            <p:cNvPr id="4" name="rc3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40000" y="1916113"/>
              <a:ext cx="4198969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6" name="rc5"/>
            <p:cNvSpPr/>
            <p:nvPr/>
          </p:nvSpPr>
          <p:spPr>
            <a:xfrm>
              <a:off x="1032365" y="2460813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197247" y="2646227"/>
              <a:ext cx="1012822" cy="2238960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2356706" y="4605318"/>
              <a:ext cx="1012822" cy="279870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3482064" y="4605318"/>
              <a:ext cx="1012822" cy="279870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x9"/>
            <p:cNvSpPr/>
            <p:nvPr/>
          </p:nvSpPr>
          <p:spPr>
            <a:xfrm>
              <a:off x="1457570" y="2523273"/>
              <a:ext cx="151157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16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2654819" y="4484622"/>
              <a:ext cx="75578" cy="998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3780177" y="4484622"/>
              <a:ext cx="75578" cy="998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1698912" y="2503214"/>
              <a:ext cx="350509" cy="1221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(80%)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858371" y="4461757"/>
              <a:ext cx="350509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(10%)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83729" y="4461757"/>
              <a:ext cx="350509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(10%)</a:t>
              </a:r>
            </a:p>
          </p:txBody>
        </p:sp>
        <p:sp>
          <p:nvSpPr>
            <p:cNvPr id="16" name="pl15"/>
            <p:cNvSpPr/>
            <p:nvPr/>
          </p:nvSpPr>
          <p:spPr>
            <a:xfrm>
              <a:off x="1032365" y="2460813"/>
              <a:ext cx="0" cy="2539820"/>
            </a:xfrm>
            <a:custGeom>
              <a:avLst/>
              <a:gdLst/>
              <a:ahLst/>
              <a:cxnLst/>
              <a:rect l="0" t="0" r="0" b="0"/>
              <a:pathLst>
                <a:path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x16"/>
            <p:cNvSpPr/>
            <p:nvPr/>
          </p:nvSpPr>
          <p:spPr>
            <a:xfrm>
              <a:off x="881888" y="4828187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881888" y="4130297"/>
              <a:ext cx="82153" cy="1085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5" y="3428241"/>
              <a:ext cx="164306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799735" y="2728566"/>
              <a:ext cx="164306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15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994407" y="488518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994407" y="418551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994407" y="348583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994407" y="2786162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1032365" y="5000634"/>
              <a:ext cx="3627403" cy="0"/>
            </a:xfrm>
            <a:custGeom>
              <a:avLst/>
              <a:gdLst/>
              <a:ahLst/>
              <a:cxnLst/>
              <a:rect l="0" t="0" r="0" b="0"/>
              <a:pathLst>
                <a:path w="3627403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1715025" y="500063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2851750" y="500063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3988475" y="5000634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1512916" y="5065312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33.3%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649642" y="5065312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66.5%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3802887" y="5064716"/>
              <a:ext cx="371177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1766393" y="5242572"/>
              <a:ext cx="215934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-570308" y="3655566"/>
              <a:ext cx="2424186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032365" y="2199533"/>
              <a:ext cx="258856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 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032365" y="1980177"/>
              <a:ext cx="1156483" cy="1324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1032365" y="5460187"/>
              <a:ext cx="2802195" cy="93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20 new students started in Term 5 2022*</a:t>
              </a:r>
            </a:p>
          </p:txBody>
        </p:sp>
      </p:grpSp>
      <p:grpSp>
        <p:nvGrpSpPr>
          <p:cNvPr id="37" name="Chart 2"/>
          <p:cNvGrpSpPr/>
          <p:nvPr/>
        </p:nvGrpSpPr>
        <p:grpSpPr>
          <a:xfrm>
            <a:off x="5161030" y="1916832"/>
            <a:ext cx="4198969" cy="3745135"/>
            <a:chOff x="5161030" y="1916832"/>
            <a:chExt cx="4198969" cy="3745135"/>
          </a:xfrm>
        </p:grpSpPr>
        <p:sp>
          <p:nvSpPr>
            <p:cNvPr id="38" name="rc3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4"/>
            <p:cNvSpPr/>
            <p:nvPr/>
          </p:nvSpPr>
          <p:spPr>
            <a:xfrm>
              <a:off x="5161030" y="1916832"/>
              <a:ext cx="4198968" cy="3745135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5"/>
            <p:cNvSpPr/>
            <p:nvPr/>
          </p:nvSpPr>
          <p:spPr>
            <a:xfrm>
              <a:off x="5653395" y="2461532"/>
              <a:ext cx="3627403" cy="253982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6"/>
            <p:cNvSpPr/>
            <p:nvPr/>
          </p:nvSpPr>
          <p:spPr>
            <a:xfrm>
              <a:off x="5818277" y="2656597"/>
              <a:ext cx="760993" cy="2229309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rc7"/>
            <p:cNvSpPr/>
            <p:nvPr/>
          </p:nvSpPr>
          <p:spPr>
            <a:xfrm>
              <a:off x="6663825" y="4248961"/>
              <a:ext cx="760993" cy="636945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rc8"/>
            <p:cNvSpPr/>
            <p:nvPr/>
          </p:nvSpPr>
          <p:spPr>
            <a:xfrm>
              <a:off x="7509374" y="4328579"/>
              <a:ext cx="760993" cy="55732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rc9"/>
            <p:cNvSpPr/>
            <p:nvPr/>
          </p:nvSpPr>
          <p:spPr>
            <a:xfrm>
              <a:off x="8354923" y="4328579"/>
              <a:ext cx="760993" cy="55732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x10"/>
            <p:cNvSpPr/>
            <p:nvPr/>
          </p:nvSpPr>
          <p:spPr>
            <a:xfrm>
              <a:off x="5954085" y="2524676"/>
              <a:ext cx="151157" cy="1013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28</a:t>
              </a:r>
            </a:p>
          </p:txBody>
        </p:sp>
        <p:sp>
          <p:nvSpPr>
            <p:cNvPr id="46" name="tx11"/>
            <p:cNvSpPr/>
            <p:nvPr/>
          </p:nvSpPr>
          <p:spPr>
            <a:xfrm>
              <a:off x="6837423" y="4117040"/>
              <a:ext cx="75578" cy="1013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8</a:t>
              </a:r>
            </a:p>
          </p:txBody>
        </p:sp>
        <p:sp>
          <p:nvSpPr>
            <p:cNvPr id="47" name="tx12"/>
            <p:cNvSpPr/>
            <p:nvPr/>
          </p:nvSpPr>
          <p:spPr>
            <a:xfrm>
              <a:off x="7682972" y="4199876"/>
              <a:ext cx="75578" cy="981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48" name="tx13"/>
            <p:cNvSpPr/>
            <p:nvPr/>
          </p:nvSpPr>
          <p:spPr>
            <a:xfrm>
              <a:off x="8528521" y="4199876"/>
              <a:ext cx="75578" cy="9817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</a:t>
              </a:r>
            </a:p>
          </p:txBody>
        </p:sp>
        <p:sp>
          <p:nvSpPr>
            <p:cNvPr id="49" name="tx14"/>
            <p:cNvSpPr/>
            <p:nvPr/>
          </p:nvSpPr>
          <p:spPr>
            <a:xfrm>
              <a:off x="6192628" y="2503933"/>
              <a:ext cx="350509" cy="12213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(56%)</a:t>
              </a:r>
            </a:p>
          </p:txBody>
        </p:sp>
        <p:sp>
          <p:nvSpPr>
            <p:cNvPr id="50" name="tx15"/>
            <p:cNvSpPr/>
            <p:nvPr/>
          </p:nvSpPr>
          <p:spPr>
            <a:xfrm>
              <a:off x="7038177" y="4095750"/>
              <a:ext cx="350509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(16%)</a:t>
              </a:r>
            </a:p>
          </p:txBody>
        </p:sp>
        <p:sp>
          <p:nvSpPr>
            <p:cNvPr id="51" name="tx16"/>
            <p:cNvSpPr/>
            <p:nvPr/>
          </p:nvSpPr>
          <p:spPr>
            <a:xfrm>
              <a:off x="7883726" y="4175368"/>
              <a:ext cx="350509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(14%)</a:t>
              </a:r>
            </a:p>
          </p:txBody>
        </p:sp>
        <p:sp>
          <p:nvSpPr>
            <p:cNvPr id="52" name="tx17"/>
            <p:cNvSpPr/>
            <p:nvPr/>
          </p:nvSpPr>
          <p:spPr>
            <a:xfrm>
              <a:off x="8729275" y="4175368"/>
              <a:ext cx="350509" cy="1226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(14%)</a:t>
              </a:r>
            </a:p>
          </p:txBody>
        </p:sp>
        <p:sp>
          <p:nvSpPr>
            <p:cNvPr id="53" name="pl18"/>
            <p:cNvSpPr/>
            <p:nvPr/>
          </p:nvSpPr>
          <p:spPr>
            <a:xfrm>
              <a:off x="5653395" y="2461532"/>
              <a:ext cx="0" cy="2539820"/>
            </a:xfrm>
            <a:custGeom>
              <a:avLst/>
              <a:gdLst/>
              <a:ahLst/>
              <a:cxnLst/>
              <a:rect l="0" t="0" r="0" b="0"/>
              <a:pathLst>
                <a:path h="2539820">
                  <a:moveTo>
                    <a:pt x="0" y="253982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19"/>
            <p:cNvSpPr/>
            <p:nvPr/>
          </p:nvSpPr>
          <p:spPr>
            <a:xfrm>
              <a:off x="5502918" y="4828906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55" name="tx20"/>
            <p:cNvSpPr/>
            <p:nvPr/>
          </p:nvSpPr>
          <p:spPr>
            <a:xfrm>
              <a:off x="5420765" y="4032128"/>
              <a:ext cx="164306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</a:t>
              </a:r>
            </a:p>
          </p:txBody>
        </p:sp>
        <p:sp>
          <p:nvSpPr>
            <p:cNvPr id="56" name="tx21"/>
            <p:cNvSpPr/>
            <p:nvPr/>
          </p:nvSpPr>
          <p:spPr>
            <a:xfrm>
              <a:off x="5420765" y="3236541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</a:t>
              </a:r>
            </a:p>
          </p:txBody>
        </p:sp>
        <p:sp>
          <p:nvSpPr>
            <p:cNvPr id="57" name="tx22"/>
            <p:cNvSpPr/>
            <p:nvPr/>
          </p:nvSpPr>
          <p:spPr>
            <a:xfrm>
              <a:off x="5420765" y="2440359"/>
              <a:ext cx="164306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30</a:t>
              </a:r>
            </a:p>
          </p:txBody>
        </p:sp>
        <p:sp>
          <p:nvSpPr>
            <p:cNvPr id="58" name="pl23"/>
            <p:cNvSpPr/>
            <p:nvPr/>
          </p:nvSpPr>
          <p:spPr>
            <a:xfrm>
              <a:off x="5615437" y="488590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24"/>
            <p:cNvSpPr/>
            <p:nvPr/>
          </p:nvSpPr>
          <p:spPr>
            <a:xfrm>
              <a:off x="5615437" y="408972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25"/>
            <p:cNvSpPr/>
            <p:nvPr/>
          </p:nvSpPr>
          <p:spPr>
            <a:xfrm>
              <a:off x="5615437" y="329354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26"/>
            <p:cNvSpPr/>
            <p:nvPr/>
          </p:nvSpPr>
          <p:spPr>
            <a:xfrm>
              <a:off x="5615437" y="249736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27"/>
            <p:cNvSpPr/>
            <p:nvPr/>
          </p:nvSpPr>
          <p:spPr>
            <a:xfrm>
              <a:off x="5653395" y="5001353"/>
              <a:ext cx="3627403" cy="0"/>
            </a:xfrm>
            <a:custGeom>
              <a:avLst/>
              <a:gdLst/>
              <a:ahLst/>
              <a:cxnLst/>
              <a:rect l="0" t="0" r="0" b="0"/>
              <a:pathLst>
                <a:path w="3627403">
                  <a:moveTo>
                    <a:pt x="0" y="0"/>
                  </a:moveTo>
                  <a:lnTo>
                    <a:pt x="362740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28"/>
            <p:cNvSpPr/>
            <p:nvPr/>
          </p:nvSpPr>
          <p:spPr>
            <a:xfrm>
              <a:off x="6198773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29"/>
            <p:cNvSpPr/>
            <p:nvPr/>
          </p:nvSpPr>
          <p:spPr>
            <a:xfrm>
              <a:off x="7044322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30"/>
            <p:cNvSpPr/>
            <p:nvPr/>
          </p:nvSpPr>
          <p:spPr>
            <a:xfrm>
              <a:off x="7889871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31"/>
            <p:cNvSpPr/>
            <p:nvPr/>
          </p:nvSpPr>
          <p:spPr>
            <a:xfrm>
              <a:off x="8735420" y="5001353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tx32"/>
            <p:cNvSpPr/>
            <p:nvPr/>
          </p:nvSpPr>
          <p:spPr>
            <a:xfrm>
              <a:off x="5996665" y="5066031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25.0%</a:t>
              </a:r>
            </a:p>
          </p:txBody>
        </p:sp>
        <p:sp>
          <p:nvSpPr>
            <p:cNvPr id="68" name="tx33"/>
            <p:cNvSpPr/>
            <p:nvPr/>
          </p:nvSpPr>
          <p:spPr>
            <a:xfrm>
              <a:off x="6842214" y="5066031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50.0%</a:t>
              </a:r>
            </a:p>
          </p:txBody>
        </p:sp>
        <p:sp>
          <p:nvSpPr>
            <p:cNvPr id="69" name="tx34"/>
            <p:cNvSpPr/>
            <p:nvPr/>
          </p:nvSpPr>
          <p:spPr>
            <a:xfrm>
              <a:off x="7687762" y="5066031"/>
              <a:ext cx="404217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75.2%</a:t>
              </a:r>
            </a:p>
          </p:txBody>
        </p:sp>
        <p:sp>
          <p:nvSpPr>
            <p:cNvPr id="70" name="tx35"/>
            <p:cNvSpPr/>
            <p:nvPr/>
          </p:nvSpPr>
          <p:spPr>
            <a:xfrm>
              <a:off x="8549831" y="5065435"/>
              <a:ext cx="371177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100%</a:t>
              </a:r>
            </a:p>
          </p:txBody>
        </p:sp>
        <p:sp>
          <p:nvSpPr>
            <p:cNvPr id="71" name="tx36"/>
            <p:cNvSpPr/>
            <p:nvPr/>
          </p:nvSpPr>
          <p:spPr>
            <a:xfrm>
              <a:off x="6387423" y="5243291"/>
              <a:ext cx="215934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% of all possible terms attended</a:t>
              </a:r>
            </a:p>
          </p:txBody>
        </p:sp>
        <p:sp>
          <p:nvSpPr>
            <p:cNvPr id="72" name="tx37"/>
            <p:cNvSpPr/>
            <p:nvPr/>
          </p:nvSpPr>
          <p:spPr>
            <a:xfrm rot="-5400000">
              <a:off x="4050721" y="3656285"/>
              <a:ext cx="2424186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Number of students starting in term</a:t>
              </a:r>
            </a:p>
          </p:txBody>
        </p:sp>
        <p:sp>
          <p:nvSpPr>
            <p:cNvPr id="73" name="tx38"/>
            <p:cNvSpPr/>
            <p:nvPr/>
          </p:nvSpPr>
          <p:spPr>
            <a:xfrm>
              <a:off x="5653395" y="2200252"/>
              <a:ext cx="2588567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Maximum possible number of terms: 4</a:t>
              </a:r>
            </a:p>
          </p:txBody>
        </p:sp>
        <p:sp>
          <p:nvSpPr>
            <p:cNvPr id="74" name="tx39"/>
            <p:cNvSpPr/>
            <p:nvPr/>
          </p:nvSpPr>
          <p:spPr>
            <a:xfrm>
              <a:off x="5653395" y="1980896"/>
              <a:ext cx="1156483" cy="1324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75" name="tx40"/>
            <p:cNvSpPr/>
            <p:nvPr/>
          </p:nvSpPr>
          <p:spPr>
            <a:xfrm>
              <a:off x="5653395" y="5460906"/>
              <a:ext cx="2802195" cy="93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of 50 new students started in Term 4 2022*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4148411"/>
            <a:ext cx="6825934" cy="1080790"/>
          </a:xfrm>
        </p:spPr>
        <p:txBody>
          <a:bodyPr/>
          <a:lstStyle/>
          <a:p>
            <a:r>
              <a:t>Class revenue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Object 36" hidden="1">
            <a:extLst>
              <a:ext uri="{FF2B5EF4-FFF2-40B4-BE49-F238E27FC236}">
                <a16:creationId xmlns:a16="http://schemas.microsoft.com/office/drawing/2014/main" id="{CE5B5176-D9A8-E511-0E2D-D0EB830C0C0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817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6" imgH="426" progId="TCLayout.ActiveDocument.1">
                  <p:embed/>
                </p:oleObj>
              </mc:Choice>
              <mc:Fallback>
                <p:oleObj name="think-cell Slide" r:id="rId3" imgW="426" imgH="426" progId="TCLayout.ActiveDocument.1">
                  <p:embed/>
                  <p:pic>
                    <p:nvPicPr>
                      <p:cNvPr id="37" name="Object 36" hidden="1">
                        <a:extLst>
                          <a:ext uri="{FF2B5EF4-FFF2-40B4-BE49-F238E27FC236}">
                            <a16:creationId xmlns:a16="http://schemas.microsoft.com/office/drawing/2014/main" id="{CE5B5176-D9A8-E511-0E2D-D0EB830C0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15969"/>
            <a:ext cx="8820000" cy="480117"/>
          </a:xfrm>
        </p:spPr>
        <p:txBody>
          <a:bodyPr vert="horz"/>
          <a:lstStyle/>
          <a:p>
            <a:r>
              <a:rPr dirty="0"/>
              <a:t>Weekly class revenue by term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844824"/>
            <a:ext cx="8820001" cy="3816424"/>
            <a:chOff x="539999" y="1844824"/>
            <a:chExt cx="8820001" cy="3816424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844824"/>
              <a:ext cx="8820001" cy="3816423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rc5"/>
            <p:cNvSpPr/>
            <p:nvPr/>
          </p:nvSpPr>
          <p:spPr>
            <a:xfrm>
              <a:off x="1311863" y="2242321"/>
              <a:ext cx="7968936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596468" y="2761185"/>
              <a:ext cx="1707629" cy="229541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3493834" y="3333032"/>
              <a:ext cx="1707629" cy="1723565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5391199" y="2455180"/>
              <a:ext cx="1707629" cy="2601417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7288565" y="3274405"/>
              <a:ext cx="1707629" cy="178219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2155361" y="2602721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$1,455.62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052727" y="3174568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$1,092.99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950093" y="2296716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$1,649.67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847459" y="3115941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$1,130.17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311863" y="2242321"/>
              <a:ext cx="0" cy="2948290"/>
            </a:xfrm>
            <a:custGeom>
              <a:avLst/>
              <a:gdLst/>
              <a:ahLst/>
              <a:cxnLst/>
              <a:rect l="0" t="0" r="0" b="0"/>
              <a:pathLst>
                <a:path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15"/>
            <p:cNvSpPr/>
            <p:nvPr/>
          </p:nvSpPr>
          <p:spPr>
            <a:xfrm>
              <a:off x="1079233" y="4974147"/>
              <a:ext cx="164306" cy="1358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914926" y="4185682"/>
              <a:ext cx="328612" cy="1358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3393124"/>
              <a:ext cx="443805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$1,000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4" y="2604659"/>
              <a:ext cx="443805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$1,500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273905" y="505659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273905" y="4268133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273905" y="347966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1273905" y="2691202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1311863" y="5190611"/>
              <a:ext cx="7968936" cy="0"/>
            </a:xfrm>
            <a:custGeom>
              <a:avLst/>
              <a:gdLst/>
              <a:ahLst/>
              <a:cxnLst/>
              <a:rect l="0" t="0" r="0" b="0"/>
              <a:pathLst>
                <a:path w="7968936">
                  <a:moveTo>
                    <a:pt x="0" y="0"/>
                  </a:moveTo>
                  <a:lnTo>
                    <a:pt x="7968936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2450282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347648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6245014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8142380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1999482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896848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25988" y="5254694"/>
              <a:ext cx="838051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723354" y="5255289"/>
              <a:ext cx="838051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124435" y="5473552"/>
              <a:ext cx="3437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-69093" y="3642126"/>
              <a:ext cx="1423392" cy="1486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Weekly class revenue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311863" y="1934278"/>
              <a:ext cx="2547371" cy="1783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dirty="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Weekly class revenue by term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Total class revenue by term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667388"/>
            <a:ext cx="8820001" cy="3993860"/>
            <a:chOff x="539999" y="1667388"/>
            <a:chExt cx="8820001" cy="3993860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667388"/>
              <a:ext cx="8820000" cy="3993859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6" name="rc5"/>
            <p:cNvSpPr/>
            <p:nvPr/>
          </p:nvSpPr>
          <p:spPr>
            <a:xfrm>
              <a:off x="1394016" y="2242321"/>
              <a:ext cx="7886783" cy="2948290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675687" y="4016212"/>
              <a:ext cx="1690025" cy="1040386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3553492" y="4275399"/>
              <a:ext cx="1690025" cy="781198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5431298" y="2698435"/>
              <a:ext cx="1690025" cy="235816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rc9"/>
            <p:cNvSpPr/>
            <p:nvPr/>
          </p:nvSpPr>
          <p:spPr>
            <a:xfrm>
              <a:off x="7309104" y="3441055"/>
              <a:ext cx="1690025" cy="161554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tx10"/>
            <p:cNvSpPr/>
            <p:nvPr/>
          </p:nvSpPr>
          <p:spPr>
            <a:xfrm>
              <a:off x="2225778" y="3847252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$5,822.48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4103584" y="4106439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$4,371.95</a:t>
              </a:r>
            </a:p>
          </p:txBody>
        </p:sp>
        <p:sp>
          <p:nvSpPr>
            <p:cNvPr id="13" name="tx12"/>
            <p:cNvSpPr/>
            <p:nvPr/>
          </p:nvSpPr>
          <p:spPr>
            <a:xfrm>
              <a:off x="5943600" y="2529475"/>
              <a:ext cx="665420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$13,197.37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7859195" y="3272095"/>
              <a:ext cx="589841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$9,041.33</a:t>
              </a:r>
            </a:p>
          </p:txBody>
        </p:sp>
        <p:sp>
          <p:nvSpPr>
            <p:cNvPr id="15" name="pl14"/>
            <p:cNvSpPr/>
            <p:nvPr/>
          </p:nvSpPr>
          <p:spPr>
            <a:xfrm>
              <a:off x="1394016" y="2242321"/>
              <a:ext cx="0" cy="2948290"/>
            </a:xfrm>
            <a:custGeom>
              <a:avLst/>
              <a:gdLst/>
              <a:ahLst/>
              <a:cxnLst/>
              <a:rect l="0" t="0" r="0" b="0"/>
              <a:pathLst>
                <a:path h="2948290">
                  <a:moveTo>
                    <a:pt x="0" y="2948290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tx15"/>
            <p:cNvSpPr/>
            <p:nvPr/>
          </p:nvSpPr>
          <p:spPr>
            <a:xfrm>
              <a:off x="1161386" y="4974147"/>
              <a:ext cx="164306" cy="1358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881887" y="4076633"/>
              <a:ext cx="443805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$5,000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3183212"/>
              <a:ext cx="525958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$10,000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799734" y="2289790"/>
              <a:ext cx="525958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$15,000</a:t>
              </a:r>
            </a:p>
          </p:txBody>
        </p:sp>
        <p:sp>
          <p:nvSpPr>
            <p:cNvPr id="20" name="pl19"/>
            <p:cNvSpPr/>
            <p:nvPr/>
          </p:nvSpPr>
          <p:spPr>
            <a:xfrm>
              <a:off x="1356058" y="505659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356058" y="416317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356058" y="3269755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1356058" y="237633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1394016" y="5190611"/>
              <a:ext cx="7886783" cy="0"/>
            </a:xfrm>
            <a:custGeom>
              <a:avLst/>
              <a:gdLst/>
              <a:ahLst/>
              <a:cxnLst/>
              <a:rect l="0" t="0" r="0" b="0"/>
              <a:pathLst>
                <a:path w="7886783">
                  <a:moveTo>
                    <a:pt x="0" y="0"/>
                  </a:moveTo>
                  <a:lnTo>
                    <a:pt x="788678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2520699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4398505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6276311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8154116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2069899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3947704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5857285" y="5254694"/>
              <a:ext cx="838051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735091" y="5255289"/>
              <a:ext cx="838051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5165511" y="5473552"/>
              <a:ext cx="3437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24407" y="3659167"/>
              <a:ext cx="1270471" cy="1145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class revenue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1496616" y="1768394"/>
              <a:ext cx="2353597" cy="17832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dirty="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Total class revenue by term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Boxplot of the distribution of class revenue per student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772817"/>
            <a:ext cx="8820001" cy="3888432"/>
            <a:chOff x="539999" y="1772817"/>
            <a:chExt cx="8820001" cy="3888432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772817"/>
              <a:ext cx="8820000" cy="3888432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6" name="rc5"/>
            <p:cNvSpPr/>
            <p:nvPr/>
          </p:nvSpPr>
          <p:spPr>
            <a:xfrm>
              <a:off x="1114517" y="2625405"/>
              <a:ext cx="8166282" cy="2565206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6"/>
            <p:cNvSpPr/>
            <p:nvPr/>
          </p:nvSpPr>
          <p:spPr>
            <a:xfrm>
              <a:off x="2256303" y="3978554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7"/>
            <p:cNvSpPr/>
            <p:nvPr/>
          </p:nvSpPr>
          <p:spPr>
            <a:xfrm>
              <a:off x="2281128" y="4183050"/>
              <a:ext cx="0" cy="399374"/>
            </a:xfrm>
            <a:custGeom>
              <a:avLst/>
              <a:gdLst/>
              <a:ahLst/>
              <a:cxnLst/>
              <a:rect l="0" t="0" r="0" b="0"/>
              <a:pathLst>
                <a:path h="399374">
                  <a:moveTo>
                    <a:pt x="0" y="39937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8"/>
            <p:cNvSpPr/>
            <p:nvPr/>
          </p:nvSpPr>
          <p:spPr>
            <a:xfrm>
              <a:off x="2281128" y="4898175"/>
              <a:ext cx="0" cy="147279"/>
            </a:xfrm>
            <a:custGeom>
              <a:avLst/>
              <a:gdLst/>
              <a:ahLst/>
              <a:cxnLst/>
              <a:rect l="0" t="0" r="0" b="0"/>
              <a:pathLst>
                <a:path h="147279">
                  <a:moveTo>
                    <a:pt x="0" y="0"/>
                  </a:moveTo>
                  <a:lnTo>
                    <a:pt x="0" y="147279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1551996" y="4582424"/>
              <a:ext cx="1458264" cy="315751"/>
            </a:xfrm>
            <a:custGeom>
              <a:avLst/>
              <a:gdLst/>
              <a:ahLst/>
              <a:cxnLst/>
              <a:rect l="0" t="0" r="0" b="0"/>
              <a:pathLst>
                <a:path w="1458264" h="315751">
                  <a:moveTo>
                    <a:pt x="0" y="0"/>
                  </a:moveTo>
                  <a:lnTo>
                    <a:pt x="0" y="315751"/>
                  </a:lnTo>
                  <a:lnTo>
                    <a:pt x="1458264" y="315751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0"/>
            <p:cNvSpPr/>
            <p:nvPr/>
          </p:nvSpPr>
          <p:spPr>
            <a:xfrm>
              <a:off x="1551996" y="4788165"/>
              <a:ext cx="1458264" cy="0"/>
            </a:xfrm>
            <a:custGeom>
              <a:avLst/>
              <a:gdLst/>
              <a:ahLst/>
              <a:cxnLst/>
              <a:rect l="0" t="0" r="0" b="0"/>
              <a:pathLst>
                <a:path w="1458264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1"/>
            <p:cNvSpPr/>
            <p:nvPr/>
          </p:nvSpPr>
          <p:spPr>
            <a:xfrm>
              <a:off x="4225482" y="4024672"/>
              <a:ext cx="0" cy="543566"/>
            </a:xfrm>
            <a:custGeom>
              <a:avLst/>
              <a:gdLst/>
              <a:ahLst/>
              <a:cxnLst/>
              <a:rect l="0" t="0" r="0" b="0"/>
              <a:pathLst>
                <a:path h="543566">
                  <a:moveTo>
                    <a:pt x="0" y="54356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2"/>
            <p:cNvSpPr/>
            <p:nvPr/>
          </p:nvSpPr>
          <p:spPr>
            <a:xfrm>
              <a:off x="4225482" y="4956890"/>
              <a:ext cx="0" cy="117120"/>
            </a:xfrm>
            <a:custGeom>
              <a:avLst/>
              <a:gdLst/>
              <a:ahLst/>
              <a:cxnLst/>
              <a:rect l="0" t="0" r="0" b="0"/>
              <a:pathLst>
                <a:path h="117120">
                  <a:moveTo>
                    <a:pt x="0" y="0"/>
                  </a:moveTo>
                  <a:lnTo>
                    <a:pt x="0" y="11712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3496349" y="4568238"/>
              <a:ext cx="1458264" cy="388652"/>
            </a:xfrm>
            <a:custGeom>
              <a:avLst/>
              <a:gdLst/>
              <a:ahLst/>
              <a:cxnLst/>
              <a:rect l="0" t="0" r="0" b="0"/>
              <a:pathLst>
                <a:path w="1458264" h="388652">
                  <a:moveTo>
                    <a:pt x="0" y="0"/>
                  </a:moveTo>
                  <a:lnTo>
                    <a:pt x="0" y="388652"/>
                  </a:lnTo>
                  <a:lnTo>
                    <a:pt x="1458264" y="388652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4"/>
            <p:cNvSpPr/>
            <p:nvPr/>
          </p:nvSpPr>
          <p:spPr>
            <a:xfrm>
              <a:off x="3496349" y="4809808"/>
              <a:ext cx="1458264" cy="0"/>
            </a:xfrm>
            <a:custGeom>
              <a:avLst/>
              <a:gdLst/>
              <a:ahLst/>
              <a:cxnLst/>
              <a:rect l="0" t="0" r="0" b="0"/>
              <a:pathLst>
                <a:path w="1458264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t15"/>
            <p:cNvSpPr/>
            <p:nvPr/>
          </p:nvSpPr>
          <p:spPr>
            <a:xfrm>
              <a:off x="6145009" y="3350069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6"/>
            <p:cNvSpPr/>
            <p:nvPr/>
          </p:nvSpPr>
          <p:spPr>
            <a:xfrm>
              <a:off x="6145009" y="3224720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7"/>
            <p:cNvSpPr/>
            <p:nvPr/>
          </p:nvSpPr>
          <p:spPr>
            <a:xfrm>
              <a:off x="6145009" y="2969151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8"/>
            <p:cNvSpPr/>
            <p:nvPr/>
          </p:nvSpPr>
          <p:spPr>
            <a:xfrm>
              <a:off x="6169835" y="3885793"/>
              <a:ext cx="0" cy="658912"/>
            </a:xfrm>
            <a:custGeom>
              <a:avLst/>
              <a:gdLst/>
              <a:ahLst/>
              <a:cxnLst/>
              <a:rect l="0" t="0" r="0" b="0"/>
              <a:pathLst>
                <a:path h="658912">
                  <a:moveTo>
                    <a:pt x="0" y="65891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6169835" y="5001271"/>
              <a:ext cx="0" cy="72740"/>
            </a:xfrm>
            <a:custGeom>
              <a:avLst/>
              <a:gdLst/>
              <a:ahLst/>
              <a:cxnLst/>
              <a:rect l="0" t="0" r="0" b="0"/>
              <a:pathLst>
                <a:path h="72740">
                  <a:moveTo>
                    <a:pt x="0" y="0"/>
                  </a:moveTo>
                  <a:lnTo>
                    <a:pt x="0" y="7274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g20"/>
            <p:cNvSpPr/>
            <p:nvPr/>
          </p:nvSpPr>
          <p:spPr>
            <a:xfrm>
              <a:off x="5440702" y="4544705"/>
              <a:ext cx="1458264" cy="456565"/>
            </a:xfrm>
            <a:custGeom>
              <a:avLst/>
              <a:gdLst/>
              <a:ahLst/>
              <a:cxnLst/>
              <a:rect l="0" t="0" r="0" b="0"/>
              <a:pathLst>
                <a:path w="1458264" h="456565">
                  <a:moveTo>
                    <a:pt x="0" y="0"/>
                  </a:moveTo>
                  <a:lnTo>
                    <a:pt x="0" y="456565"/>
                  </a:lnTo>
                  <a:lnTo>
                    <a:pt x="1458264" y="456565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5440702" y="4837296"/>
              <a:ext cx="1458264" cy="0"/>
            </a:xfrm>
            <a:custGeom>
              <a:avLst/>
              <a:gdLst/>
              <a:ahLst/>
              <a:cxnLst/>
              <a:rect l="0" t="0" r="0" b="0"/>
              <a:pathLst>
                <a:path w="1458264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2"/>
            <p:cNvSpPr/>
            <p:nvPr/>
          </p:nvSpPr>
          <p:spPr>
            <a:xfrm>
              <a:off x="8089362" y="2717180"/>
              <a:ext cx="49651" cy="49651"/>
            </a:xfrm>
            <a:prstGeom prst="ellipse">
              <a:avLst/>
            </a:prstGeom>
            <a:solidFill>
              <a:srgbClr val="F8981D">
                <a:alpha val="100000"/>
              </a:srgbClr>
            </a:solidFill>
            <a:ln w="9000" cap="rnd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8114188" y="3595701"/>
              <a:ext cx="0" cy="746848"/>
            </a:xfrm>
            <a:custGeom>
              <a:avLst/>
              <a:gdLst/>
              <a:ahLst/>
              <a:cxnLst/>
              <a:rect l="0" t="0" r="0" b="0"/>
              <a:pathLst>
                <a:path h="746848">
                  <a:moveTo>
                    <a:pt x="0" y="74684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8114188" y="4940380"/>
              <a:ext cx="0" cy="133630"/>
            </a:xfrm>
            <a:custGeom>
              <a:avLst/>
              <a:gdLst/>
              <a:ahLst/>
              <a:cxnLst/>
              <a:rect l="0" t="0" r="0" b="0"/>
              <a:pathLst>
                <a:path h="133630">
                  <a:moveTo>
                    <a:pt x="0" y="0"/>
                  </a:moveTo>
                  <a:lnTo>
                    <a:pt x="0" y="133630"/>
                  </a:lnTo>
                </a:path>
              </a:pathLst>
            </a:custGeom>
            <a:ln w="13550" cap="flat">
              <a:solidFill>
                <a:srgbClr val="F8981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g25"/>
            <p:cNvSpPr/>
            <p:nvPr/>
          </p:nvSpPr>
          <p:spPr>
            <a:xfrm>
              <a:off x="7385055" y="4342550"/>
              <a:ext cx="1458264" cy="597830"/>
            </a:xfrm>
            <a:custGeom>
              <a:avLst/>
              <a:gdLst/>
              <a:ahLst/>
              <a:cxnLst/>
              <a:rect l="0" t="0" r="0" b="0"/>
              <a:pathLst>
                <a:path w="1458264" h="597830">
                  <a:moveTo>
                    <a:pt x="0" y="0"/>
                  </a:moveTo>
                  <a:lnTo>
                    <a:pt x="0" y="597830"/>
                  </a:lnTo>
                  <a:lnTo>
                    <a:pt x="1458264" y="597830"/>
                  </a:lnTo>
                  <a:lnTo>
                    <a:pt x="145826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3550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7385055" y="4544705"/>
              <a:ext cx="1458264" cy="0"/>
            </a:xfrm>
            <a:custGeom>
              <a:avLst/>
              <a:gdLst/>
              <a:ahLst/>
              <a:cxnLst/>
              <a:rect l="0" t="0" r="0" b="0"/>
              <a:pathLst>
                <a:path w="1458264">
                  <a:moveTo>
                    <a:pt x="0" y="0"/>
                  </a:moveTo>
                  <a:lnTo>
                    <a:pt x="1458264" y="0"/>
                  </a:lnTo>
                </a:path>
              </a:pathLst>
            </a:custGeom>
            <a:ln w="27101" cap="flat">
              <a:solidFill>
                <a:srgbClr val="F8981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7"/>
            <p:cNvSpPr/>
            <p:nvPr/>
          </p:nvSpPr>
          <p:spPr>
            <a:xfrm>
              <a:off x="1114517" y="2625405"/>
              <a:ext cx="0" cy="2565206"/>
            </a:xfrm>
            <a:custGeom>
              <a:avLst/>
              <a:gdLst/>
              <a:ahLst/>
              <a:cxnLst/>
              <a:rect l="0" t="0" r="0" b="0"/>
              <a:pathLst>
                <a:path h="2565206">
                  <a:moveTo>
                    <a:pt x="0" y="2565206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x28"/>
            <p:cNvSpPr/>
            <p:nvPr/>
          </p:nvSpPr>
          <p:spPr>
            <a:xfrm>
              <a:off x="964040" y="5017010"/>
              <a:ext cx="82153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99734" y="4417399"/>
              <a:ext cx="246459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799734" y="3817789"/>
              <a:ext cx="246459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400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99734" y="3218178"/>
              <a:ext cx="246459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600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799734" y="2618568"/>
              <a:ext cx="246459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800</a:t>
              </a:r>
            </a:p>
          </p:txBody>
        </p:sp>
        <p:sp>
          <p:nvSpPr>
            <p:cNvPr id="34" name="pl33"/>
            <p:cNvSpPr/>
            <p:nvPr/>
          </p:nvSpPr>
          <p:spPr>
            <a:xfrm>
              <a:off x="1076559" y="507401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4"/>
            <p:cNvSpPr/>
            <p:nvPr/>
          </p:nvSpPr>
          <p:spPr>
            <a:xfrm>
              <a:off x="1076559" y="447440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5"/>
            <p:cNvSpPr/>
            <p:nvPr/>
          </p:nvSpPr>
          <p:spPr>
            <a:xfrm>
              <a:off x="1076559" y="387479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6"/>
            <p:cNvSpPr/>
            <p:nvPr/>
          </p:nvSpPr>
          <p:spPr>
            <a:xfrm>
              <a:off x="1076559" y="3275179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7"/>
            <p:cNvSpPr/>
            <p:nvPr/>
          </p:nvSpPr>
          <p:spPr>
            <a:xfrm>
              <a:off x="1076559" y="2675569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l38"/>
            <p:cNvSpPr/>
            <p:nvPr/>
          </p:nvSpPr>
          <p:spPr>
            <a:xfrm>
              <a:off x="1114517" y="5190611"/>
              <a:ext cx="8166282" cy="0"/>
            </a:xfrm>
            <a:custGeom>
              <a:avLst/>
              <a:gdLst/>
              <a:ahLst/>
              <a:cxnLst/>
              <a:rect l="0" t="0" r="0" b="0"/>
              <a:pathLst>
                <a:path w="8166282">
                  <a:moveTo>
                    <a:pt x="0" y="0"/>
                  </a:moveTo>
                  <a:lnTo>
                    <a:pt x="8166282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2281128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4225482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6169835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8114188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tx43"/>
            <p:cNvSpPr/>
            <p:nvPr/>
          </p:nvSpPr>
          <p:spPr>
            <a:xfrm>
              <a:off x="1830328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4 2022*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3774681" y="5255289"/>
              <a:ext cx="901600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5 2022*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750809" y="5254694"/>
              <a:ext cx="838051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1 2023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7695162" y="5255289"/>
              <a:ext cx="838051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 2 2023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025762" y="5473552"/>
              <a:ext cx="343792" cy="1084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Term</a:t>
              </a:r>
            </a:p>
          </p:txBody>
        </p:sp>
        <p:sp>
          <p:nvSpPr>
            <p:cNvPr id="49" name="tx48"/>
            <p:cNvSpPr/>
            <p:nvPr/>
          </p:nvSpPr>
          <p:spPr>
            <a:xfrm rot="-5400000">
              <a:off x="-223540" y="3834078"/>
              <a:ext cx="1733103" cy="147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Class revenue per student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1114517" y="2199533"/>
              <a:ext cx="3263875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Box with white space = 50% of students (Q1-Q3)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1114517" y="2364125"/>
              <a:ext cx="2643410" cy="1494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Line in middle of white space = median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1114517" y="1933028"/>
              <a:ext cx="4767649" cy="1795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Boxplot of the distribution of class revenue per student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verning Thought"/>
          <p:cNvSpPr>
            <a:spLocks noGrp="1"/>
          </p:cNvSpPr>
          <p:nvPr>
            <p:ph type="title" hasCustomPrompt="1"/>
          </p:nvPr>
        </p:nvSpPr>
        <p:spPr>
          <a:xfrm>
            <a:off x="540000" y="504000"/>
            <a:ext cx="8820000" cy="504056"/>
          </a:xfrm>
        </p:spPr>
        <p:txBody>
          <a:bodyPr/>
          <a:lstStyle/>
          <a:p>
            <a:r>
              <a:t>Dance class revenue by fiscal quarter</a:t>
            </a:r>
          </a:p>
        </p:txBody>
      </p:sp>
      <p:grpSp>
        <p:nvGrpSpPr>
          <p:cNvPr id="3" name="Chart 1"/>
          <p:cNvGrpSpPr/>
          <p:nvPr/>
        </p:nvGrpSpPr>
        <p:grpSpPr>
          <a:xfrm>
            <a:off x="539999" y="1772817"/>
            <a:ext cx="8820001" cy="3888432"/>
            <a:chOff x="539999" y="1772817"/>
            <a:chExt cx="8820001" cy="3888432"/>
          </a:xfrm>
        </p:grpSpPr>
        <p:sp>
          <p:nvSpPr>
            <p:cNvPr id="4" name="rc3"/>
            <p:cNvSpPr/>
            <p:nvPr/>
          </p:nvSpPr>
          <p:spPr>
            <a:xfrm>
              <a:off x="539999" y="1916113"/>
              <a:ext cx="8820001" cy="37451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4"/>
            <p:cNvSpPr/>
            <p:nvPr/>
          </p:nvSpPr>
          <p:spPr>
            <a:xfrm>
              <a:off x="539999" y="1772817"/>
              <a:ext cx="8820000" cy="3888432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6" name="rc5"/>
            <p:cNvSpPr/>
            <p:nvPr/>
          </p:nvSpPr>
          <p:spPr>
            <a:xfrm>
              <a:off x="1394016" y="2460813"/>
              <a:ext cx="7886783" cy="2729798"/>
            </a:xfrm>
            <a:prstGeom prst="rect">
              <a:avLst/>
            </a:prstGeom>
            <a:solidFill>
              <a:srgbClr val="E6E6E1">
                <a:alpha val="100000"/>
              </a:srgbClr>
            </a:solidFill>
            <a:ln w="14782" cap="rnd">
              <a:solidFill>
                <a:srgbClr val="E6E6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6"/>
            <p:cNvSpPr/>
            <p:nvPr/>
          </p:nvSpPr>
          <p:spPr>
            <a:xfrm>
              <a:off x="1752506" y="5036708"/>
              <a:ext cx="2225111" cy="29821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rc7"/>
            <p:cNvSpPr/>
            <p:nvPr/>
          </p:nvSpPr>
          <p:spPr>
            <a:xfrm>
              <a:off x="4224852" y="3816936"/>
              <a:ext cx="2225111" cy="124959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rc8"/>
            <p:cNvSpPr/>
            <p:nvPr/>
          </p:nvSpPr>
          <p:spPr>
            <a:xfrm>
              <a:off x="6697198" y="2641996"/>
              <a:ext cx="2225111" cy="2424533"/>
            </a:xfrm>
            <a:prstGeom prst="rect">
              <a:avLst/>
            </a:prstGeom>
            <a:solidFill>
              <a:srgbClr val="F8981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tx9"/>
            <p:cNvSpPr/>
            <p:nvPr/>
          </p:nvSpPr>
          <p:spPr>
            <a:xfrm>
              <a:off x="2623128" y="4903754"/>
              <a:ext cx="483867" cy="1249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$261.13</a:t>
              </a:r>
            </a:p>
          </p:txBody>
        </p:sp>
        <p:sp>
          <p:nvSpPr>
            <p:cNvPr id="11" name="tx10"/>
            <p:cNvSpPr/>
            <p:nvPr/>
          </p:nvSpPr>
          <p:spPr>
            <a:xfrm>
              <a:off x="5004698" y="3680217"/>
              <a:ext cx="665420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$10,941.90</a:t>
              </a:r>
            </a:p>
          </p:txBody>
        </p:sp>
        <p:sp>
          <p:nvSpPr>
            <p:cNvPr id="12" name="tx11"/>
            <p:cNvSpPr/>
            <p:nvPr/>
          </p:nvSpPr>
          <p:spPr>
            <a:xfrm>
              <a:off x="7477043" y="2505277"/>
              <a:ext cx="665420" cy="128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$21,230.11</a:t>
              </a:r>
            </a:p>
          </p:txBody>
        </p:sp>
        <p:sp>
          <p:nvSpPr>
            <p:cNvPr id="13" name="pl12"/>
            <p:cNvSpPr/>
            <p:nvPr/>
          </p:nvSpPr>
          <p:spPr>
            <a:xfrm>
              <a:off x="1394016" y="2460813"/>
              <a:ext cx="0" cy="2729798"/>
            </a:xfrm>
            <a:custGeom>
              <a:avLst/>
              <a:gdLst/>
              <a:ahLst/>
              <a:cxnLst/>
              <a:rect l="0" t="0" r="0" b="0"/>
              <a:pathLst>
                <a:path h="2729798">
                  <a:moveTo>
                    <a:pt x="0" y="2729798"/>
                  </a:moveTo>
                  <a:lnTo>
                    <a:pt x="0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x13"/>
            <p:cNvSpPr/>
            <p:nvPr/>
          </p:nvSpPr>
          <p:spPr>
            <a:xfrm>
              <a:off x="1161386" y="4984079"/>
              <a:ext cx="164306" cy="1358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$0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881887" y="4408973"/>
              <a:ext cx="443805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$5,000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799734" y="3837960"/>
              <a:ext cx="525958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$10,000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799734" y="3266947"/>
              <a:ext cx="525958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$15,000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9734" y="2695934"/>
              <a:ext cx="525958" cy="1398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$20,000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356058" y="506653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19"/>
            <p:cNvSpPr/>
            <p:nvPr/>
          </p:nvSpPr>
          <p:spPr>
            <a:xfrm>
              <a:off x="1356058" y="449551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0"/>
            <p:cNvSpPr/>
            <p:nvPr/>
          </p:nvSpPr>
          <p:spPr>
            <a:xfrm>
              <a:off x="1356058" y="3924504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1"/>
            <p:cNvSpPr/>
            <p:nvPr/>
          </p:nvSpPr>
          <p:spPr>
            <a:xfrm>
              <a:off x="1356058" y="3353491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2"/>
            <p:cNvSpPr/>
            <p:nvPr/>
          </p:nvSpPr>
          <p:spPr>
            <a:xfrm>
              <a:off x="1356058" y="2782478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3"/>
            <p:cNvSpPr/>
            <p:nvPr/>
          </p:nvSpPr>
          <p:spPr>
            <a:xfrm>
              <a:off x="1394016" y="5190611"/>
              <a:ext cx="7886783" cy="0"/>
            </a:xfrm>
            <a:custGeom>
              <a:avLst/>
              <a:gdLst/>
              <a:ahLst/>
              <a:cxnLst/>
              <a:rect l="0" t="0" r="0" b="0"/>
              <a:pathLst>
                <a:path w="7886783">
                  <a:moveTo>
                    <a:pt x="0" y="0"/>
                  </a:moveTo>
                  <a:lnTo>
                    <a:pt x="7886783" y="0"/>
                  </a:lnTo>
                </a:path>
              </a:pathLst>
            </a:custGeom>
            <a:ln w="71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4"/>
            <p:cNvSpPr/>
            <p:nvPr/>
          </p:nvSpPr>
          <p:spPr>
            <a:xfrm>
              <a:off x="2865062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5"/>
            <p:cNvSpPr/>
            <p:nvPr/>
          </p:nvSpPr>
          <p:spPr>
            <a:xfrm>
              <a:off x="5337408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6"/>
            <p:cNvSpPr/>
            <p:nvPr/>
          </p:nvSpPr>
          <p:spPr>
            <a:xfrm>
              <a:off x="7809754" y="5190611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4782" cap="flat">
              <a:solidFill>
                <a:srgbClr val="0026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x27"/>
            <p:cNvSpPr/>
            <p:nvPr/>
          </p:nvSpPr>
          <p:spPr>
            <a:xfrm>
              <a:off x="2643159" y="5254694"/>
              <a:ext cx="443805" cy="1109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5115505" y="5255289"/>
              <a:ext cx="443805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7587851" y="5255289"/>
              <a:ext cx="443805" cy="11035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2023.3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890700" y="5434187"/>
              <a:ext cx="893415" cy="1478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Fiscal quarter</a:t>
              </a:r>
            </a:p>
          </p:txBody>
        </p:sp>
        <p:sp>
          <p:nvSpPr>
            <p:cNvPr id="32" name="tx31"/>
            <p:cNvSpPr/>
            <p:nvPr/>
          </p:nvSpPr>
          <p:spPr>
            <a:xfrm rot="-5400000">
              <a:off x="-18343" y="3768414"/>
              <a:ext cx="1355973" cy="11459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Dance class revenue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1394016" y="2131602"/>
              <a:ext cx="2939578" cy="1503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Financial year = FY22/23 i.e. fiscal year 2023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1394016" y="1865023"/>
              <a:ext cx="3162359" cy="180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 dirty="0">
                  <a:solidFill>
                    <a:srgbClr val="00264D">
                      <a:alpha val="100000"/>
                    </a:srgbClr>
                  </a:solidFill>
                  <a:latin typeface="Segoe UI"/>
                  <a:cs typeface="Segoe UI"/>
                </a:rPr>
                <a:t>Dance class revenue by fiscal quarter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22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#d/%m/%Y&lt;/m_strFormatTime&gt;&lt;/m_precDefaultDate&gt;&lt;m_precDefaultYear/&gt;&lt;m_precDefaultQuarter/&gt;&lt;m_precDefaultMonth/&gt;&lt;m_precDefaultWeek/&gt;&lt;m_precDefaultDay/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_Bdv41RPCT0KnTB.BZb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VeiYixR6aoiTKrXQ99w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lNPphI_RXyEAenAJOmVD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PkpHWzT2u_rvpmEoVBH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vyuxunSNix8kPYM54Hb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M5QE0vQB2M10J24kmjV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5qnCyQRnaATcb.BvqlBQ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XFYnTzRySXPslKAnKE9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UG2rNESae2.4uCTYvZ3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p2if0FSjaPzLj.fX67C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7pFYGMSAOgC8NZMaGdm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L9BT6nRQ2G4tu1x9lU6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Hh6.YSRfawKPDkv907B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0qV732S7am1JqSgCj1G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cnpnYatSOWDJR1r141nUQ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xfIqWMRhWB8V9c_KHheg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kD0ACBARBCModKgULCl1A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G1eKoNRMicb_VF3Pag3A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cwvmSwxRfmneQrMKWKr9A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IzwQJKSgGA3CDCmE0Bf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mlIclmRKKRKPrG8pUFs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I9qfPstThCSTyKXv2QPOw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15444C8D-43EA-4D70-9B7E-C362862BB66C}" vid="{E5DDE96C-8DCF-4E53-8D88-FE6CDD967596}"/>
    </a:ext>
  </a:extLst>
</a:theme>
</file>

<file path=ppt/theme/theme2.xml><?xml version="1.0" encoding="utf-8"?>
<a:theme xmlns:a="http://schemas.openxmlformats.org/drawingml/2006/main" name="1_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ED7EE372-8EC5-48F3-A1DE-63CD21F9D8E8}" vid="{ABD628BD-2869-493D-892A-31939DEAB46D}"/>
    </a:ext>
  </a:extLst>
</a:theme>
</file>

<file path=ppt/theme/theme3.xml><?xml version="1.0" encoding="utf-8"?>
<a:theme xmlns:a="http://schemas.openxmlformats.org/drawingml/2006/main" name="2_Discussion - Core">
  <a:themeElements>
    <a:clrScheme name="New Brand">
      <a:dk1>
        <a:sysClr val="windowText" lastClr="000000"/>
      </a:dk1>
      <a:lt1>
        <a:sysClr val="window" lastClr="FFFFFF"/>
      </a:lt1>
      <a:dk2>
        <a:srgbClr val="2E368F"/>
      </a:dk2>
      <a:lt2>
        <a:srgbClr val="00264D"/>
      </a:lt2>
      <a:accent1>
        <a:srgbClr val="FF3A40"/>
      </a:accent1>
      <a:accent2>
        <a:srgbClr val="F25E21"/>
      </a:accent2>
      <a:accent3>
        <a:srgbClr val="F8981D"/>
      </a:accent3>
      <a:accent4>
        <a:srgbClr val="FED13B"/>
      </a:accent4>
      <a:accent5>
        <a:srgbClr val="E6E6E1"/>
      </a:accent5>
      <a:accent6>
        <a:srgbClr val="25B3E0"/>
      </a:accent6>
      <a:hlink>
        <a:srgbClr val="0048C7"/>
      </a:hlink>
      <a:folHlink>
        <a:srgbClr val="0048C7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3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iscussion - Core" id="{ED7EE372-8EC5-48F3-A1DE-63CD21F9D8E8}" vid="{ABD628BD-2869-493D-892A-31939DEAB46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609</Words>
  <Application>Microsoft Office PowerPoint</Application>
  <PresentationFormat>A4 Paper (210x297 mm)</PresentationFormat>
  <Paragraphs>205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Segoe UI</vt:lpstr>
      <vt:lpstr>Segoe UI Semibold</vt:lpstr>
      <vt:lpstr>Segoe UI Semilight</vt:lpstr>
      <vt:lpstr>Discussion - Core</vt:lpstr>
      <vt:lpstr>1_Discussion - Core</vt:lpstr>
      <vt:lpstr>2_Discussion - Core</vt:lpstr>
      <vt:lpstr>think-cell Slide</vt:lpstr>
      <vt:lpstr>PowerPoint Presentation</vt:lpstr>
      <vt:lpstr>PowerPoint Presentation</vt:lpstr>
      <vt:lpstr>Number of unique students per term broken down by upfront registrations(since Term 4 2022)</vt:lpstr>
      <vt:lpstr>Number of registrations - casual vs. upfront</vt:lpstr>
      <vt:lpstr>Breakdown of unique students by number of terms attended</vt:lpstr>
      <vt:lpstr>Most recent starting terms: breakdown of students by % of all terms attended</vt:lpstr>
      <vt:lpstr>Older starting terms: breakdown of students by % of all terms attended</vt:lpstr>
      <vt:lpstr>PowerPoint Presentation</vt:lpstr>
      <vt:lpstr>Weekly class revenue by term</vt:lpstr>
      <vt:lpstr>Total class revenue by term</vt:lpstr>
      <vt:lpstr>Boxplot of the distribution of class revenue per student</vt:lpstr>
      <vt:lpstr>Dance class revenue by fiscal quarter</vt:lpstr>
    </vt:vector>
  </TitlesOfParts>
  <Company>The Nous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Ellis</dc:creator>
  <cp:lastModifiedBy>Jack Marozzi</cp:lastModifiedBy>
  <cp:revision>10</cp:revision>
  <cp:lastPrinted>2017-07-26T07:33:06Z</cp:lastPrinted>
  <dcterms:created xsi:type="dcterms:W3CDTF">2019-09-25T00:14:08Z</dcterms:created>
  <dcterms:modified xsi:type="dcterms:W3CDTF">2023-04-03T00:08:01Z</dcterms:modified>
</cp:coreProperties>
</file>