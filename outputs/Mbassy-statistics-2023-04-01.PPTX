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xml" ContentType="application/xml"/>
  <Default Extension="gif" ContentType="image/gif"/>
  <Default Extension="svg" ContentType="image/svg+xml"/>
  <Default Extension="bmp" ContentType="image/bmp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0.xml" ContentType="application/vnd.openxmlformats-officedocument.presentationml.slideLayout+xml"/>
  <Override PartName="/ppt/theme/theme2.xml" ContentType="application/vnd.openxmlformats-officedocument.theme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157.xml" ContentType="application/vnd.openxmlformats-officedocument.presentationml.slideLayout+xml"/>
  <Override PartName="/ppt/slideLayouts/slideLayout158.xml" ContentType="application/vnd.openxmlformats-officedocument.presentationml.slideLayout+xml"/>
  <Override PartName="/ppt/slideLayouts/slideLayout159.xml" ContentType="application/vnd.openxmlformats-officedocument.presentationml.slideLayout+xml"/>
  <Override PartName="/ppt/slideLayouts/slideLayout160.xml" ContentType="application/vnd.openxmlformats-officedocument.presentationml.slideLayout+xml"/>
  <Override PartName="/ppt/slideLayouts/slideLayout161.xml" ContentType="application/vnd.openxmlformats-officedocument.presentationml.slideLayout+xml"/>
  <Override PartName="/ppt/slideLayouts/slideLayout162.xml" ContentType="application/vnd.openxmlformats-officedocument.presentationml.slideLayout+xml"/>
  <Override PartName="/ppt/slideLayouts/slideLayout163.xml" ContentType="application/vnd.openxmlformats-officedocument.presentationml.slideLayout+xml"/>
  <Override PartName="/ppt/slideLayouts/slideLayout164.xml" ContentType="application/vnd.openxmlformats-officedocument.presentationml.slideLayout+xml"/>
  <Override PartName="/ppt/slideLayouts/slideLayout165.xml" ContentType="application/vnd.openxmlformats-officedocument.presentationml.slideLayout+xml"/>
  <Override PartName="/ppt/slideLayouts/slideLayout166.xml" ContentType="application/vnd.openxmlformats-officedocument.presentationml.slideLayout+xml"/>
  <Override PartName="/ppt/slideLayouts/slideLayout167.xml" ContentType="application/vnd.openxmlformats-officedocument.presentationml.slideLayout+xml"/>
  <Override PartName="/ppt/slideLayouts/slideLayout168.xml" ContentType="application/vnd.openxmlformats-officedocument.presentationml.slideLayout+xml"/>
  <Override PartName="/ppt/slideLayouts/slideLayout169.xml" ContentType="application/vnd.openxmlformats-officedocument.presentationml.slideLayout+xml"/>
  <Override PartName="/ppt/slideLayouts/slideLayout170.xml" ContentType="application/vnd.openxmlformats-officedocument.presentationml.slideLayout+xml"/>
  <Override PartName="/ppt/slideLayouts/slideLayout171.xml" ContentType="application/vnd.openxmlformats-officedocument.presentationml.slideLayout+xml"/>
  <Override PartName="/ppt/slideLayouts/slideLayout172.xml" ContentType="application/vnd.openxmlformats-officedocument.presentationml.slideLayout+xml"/>
  <Override PartName="/ppt/slideLayouts/slideLayout173.xml" ContentType="application/vnd.openxmlformats-officedocument.presentationml.slideLayout+xml"/>
  <Override PartName="/ppt/slideLayouts/slideLayout174.xml" ContentType="application/vnd.openxmlformats-officedocument.presentationml.slideLayout+xml"/>
  <Override PartName="/ppt/slideLayouts/slideLayout175.xml" ContentType="application/vnd.openxmlformats-officedocument.presentationml.slideLayout+xml"/>
  <Override PartName="/ppt/slideLayouts/slideLayout176.xml" ContentType="application/vnd.openxmlformats-officedocument.presentationml.slideLayout+xml"/>
  <Override PartName="/ppt/slideLayouts/slideLayout177.xml" ContentType="application/vnd.openxmlformats-officedocument.presentationml.slideLayout+xml"/>
  <Override PartName="/ppt/slideLayouts/slideLayout178.xml" ContentType="application/vnd.openxmlformats-officedocument.presentationml.slideLayout+xml"/>
  <Override PartName="/ppt/slideLayouts/slideLayout179.xml" ContentType="application/vnd.openxmlformats-officedocument.presentationml.slideLayout+xml"/>
  <Override PartName="/ppt/slideLayouts/slideLayout180.xml" ContentType="application/vnd.openxmlformats-officedocument.presentationml.slideLayout+xml"/>
  <Override PartName="/ppt/slideLayouts/slideLayout181.xml" ContentType="application/vnd.openxmlformats-officedocument.presentationml.slideLayout+xml"/>
  <Override PartName="/ppt/slideLayouts/slideLayout182.xml" ContentType="application/vnd.openxmlformats-officedocument.presentationml.slideLayout+xml"/>
  <Override PartName="/ppt/slideLayouts/slideLayout183.xml" ContentType="application/vnd.openxmlformats-officedocument.presentationml.slideLayout+xml"/>
  <Override PartName="/ppt/slideLayouts/slideLayout184.xml" ContentType="application/vnd.openxmlformats-officedocument.presentationml.slideLayout+xml"/>
  <Override PartName="/ppt/slideLayouts/slideLayout185.xml" ContentType="application/vnd.openxmlformats-officedocument.presentationml.slideLayout+xml"/>
  <Override PartName="/ppt/slideLayouts/slideLayout186.xml" ContentType="application/vnd.openxmlformats-officedocument.presentationml.slideLayout+xml"/>
  <Override PartName="/ppt/slideLayouts/slideLayout187.xml" ContentType="application/vnd.openxmlformats-officedocument.presentationml.slideLayout+xml"/>
  <Override PartName="/ppt/slideLayouts/slideLayout188.xml" ContentType="application/vnd.openxmlformats-officedocument.presentationml.slideLayout+xml"/>
  <Override PartName="/ppt/slideLayouts/slideLayout189.xml" ContentType="application/vnd.openxmlformats-officedocument.presentationml.slideLayout+xml"/>
  <Override PartName="/ppt/slideLayouts/slideLayout190.xml" ContentType="application/vnd.openxmlformats-officedocument.presentationml.slideLayout+xml"/>
  <Override PartName="/ppt/slideLayouts/slideLayout191.xml" ContentType="application/vnd.openxmlformats-officedocument.presentationml.slideLayout+xml"/>
  <Override PartName="/ppt/slideLayouts/slideLayout192.xml" ContentType="application/vnd.openxmlformats-officedocument.presentationml.slideLayout+xml"/>
  <Override PartName="/ppt/slideLayouts/slideLayout193.xml" ContentType="application/vnd.openxmlformats-officedocument.presentationml.slideLayout+xml"/>
  <Override PartName="/ppt/slideLayouts/slideLayout194.xml" ContentType="application/vnd.openxmlformats-officedocument.presentationml.slideLayout+xml"/>
  <Override PartName="/ppt/slideLayouts/slideLayout195.xml" ContentType="application/vnd.openxmlformats-officedocument.presentationml.slideLayout+xml"/>
  <Override PartName="/ppt/slideLayouts/slideLayout196.xml" ContentType="application/vnd.openxmlformats-officedocument.presentationml.slideLayout+xml"/>
  <Override PartName="/ppt/slideLayouts/slideLayout197.xml" ContentType="application/vnd.openxmlformats-officedocument.presentationml.slideLayout+xml"/>
  <Override PartName="/ppt/slideLayouts/slideLayout198.xml" ContentType="application/vnd.openxmlformats-officedocument.presentationml.slideLayout+xml"/>
  <Override PartName="/ppt/slideLayouts/slideLayout199.xml" ContentType="application/vnd.openxmlformats-officedocument.presentationml.slideLayout+xml"/>
  <Override PartName="/ppt/slideLayouts/slideLayout200.xml" ContentType="application/vnd.openxmlformats-officedocument.presentationml.slideLayout+xml"/>
  <Override PartName="/ppt/slideLayouts/slideLayout201.xml" ContentType="application/vnd.openxmlformats-officedocument.presentationml.slideLayout+xml"/>
  <Override PartName="/ppt/slideLayouts/slideLayout202.xml" ContentType="application/vnd.openxmlformats-officedocument.presentationml.slideLayout+xml"/>
  <Override PartName="/ppt/slideLayouts/slideLayout203.xml" ContentType="application/vnd.openxmlformats-officedocument.presentationml.slideLayout+xml"/>
  <Override PartName="/ppt/slideLayouts/slideLayout204.xml" ContentType="application/vnd.openxmlformats-officedocument.presentationml.slideLayout+xml"/>
  <Override PartName="/ppt/slideLayouts/slideLayout205.xml" ContentType="application/vnd.openxmlformats-officedocument.presentationml.slideLayout+xml"/>
  <Override PartName="/ppt/slideLayouts/slideLayout206.xml" ContentType="application/vnd.openxmlformats-officedocument.presentationml.slideLayout+xml"/>
  <Override PartName="/ppt/slideLayouts/slideLayout207.xml" ContentType="application/vnd.openxmlformats-officedocument.presentationml.slideLayout+xml"/>
  <Override PartName="/ppt/slideLayouts/slideLayout208.xml" ContentType="application/vnd.openxmlformats-officedocument.presentationml.slideLayout+xml"/>
  <Override PartName="/ppt/slideLayouts/slideLayout209.xml" ContentType="application/vnd.openxmlformats-officedocument.presentationml.slideLayout+xml"/>
  <Override PartName="/ppt/slideLayouts/slideLayout210.xml" ContentType="application/vnd.openxmlformats-officedocument.presentationml.slideLayout+xml"/>
  <Override PartName="/ppt/slideLayouts/slideLayout211.xml" ContentType="application/vnd.openxmlformats-officedocument.presentationml.slideLayout+xml"/>
  <Override PartName="/ppt/slideLayouts/slideLayout212.xml" ContentType="application/vnd.openxmlformats-officedocument.presentationml.slideLayout+xml"/>
  <Override PartName="/ppt/slideLayouts/slideLayout213.xml" ContentType="application/vnd.openxmlformats-officedocument.presentationml.slideLayout+xml"/>
  <Override PartName="/ppt/slideLayouts/slideLayout214.xml" ContentType="application/vnd.openxmlformats-officedocument.presentationml.slideLayout+xml"/>
  <Override PartName="/ppt/slideLayouts/slideLayout215.xml" ContentType="application/vnd.openxmlformats-officedocument.presentationml.slideLayout+xml"/>
  <Override PartName="/ppt/slideLayouts/slideLayout216.xml" ContentType="application/vnd.openxmlformats-officedocument.presentationml.slideLayout+xml"/>
  <Override PartName="/ppt/slideLayouts/slideLayout217.xml" ContentType="application/vnd.openxmlformats-officedocument.presentationml.slideLayout+xml"/>
  <Override PartName="/ppt/slideLayouts/slideLayout218.xml" ContentType="application/vnd.openxmlformats-officedocument.presentationml.slideLayout+xml"/>
  <Override PartName="/ppt/slideLayouts/slideLayout219.xml" ContentType="application/vnd.openxmlformats-officedocument.presentationml.slideLayout+xml"/>
  <Override PartName="/ppt/slideLayouts/slideLayout220.xml" ContentType="application/vnd.openxmlformats-officedocument.presentationml.slideLayout+xml"/>
  <Override PartName="/ppt/slideLayouts/slideLayout221.xml" ContentType="application/vnd.openxmlformats-officedocument.presentationml.slideLayout+xml"/>
  <Override PartName="/ppt/slideLayouts/slideLayout222.xml" ContentType="application/vnd.openxmlformats-officedocument.presentationml.slideLayout+xml"/>
  <Override PartName="/ppt/slideLayouts/slideLayout223.xml" ContentType="application/vnd.openxmlformats-officedocument.presentationml.slideLayout+xml"/>
  <Override PartName="/ppt/slideLayouts/slideLayout224.xml" ContentType="application/vnd.openxmlformats-officedocument.presentationml.slideLayout+xml"/>
  <Override PartName="/ppt/slideLayouts/slideLayout225.xml" ContentType="application/vnd.openxmlformats-officedocument.presentationml.slideLayout+xml"/>
  <Override PartName="/ppt/slideLayouts/slideLayout226.xml" ContentType="application/vnd.openxmlformats-officedocument.presentationml.slideLayout+xml"/>
  <Override PartName="/ppt/theme/theme3.xml" ContentType="application/vnd.openxmlformats-officedocument.theme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heme/theme4.xml" ContentType="application/vnd.openxmlformats-officedocument.theme+xml"/>
  <Override PartName="/ppt/theme/theme5.xml" ContentType="application/vnd.openxmlformats-officedocument.theme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2" Type="http://schemas.openxmlformats.org/package/2006/relationships/metadata/thumbnail" Target="docProps/thumbnail.jpeg"/>
<Relationship Id="rId1" Type="http://schemas.openxmlformats.org/officeDocument/2006/relationships/officeDocument" Target="ppt/presentation.xml"/>
<Relationship Id="rId4" Type="http://schemas.openxmlformats.org/officeDocument/2006/relationships/extended-properties" Target="docProps/app.xml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0" r:id="rId1"/>
    <p:sldMasterId id="2147483796" r:id="rId2"/>
    <p:sldMasterId id="2147483872" r:id="rId3"/>
  </p:sldMasterIdLst>
  <p:notesMasterIdLst>
    <p:notesMasterId r:id="rId7"/>
  </p:notesMasterIdLst>
  <p:handoutMasterIdLst>
    <p:handoutMasterId r:id="rId8"/>
  </p:handoutMasterIdLst>
  <p:sldIdLst>
    <p:sldId id="256" r:id="rId16"/>
    <p:sldId id="257" r:id="rId17"/>
    <p:sldId id="258" r:id="rId18"/>
    <p:sldId id="259" r:id="rId19"/>
    <p:sldId id="260" r:id="rId20"/>
    <p:sldId id="261" r:id="rId21"/>
    <p:sldId id="262" r:id="rId22"/>
    <p:sldId id="263" r:id="rId23"/>
    <p:sldId id="264" r:id="rId24"/>
    <p:sldId id="265" r:id="rId25"/>
    <p:sldId id="266" r:id="rId26"/>
    <p:sldId id="267" r:id="rId27"/>
  </p:sldIdLst>
  <p:sldSz cx="9906000" cy="6858000" type="A4"/>
  <p:notesSz cx="6807200" cy="9939338"/>
  <p:custDataLst>
    <p:tags r:id="rId9"/>
  </p:custDataLst>
  <p:defaultTextStyle>
    <a:defPPr>
      <a:defRPr lang="en-US"/>
    </a:defPPr>
    <a:lvl1pPr marL="0" algn="l" defTabSz="914349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74" algn="l" defTabSz="914349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49" algn="l" defTabSz="914349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523" algn="l" defTabSz="914349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697" algn="l" defTabSz="914349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872" algn="l" defTabSz="914349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046" algn="l" defTabSz="914349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221" algn="l" defTabSz="914349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395" algn="l" defTabSz="914349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15">
          <p15:clr>
            <a:srgbClr val="A4A3A4"/>
          </p15:clr>
        </p15:guide>
        <p15:guide id="2" orient="horz" pos="709">
          <p15:clr>
            <a:srgbClr val="A4A3A4"/>
          </p15:clr>
        </p15:guide>
        <p15:guide id="3" orient="horz" pos="3977">
          <p15:clr>
            <a:srgbClr val="A4A3A4"/>
          </p15:clr>
        </p15:guide>
        <p15:guide id="4" orient="horz" pos="754">
          <p15:clr>
            <a:srgbClr val="A4A3A4"/>
          </p15:clr>
        </p15:guide>
        <p15:guide id="5" orient="horz" pos="160">
          <p15:clr>
            <a:srgbClr val="A4A3A4"/>
          </p15:clr>
        </p15:guide>
        <p15:guide id="6" orient="horz" pos="3702">
          <p15:clr>
            <a:srgbClr val="A4A3A4"/>
          </p15:clr>
        </p15:guide>
        <p15:guide id="7" orient="horz" pos="3748">
          <p15:clr>
            <a:srgbClr val="A4A3A4"/>
          </p15:clr>
        </p15:guide>
        <p15:guide id="8" pos="3120">
          <p15:clr>
            <a:srgbClr val="A4A3A4"/>
          </p15:clr>
        </p15:guide>
        <p15:guide id="9" pos="341">
          <p15:clr>
            <a:srgbClr val="A4A3A4"/>
          </p15:clr>
        </p15:guide>
        <p15:guide id="10" pos="5907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31">
          <p15:clr>
            <a:srgbClr val="A4A3A4"/>
          </p15:clr>
        </p15:guide>
        <p15:guide id="2" pos="214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C71B5"/>
    <a:srgbClr val="EDEDE8"/>
    <a:srgbClr val="E9E9E4"/>
    <a:srgbClr val="DCDCD7"/>
    <a:srgbClr val="E6E6E1"/>
    <a:srgbClr val="E1E1DC"/>
    <a:srgbClr val="E1E1D7"/>
    <a:srgbClr val="8DC441"/>
    <a:srgbClr val="FFFFFF"/>
    <a:srgbClr val="00346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870C664-A09E-4D80-9594-CEAB7894628C}" v="9" dt="2020-07-02T03:16:45.109"/>
    <p1510:client id="{86450EB3-FF37-4B9D-8472-80E4C29E751C}" v="4" dt="2020-07-02T02:45:01.61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04" autoAdjust="0"/>
  </p:normalViewPr>
  <p:slideViewPr>
    <p:cSldViewPr>
      <p:cViewPr varScale="1">
        <p:scale>
          <a:sx n="114" d="100"/>
          <a:sy n="114" d="100"/>
        </p:scale>
        <p:origin x="1230" y="102"/>
      </p:cViewPr>
      <p:guideLst>
        <p:guide orient="horz" pos="2115"/>
        <p:guide orient="horz" pos="709"/>
        <p:guide orient="horz" pos="3977"/>
        <p:guide orient="horz" pos="754"/>
        <p:guide orient="horz" pos="160"/>
        <p:guide orient="horz" pos="3702"/>
        <p:guide orient="horz" pos="3748"/>
        <p:guide pos="3120"/>
        <p:guide pos="341"/>
        <p:guide pos="5907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130" d="100"/>
          <a:sy n="130" d="100"/>
        </p:scale>
        <p:origin x="-4818" y="-90"/>
      </p:cViewPr>
      <p:guideLst>
        <p:guide orient="horz" pos="3131"/>
        <p:guide pos="2144"/>
      </p:guideLst>
    </p:cSldViewPr>
  </p:notes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8" Type="http://schemas.openxmlformats.org/officeDocument/2006/relationships/handoutMaster" Target="handoutMasters/handoutMaster1.xml"/>
<Relationship Id="rId13" Type="http://schemas.openxmlformats.org/officeDocument/2006/relationships/tableStyles" Target="tableStyles.xml"/>
<Relationship Id="rId3" Type="http://schemas.openxmlformats.org/officeDocument/2006/relationships/slideMaster" Target="slideMasters/slideMaster3.xml"/>
<Relationship Id="rId7" Type="http://schemas.openxmlformats.org/officeDocument/2006/relationships/notesMaster" Target="notesMasters/notesMaster1.xml"/>
<Relationship Id="rId12" Type="http://schemas.openxmlformats.org/officeDocument/2006/relationships/theme" Target="theme/theme1.xml"/>
<Relationship Id="rId2" Type="http://schemas.openxmlformats.org/officeDocument/2006/relationships/slideMaster" Target="slideMasters/slideMaster2.xml"/>
<Relationship Id="rId1" Type="http://schemas.openxmlformats.org/officeDocument/2006/relationships/slideMaster" Target="slideMasters/slideMaster1.xml"/>
<Relationship Id="rId11" Type="http://schemas.openxmlformats.org/officeDocument/2006/relationships/viewProps" Target="viewProps.xml"/>
<Relationship Id="rId15" Type="http://schemas.microsoft.com/office/2015/10/relationships/revisionInfo" Target="revisionInfo.xml"/>
<Relationship Id="rId10" Type="http://schemas.openxmlformats.org/officeDocument/2006/relationships/presProps" Target="presProps.xml"/>
<Relationship Id="rId9" Type="http://schemas.openxmlformats.org/officeDocument/2006/relationships/tags" Target="tags/tag1.xml"/>
<Relationship Id="rId14" Type="http://schemas.microsoft.com/office/2016/11/relationships/changesInfo" Target="changesInfos/changesInfo1.xml"/>
<Relationship Id="rId16" Type="http://schemas.openxmlformats.org/officeDocument/2006/relationships/slide" Target="slides/slide1.xml"/>
<Relationship Id="rId17" Type="http://schemas.openxmlformats.org/officeDocument/2006/relationships/slide" Target="slides/slide2.xml"/>
<Relationship Id="rId18" Type="http://schemas.openxmlformats.org/officeDocument/2006/relationships/slide" Target="slides/slide3.xml"/>
<Relationship Id="rId19" Type="http://schemas.openxmlformats.org/officeDocument/2006/relationships/slide" Target="slides/slide4.xml"/>
<Relationship Id="rId20" Type="http://schemas.openxmlformats.org/officeDocument/2006/relationships/slide" Target="slides/slide5.xml"/>
<Relationship Id="rId21" Type="http://schemas.openxmlformats.org/officeDocument/2006/relationships/slide" Target="slides/slide6.xml"/>
<Relationship Id="rId22" Type="http://schemas.openxmlformats.org/officeDocument/2006/relationships/slide" Target="slides/slide7.xml"/>
<Relationship Id="rId23" Type="http://schemas.openxmlformats.org/officeDocument/2006/relationships/slide" Target="slides/slide8.xml"/>
<Relationship Id="rId24" Type="http://schemas.openxmlformats.org/officeDocument/2006/relationships/slide" Target="slides/slide9.xml"/>
<Relationship Id="rId25" Type="http://schemas.openxmlformats.org/officeDocument/2006/relationships/slide" Target="slides/slide10.xml"/>
<Relationship Id="rId26" Type="http://schemas.openxmlformats.org/officeDocument/2006/relationships/slide" Target="slides/slide11.xml"/>
<Relationship Id="rId27" Type="http://schemas.openxmlformats.org/officeDocument/2006/relationships/slide" Target="slides/slide12.xml"/>
</Relationships>
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y Horng" userId="204e80d5-5e06-456e-b4b8-3b85e51b203e" providerId="ADAL" clId="{6870C664-A09E-4D80-9594-CEAB7894628C}"/>
    <pc:docChg chg="undo custSel addSld delSld modSld modMainMaster">
      <pc:chgData name="Joy Horng" userId="204e80d5-5e06-456e-b4b8-3b85e51b203e" providerId="ADAL" clId="{6870C664-A09E-4D80-9594-CEAB7894628C}" dt="2020-07-02T02:54:40.833" v="17"/>
      <pc:docMkLst>
        <pc:docMk/>
      </pc:docMkLst>
      <pc:sldChg chg="add del">
        <pc:chgData name="Joy Horng" userId="204e80d5-5e06-456e-b4b8-3b85e51b203e" providerId="ADAL" clId="{6870C664-A09E-4D80-9594-CEAB7894628C}" dt="2020-07-02T02:53:50.144" v="12" actId="2696"/>
        <pc:sldMkLst>
          <pc:docMk/>
          <pc:sldMk cId="509912804" sldId="257"/>
        </pc:sldMkLst>
      </pc:sldChg>
      <pc:sldChg chg="add del">
        <pc:chgData name="Joy Horng" userId="204e80d5-5e06-456e-b4b8-3b85e51b203e" providerId="ADAL" clId="{6870C664-A09E-4D80-9594-CEAB7894628C}" dt="2020-07-02T02:53:30.009" v="10" actId="2696"/>
        <pc:sldMkLst>
          <pc:docMk/>
          <pc:sldMk cId="1070306106" sldId="258"/>
        </pc:sldMkLst>
      </pc:sldChg>
      <pc:sldChg chg="add del">
        <pc:chgData name="Joy Horng" userId="204e80d5-5e06-456e-b4b8-3b85e51b203e" providerId="ADAL" clId="{6870C664-A09E-4D80-9594-CEAB7894628C}" dt="2020-07-02T02:53:53.704" v="14"/>
        <pc:sldMkLst>
          <pc:docMk/>
          <pc:sldMk cId="2184742056" sldId="259"/>
        </pc:sldMkLst>
      </pc:sldChg>
      <pc:sldChg chg="add">
        <pc:chgData name="Joy Horng" userId="204e80d5-5e06-456e-b4b8-3b85e51b203e" providerId="ADAL" clId="{6870C664-A09E-4D80-9594-CEAB7894628C}" dt="2020-07-02T02:54:40.833" v="17"/>
        <pc:sldMkLst>
          <pc:docMk/>
          <pc:sldMk cId="2703331143" sldId="259"/>
        </pc:sldMkLst>
      </pc:sldChg>
      <pc:sldChg chg="del">
        <pc:chgData name="Joy Horng" userId="204e80d5-5e06-456e-b4b8-3b85e51b203e" providerId="ADAL" clId="{6870C664-A09E-4D80-9594-CEAB7894628C}" dt="2020-07-02T02:53:27.024" v="6" actId="2696"/>
        <pc:sldMkLst>
          <pc:docMk/>
          <pc:sldMk cId="2802229775" sldId="259"/>
        </pc:sldMkLst>
      </pc:sldChg>
      <pc:sldChg chg="del">
        <pc:chgData name="Joy Horng" userId="204e80d5-5e06-456e-b4b8-3b85e51b203e" providerId="ADAL" clId="{6870C664-A09E-4D80-9594-CEAB7894628C}" dt="2020-07-02T02:53:27.465" v="7" actId="2696"/>
        <pc:sldMkLst>
          <pc:docMk/>
          <pc:sldMk cId="334848470" sldId="260"/>
        </pc:sldMkLst>
      </pc:sldChg>
      <pc:sldMasterChg chg="addSldLayout delSldLayout modSldLayout">
        <pc:chgData name="Joy Horng" userId="204e80d5-5e06-456e-b4b8-3b85e51b203e" providerId="ADAL" clId="{6870C664-A09E-4D80-9594-CEAB7894628C}" dt="2020-07-02T02:54:20.674" v="16"/>
        <pc:sldMasterMkLst>
          <pc:docMk/>
          <pc:sldMasterMk cId="3713331802" sldId="2147483670"/>
        </pc:sldMasterMkLst>
        <pc:sldLayoutChg chg="addSp delSp">
          <pc:chgData name="Joy Horng" userId="204e80d5-5e06-456e-b4b8-3b85e51b203e" providerId="ADAL" clId="{6870C664-A09E-4D80-9594-CEAB7894628C}" dt="2020-07-02T02:54:20.674" v="16"/>
          <pc:sldLayoutMkLst>
            <pc:docMk/>
            <pc:sldMasterMk cId="3713331802" sldId="2147483670"/>
            <pc:sldLayoutMk cId="3640311945" sldId="2147483759"/>
          </pc:sldLayoutMkLst>
          <pc:picChg chg="del">
            <ac:chgData name="Joy Horng" userId="204e80d5-5e06-456e-b4b8-3b85e51b203e" providerId="ADAL" clId="{6870C664-A09E-4D80-9594-CEAB7894628C}" dt="2020-07-02T02:54:19.871" v="15" actId="478"/>
            <ac:picMkLst>
              <pc:docMk/>
              <pc:sldMasterMk cId="3713331802" sldId="2147483670"/>
              <pc:sldLayoutMk cId="3640311945" sldId="2147483759"/>
              <ac:picMk id="7" creationId="{F5A592A7-218A-4624-88AB-E99884A8CE7A}"/>
            </ac:picMkLst>
          </pc:picChg>
          <pc:picChg chg="add">
            <ac:chgData name="Joy Horng" userId="204e80d5-5e06-456e-b4b8-3b85e51b203e" providerId="ADAL" clId="{6870C664-A09E-4D80-9594-CEAB7894628C}" dt="2020-07-02T02:54:20.674" v="16"/>
            <ac:picMkLst>
              <pc:docMk/>
              <pc:sldMasterMk cId="3713331802" sldId="2147483670"/>
              <pc:sldLayoutMk cId="3640311945" sldId="2147483759"/>
              <ac:picMk id="9" creationId="{AC650386-AEF5-4669-91E3-8E5DD7D0B999}"/>
            </ac:picMkLst>
          </pc:picChg>
        </pc:sldLayoutChg>
        <pc:sldLayoutChg chg="add del">
          <pc:chgData name="Joy Horng" userId="204e80d5-5e06-456e-b4b8-3b85e51b203e" providerId="ADAL" clId="{6870C664-A09E-4D80-9594-CEAB7894628C}" dt="2020-07-02T02:52:34.838" v="2" actId="2696"/>
          <pc:sldLayoutMkLst>
            <pc:docMk/>
            <pc:sldMasterMk cId="3713331802" sldId="2147483670"/>
            <pc:sldLayoutMk cId="418465356" sldId="2147483782"/>
          </pc:sldLayoutMkLst>
        </pc:sldLayoutChg>
      </pc:sldMasterChg>
      <pc:sldMasterChg chg="delSldLayout modSldLayout">
        <pc:chgData name="Joy Horng" userId="204e80d5-5e06-456e-b4b8-3b85e51b203e" providerId="ADAL" clId="{6870C664-A09E-4D80-9594-CEAB7894628C}" dt="2020-07-02T02:53:00.157" v="4" actId="2696"/>
        <pc:sldMasterMkLst>
          <pc:docMk/>
          <pc:sldMasterMk cId="1046273909" sldId="2147483796"/>
        </pc:sldMasterMkLst>
        <pc:sldLayoutChg chg="setBg">
          <pc:chgData name="Joy Horng" userId="204e80d5-5e06-456e-b4b8-3b85e51b203e" providerId="ADAL" clId="{6870C664-A09E-4D80-9594-CEAB7894628C}" dt="2020-07-02T02:52:55.282" v="3"/>
          <pc:sldLayoutMkLst>
            <pc:docMk/>
            <pc:sldMasterMk cId="1046273909" sldId="2147483796"/>
            <pc:sldLayoutMk cId="820823729" sldId="2147483797"/>
          </pc:sldLayoutMkLst>
        </pc:sldLayoutChg>
        <pc:sldLayoutChg chg="del">
          <pc:chgData name="Joy Horng" userId="204e80d5-5e06-456e-b4b8-3b85e51b203e" providerId="ADAL" clId="{6870C664-A09E-4D80-9594-CEAB7894628C}" dt="2020-07-02T02:53:00.157" v="4" actId="2696"/>
          <pc:sldLayoutMkLst>
            <pc:docMk/>
            <pc:sldMasterMk cId="1046273909" sldId="2147483796"/>
            <pc:sldLayoutMk cId="2308276163" sldId="2147483872"/>
          </pc:sldLayoutMkLst>
        </pc:sldLayoutChg>
      </pc:sldMasterChg>
      <pc:sldMasterChg chg="modSldLayout">
        <pc:chgData name="Joy Horng" userId="204e80d5-5e06-456e-b4b8-3b85e51b203e" providerId="ADAL" clId="{6870C664-A09E-4D80-9594-CEAB7894628C}" dt="2020-07-02T02:53:10.708" v="5"/>
        <pc:sldMasterMkLst>
          <pc:docMk/>
          <pc:sldMasterMk cId="4180927202" sldId="2147483872"/>
        </pc:sldMasterMkLst>
        <pc:sldLayoutChg chg="setBg">
          <pc:chgData name="Joy Horng" userId="204e80d5-5e06-456e-b4b8-3b85e51b203e" providerId="ADAL" clId="{6870C664-A09E-4D80-9594-CEAB7894628C}" dt="2020-07-02T02:53:10.708" v="5"/>
          <pc:sldLayoutMkLst>
            <pc:docMk/>
            <pc:sldMasterMk cId="4180927202" sldId="2147483872"/>
            <pc:sldLayoutMk cId="3398126997" sldId="2147483873"/>
          </pc:sldLayoutMkLst>
        </pc:sldLayoutChg>
      </pc:sldMasterChg>
    </pc:docChg>
  </pc:docChgLst>
  <pc:docChgLst>
    <pc:chgData name="Joy Horng" userId="204e80d5-5e06-456e-b4b8-3b85e51b203e" providerId="ADAL" clId="{86450EB3-FF37-4B9D-8472-80E4C29E751C}"/>
    <pc:docChg chg="custSel addSld delSld modSld modMainMaster">
      <pc:chgData name="Joy Horng" userId="204e80d5-5e06-456e-b4b8-3b85e51b203e" providerId="ADAL" clId="{86450EB3-FF37-4B9D-8472-80E4C29E751C}" dt="2020-07-02T02:45:01.612" v="5"/>
      <pc:docMkLst>
        <pc:docMk/>
      </pc:docMkLst>
      <pc:sldChg chg="add">
        <pc:chgData name="Joy Horng" userId="204e80d5-5e06-456e-b4b8-3b85e51b203e" providerId="ADAL" clId="{86450EB3-FF37-4B9D-8472-80E4C29E751C}" dt="2020-07-02T02:32:23.786" v="0"/>
        <pc:sldMkLst>
          <pc:docMk/>
          <pc:sldMk cId="2802229775" sldId="259"/>
        </pc:sldMkLst>
      </pc:sldChg>
      <pc:sldChg chg="add">
        <pc:chgData name="Joy Horng" userId="204e80d5-5e06-456e-b4b8-3b85e51b203e" providerId="ADAL" clId="{86450EB3-FF37-4B9D-8472-80E4C29E751C}" dt="2020-07-02T02:45:01.612" v="5"/>
        <pc:sldMkLst>
          <pc:docMk/>
          <pc:sldMk cId="334848470" sldId="260"/>
        </pc:sldMkLst>
      </pc:sldChg>
      <pc:sldChg chg="add del">
        <pc:chgData name="Joy Horng" userId="204e80d5-5e06-456e-b4b8-3b85e51b203e" providerId="ADAL" clId="{86450EB3-FF37-4B9D-8472-80E4C29E751C}" dt="2020-07-02T02:39:23.658" v="4" actId="2696"/>
        <pc:sldMkLst>
          <pc:docMk/>
          <pc:sldMk cId="3580659002" sldId="260"/>
        </pc:sldMkLst>
      </pc:sldChg>
      <pc:sldMasterChg chg="modSldLayout">
        <pc:chgData name="Joy Horng" userId="204e80d5-5e06-456e-b4b8-3b85e51b203e" providerId="ADAL" clId="{86450EB3-FF37-4B9D-8472-80E4C29E751C}" dt="2020-07-02T02:35:16.301" v="2"/>
        <pc:sldMasterMkLst>
          <pc:docMk/>
          <pc:sldMasterMk cId="3713331802" sldId="2147483670"/>
        </pc:sldMasterMkLst>
        <pc:sldLayoutChg chg="addSp delSp">
          <pc:chgData name="Joy Horng" userId="204e80d5-5e06-456e-b4b8-3b85e51b203e" providerId="ADAL" clId="{86450EB3-FF37-4B9D-8472-80E4C29E751C}" dt="2020-07-02T02:35:16.301" v="2"/>
          <pc:sldLayoutMkLst>
            <pc:docMk/>
            <pc:sldMasterMk cId="3713331802" sldId="2147483670"/>
            <pc:sldLayoutMk cId="400518875" sldId="2147483671"/>
          </pc:sldLayoutMkLst>
          <pc:picChg chg="del">
            <ac:chgData name="Joy Horng" userId="204e80d5-5e06-456e-b4b8-3b85e51b203e" providerId="ADAL" clId="{86450EB3-FF37-4B9D-8472-80E4C29E751C}" dt="2020-07-02T02:35:15.876" v="1" actId="478"/>
            <ac:picMkLst>
              <pc:docMk/>
              <pc:sldMasterMk cId="3713331802" sldId="2147483670"/>
              <pc:sldLayoutMk cId="400518875" sldId="2147483671"/>
              <ac:picMk id="11" creationId="{F85D3AFF-1D1F-4348-BEFF-B5829BAD4998}"/>
            </ac:picMkLst>
          </pc:picChg>
          <pc:picChg chg="add">
            <ac:chgData name="Joy Horng" userId="204e80d5-5e06-456e-b4b8-3b85e51b203e" providerId="ADAL" clId="{86450EB3-FF37-4B9D-8472-80E4C29E751C}" dt="2020-07-02T02:35:16.301" v="2"/>
            <ac:picMkLst>
              <pc:docMk/>
              <pc:sldMasterMk cId="3713331802" sldId="2147483670"/>
              <pc:sldLayoutMk cId="400518875" sldId="2147483671"/>
              <ac:picMk id="12" creationId="{F1A6878F-CA47-410C-8A89-766B5DC04CBE}"/>
            </ac:picMkLst>
          </pc:picChg>
        </pc:sldLayoutChg>
      </pc:sldMasterChg>
    </pc:docChg>
  </pc:docChgLst>
</pc:chgInfo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3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3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3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3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3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3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3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3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3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3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4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4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4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4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4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4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4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4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4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4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5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5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5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5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5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5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5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5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5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5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6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6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6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6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6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6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6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6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6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6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7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7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7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7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7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7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7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7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7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7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8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8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8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8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8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8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8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8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8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8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9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9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9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9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9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9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9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9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9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9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0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0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0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0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0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0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0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0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0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0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1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1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1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1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1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2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2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2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2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2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2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2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2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2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2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3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3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3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3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3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3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3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3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3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3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4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4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4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4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4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4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4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4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4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4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5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5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5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5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5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5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5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5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5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5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6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55838" y="0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9A2865F-B372-43D2-8255-7FA4007EBB59}" type="datetimeFigureOut">
              <a:rPr lang="en-AU" smtClean="0"/>
              <a:t>2/07/2020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440646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55838" y="9440646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84F6DAE-8937-4BD8-96F6-7DF4B65EF41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5173242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5838" y="0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34D938-244D-4739-949C-2C3FCC68DC46}" type="datetimeFigureOut">
              <a:rPr lang="en-AU" smtClean="0"/>
              <a:t>2/07/2020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2788" y="746125"/>
            <a:ext cx="5381625" cy="37258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0720" y="4721186"/>
            <a:ext cx="5445760" cy="447270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40646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5838" y="9440646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E2C0CB5-59E8-4F90-B170-7BD09AD757B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067204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349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74" algn="l" defTabSz="914349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349" algn="l" defTabSz="914349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523" algn="l" defTabSz="914349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697" algn="l" defTabSz="914349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872" algn="l" defTabSz="914349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046" algn="l" defTabSz="914349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221" algn="l" defTabSz="914349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395" algn="l" defTabSz="914349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3.png"/><Relationship Id="rId2" Type="http://schemas.openxmlformats.org/officeDocument/2006/relationships/tags" Target="../tags/tag3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2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2.bin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4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6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3.bin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5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6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4.bin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tags" Target="../tags/tag7.xml"/><Relationship Id="rId7" Type="http://schemas.openxmlformats.org/officeDocument/2006/relationships/image" Target="../media/image6.png"/><Relationship Id="rId2" Type="http://schemas.openxmlformats.org/officeDocument/2006/relationships/tags" Target="../tags/tag6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5.bin"/><Relationship Id="rId4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tags" Target="../tags/tag9.xml"/><Relationship Id="rId7" Type="http://schemas.openxmlformats.org/officeDocument/2006/relationships/image" Target="../media/image6.png"/><Relationship Id="rId2" Type="http://schemas.openxmlformats.org/officeDocument/2006/relationships/tags" Target="../tags/tag8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5.bin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tags" Target="../tags/tag11.xml"/><Relationship Id="rId7" Type="http://schemas.openxmlformats.org/officeDocument/2006/relationships/image" Target="../media/image6.png"/><Relationship Id="rId2" Type="http://schemas.openxmlformats.org/officeDocument/2006/relationships/tags" Target="../tags/tag10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5.bin"/><Relationship Id="rId4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2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6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5.bin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3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6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6.bin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4.xml"/><Relationship Id="rId1" Type="http://schemas.openxmlformats.org/officeDocument/2006/relationships/vmlDrawing" Target="../drawings/vmlDrawing10.vml"/><Relationship Id="rId6" Type="http://schemas.openxmlformats.org/officeDocument/2006/relationships/image" Target="../media/image6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6.bin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5.xml"/><Relationship Id="rId1" Type="http://schemas.openxmlformats.org/officeDocument/2006/relationships/vmlDrawing" Target="../drawings/vmlDrawing11.vml"/><Relationship Id="rId6" Type="http://schemas.openxmlformats.org/officeDocument/2006/relationships/image" Target="../media/image6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6.bin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6.xml"/><Relationship Id="rId1" Type="http://schemas.openxmlformats.org/officeDocument/2006/relationships/vmlDrawing" Target="../drawings/vmlDrawing12.vml"/><Relationship Id="rId6" Type="http://schemas.openxmlformats.org/officeDocument/2006/relationships/image" Target="../media/image6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7.bin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7.xml"/><Relationship Id="rId1" Type="http://schemas.openxmlformats.org/officeDocument/2006/relationships/vmlDrawing" Target="../drawings/vmlDrawing13.vml"/><Relationship Id="rId6" Type="http://schemas.openxmlformats.org/officeDocument/2006/relationships/image" Target="../media/image6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7.bin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8.xml"/><Relationship Id="rId1" Type="http://schemas.openxmlformats.org/officeDocument/2006/relationships/vmlDrawing" Target="../drawings/vmlDrawing14.vml"/><Relationship Id="rId6" Type="http://schemas.openxmlformats.org/officeDocument/2006/relationships/image" Target="../media/image6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7.bin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9.xml"/><Relationship Id="rId1" Type="http://schemas.openxmlformats.org/officeDocument/2006/relationships/vmlDrawing" Target="../drawings/vmlDrawing15.vml"/><Relationship Id="rId6" Type="http://schemas.openxmlformats.org/officeDocument/2006/relationships/image" Target="../media/image6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8.bin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20.xml"/><Relationship Id="rId1" Type="http://schemas.openxmlformats.org/officeDocument/2006/relationships/vmlDrawing" Target="../drawings/vmlDrawing16.vml"/><Relationship Id="rId6" Type="http://schemas.openxmlformats.org/officeDocument/2006/relationships/image" Target="../media/image6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9.bin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21.xml"/><Relationship Id="rId1" Type="http://schemas.openxmlformats.org/officeDocument/2006/relationships/vmlDrawing" Target="../drawings/vmlDrawing17.vml"/><Relationship Id="rId6" Type="http://schemas.openxmlformats.org/officeDocument/2006/relationships/image" Target="../media/image6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10.bin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22.xml"/><Relationship Id="rId1" Type="http://schemas.openxmlformats.org/officeDocument/2006/relationships/vmlDrawing" Target="../drawings/vmlDrawing18.vml"/><Relationship Id="rId6" Type="http://schemas.openxmlformats.org/officeDocument/2006/relationships/image" Target="../media/image6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11.bin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23.xml"/><Relationship Id="rId1" Type="http://schemas.openxmlformats.org/officeDocument/2006/relationships/vmlDrawing" Target="../drawings/vmlDrawing19.vml"/><Relationship Id="rId6" Type="http://schemas.openxmlformats.org/officeDocument/2006/relationships/image" Target="../media/image6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12.bin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24.xml"/><Relationship Id="rId1" Type="http://schemas.openxmlformats.org/officeDocument/2006/relationships/vmlDrawing" Target="../drawings/vmlDrawing20.vml"/><Relationship Id="rId6" Type="http://schemas.openxmlformats.org/officeDocument/2006/relationships/image" Target="../media/image6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13.bin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25.xml"/><Relationship Id="rId1" Type="http://schemas.openxmlformats.org/officeDocument/2006/relationships/vmlDrawing" Target="../drawings/vmlDrawing21.vml"/><Relationship Id="rId6" Type="http://schemas.openxmlformats.org/officeDocument/2006/relationships/image" Target="../media/image6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14.bin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26.xml"/><Relationship Id="rId1" Type="http://schemas.openxmlformats.org/officeDocument/2006/relationships/vmlDrawing" Target="../drawings/vmlDrawing22.vml"/><Relationship Id="rId6" Type="http://schemas.openxmlformats.org/officeDocument/2006/relationships/image" Target="../media/image6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15.bin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27.xml"/><Relationship Id="rId1" Type="http://schemas.openxmlformats.org/officeDocument/2006/relationships/vmlDrawing" Target="../drawings/vmlDrawing23.vml"/><Relationship Id="rId6" Type="http://schemas.openxmlformats.org/officeDocument/2006/relationships/image" Target="../media/image6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16.bin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28.xml"/><Relationship Id="rId1" Type="http://schemas.openxmlformats.org/officeDocument/2006/relationships/vmlDrawing" Target="../drawings/vmlDrawing24.vml"/><Relationship Id="rId6" Type="http://schemas.openxmlformats.org/officeDocument/2006/relationships/image" Target="../media/image6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17.bin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tags" Target="../tags/tag30.xml"/><Relationship Id="rId7" Type="http://schemas.openxmlformats.org/officeDocument/2006/relationships/image" Target="../media/image6.png"/><Relationship Id="rId2" Type="http://schemas.openxmlformats.org/officeDocument/2006/relationships/tags" Target="../tags/tag29.xml"/><Relationship Id="rId1" Type="http://schemas.openxmlformats.org/officeDocument/2006/relationships/vmlDrawing" Target="../drawings/vmlDrawing25.v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18.bin"/><Relationship Id="rId4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tags" Target="../tags/tag32.xml"/><Relationship Id="rId7" Type="http://schemas.openxmlformats.org/officeDocument/2006/relationships/image" Target="../media/image6.png"/><Relationship Id="rId2" Type="http://schemas.openxmlformats.org/officeDocument/2006/relationships/tags" Target="../tags/tag31.xml"/><Relationship Id="rId1" Type="http://schemas.openxmlformats.org/officeDocument/2006/relationships/vmlDrawing" Target="../drawings/vmlDrawing26.v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19.bin"/><Relationship Id="rId4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tags" Target="../tags/tag34.xml"/><Relationship Id="rId7" Type="http://schemas.openxmlformats.org/officeDocument/2006/relationships/image" Target="../media/image6.png"/><Relationship Id="rId2" Type="http://schemas.openxmlformats.org/officeDocument/2006/relationships/tags" Target="../tags/tag33.xml"/><Relationship Id="rId1" Type="http://schemas.openxmlformats.org/officeDocument/2006/relationships/vmlDrawing" Target="../drawings/vmlDrawing27.v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20.bin"/><Relationship Id="rId4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35.xml"/><Relationship Id="rId1" Type="http://schemas.openxmlformats.org/officeDocument/2006/relationships/vmlDrawing" Target="../drawings/vmlDrawing28.vml"/><Relationship Id="rId6" Type="http://schemas.openxmlformats.org/officeDocument/2006/relationships/image" Target="../media/image6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21.bin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36.xml"/><Relationship Id="rId1" Type="http://schemas.openxmlformats.org/officeDocument/2006/relationships/vmlDrawing" Target="../drawings/vmlDrawing29.vml"/><Relationship Id="rId6" Type="http://schemas.openxmlformats.org/officeDocument/2006/relationships/image" Target="../media/image6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22.bin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37.xml"/><Relationship Id="rId1" Type="http://schemas.openxmlformats.org/officeDocument/2006/relationships/vmlDrawing" Target="../drawings/vmlDrawing30.vml"/><Relationship Id="rId6" Type="http://schemas.openxmlformats.org/officeDocument/2006/relationships/image" Target="../media/image6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23.bin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38.xml"/><Relationship Id="rId1" Type="http://schemas.openxmlformats.org/officeDocument/2006/relationships/vmlDrawing" Target="../drawings/vmlDrawing31.vml"/><Relationship Id="rId6" Type="http://schemas.openxmlformats.org/officeDocument/2006/relationships/image" Target="../media/image6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24.bin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39.xml"/><Relationship Id="rId1" Type="http://schemas.openxmlformats.org/officeDocument/2006/relationships/vmlDrawing" Target="../drawings/vmlDrawing32.vml"/><Relationship Id="rId6" Type="http://schemas.openxmlformats.org/officeDocument/2006/relationships/image" Target="../media/image6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25.bin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40.xml"/><Relationship Id="rId1" Type="http://schemas.openxmlformats.org/officeDocument/2006/relationships/vmlDrawing" Target="../drawings/vmlDrawing33.vml"/><Relationship Id="rId6" Type="http://schemas.openxmlformats.org/officeDocument/2006/relationships/image" Target="../media/image6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26.bin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41.xml"/><Relationship Id="rId1" Type="http://schemas.openxmlformats.org/officeDocument/2006/relationships/vmlDrawing" Target="../drawings/vmlDrawing34.vml"/><Relationship Id="rId6" Type="http://schemas.openxmlformats.org/officeDocument/2006/relationships/image" Target="../media/image6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27.bin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42.xml"/><Relationship Id="rId1" Type="http://schemas.openxmlformats.org/officeDocument/2006/relationships/vmlDrawing" Target="../drawings/vmlDrawing35.vml"/><Relationship Id="rId6" Type="http://schemas.openxmlformats.org/officeDocument/2006/relationships/image" Target="../media/image6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28.bin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tags" Target="../tags/tag44.xml"/><Relationship Id="rId7" Type="http://schemas.openxmlformats.org/officeDocument/2006/relationships/image" Target="../media/image6.png"/><Relationship Id="rId2" Type="http://schemas.openxmlformats.org/officeDocument/2006/relationships/tags" Target="../tags/tag43.xml"/><Relationship Id="rId1" Type="http://schemas.openxmlformats.org/officeDocument/2006/relationships/vmlDrawing" Target="../drawings/vmlDrawing36.v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29.bin"/><Relationship Id="rId4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tags" Target="../tags/tag46.xml"/><Relationship Id="rId7" Type="http://schemas.openxmlformats.org/officeDocument/2006/relationships/image" Target="../media/image6.png"/><Relationship Id="rId2" Type="http://schemas.openxmlformats.org/officeDocument/2006/relationships/tags" Target="../tags/tag45.xml"/><Relationship Id="rId1" Type="http://schemas.openxmlformats.org/officeDocument/2006/relationships/vmlDrawing" Target="../drawings/vmlDrawing37.v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30.bin"/><Relationship Id="rId4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tags" Target="../tags/tag48.xml"/><Relationship Id="rId7" Type="http://schemas.openxmlformats.org/officeDocument/2006/relationships/image" Target="../media/image6.png"/><Relationship Id="rId2" Type="http://schemas.openxmlformats.org/officeDocument/2006/relationships/tags" Target="../tags/tag47.xml"/><Relationship Id="rId1" Type="http://schemas.openxmlformats.org/officeDocument/2006/relationships/vmlDrawing" Target="../drawings/vmlDrawing38.v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31.bin"/><Relationship Id="rId4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3" Type="http://schemas.openxmlformats.org/officeDocument/2006/relationships/tags" Target="../tags/tag50.xml"/><Relationship Id="rId7" Type="http://schemas.openxmlformats.org/officeDocument/2006/relationships/image" Target="../media/image6.png"/><Relationship Id="rId2" Type="http://schemas.openxmlformats.org/officeDocument/2006/relationships/tags" Target="../tags/tag49.xml"/><Relationship Id="rId1" Type="http://schemas.openxmlformats.org/officeDocument/2006/relationships/vmlDrawing" Target="../drawings/vmlDrawing39.v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32.bin"/><Relationship Id="rId4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3" Type="http://schemas.openxmlformats.org/officeDocument/2006/relationships/tags" Target="../tags/tag52.xml"/><Relationship Id="rId7" Type="http://schemas.openxmlformats.org/officeDocument/2006/relationships/image" Target="../media/image6.png"/><Relationship Id="rId2" Type="http://schemas.openxmlformats.org/officeDocument/2006/relationships/tags" Target="../tags/tag51.xml"/><Relationship Id="rId1" Type="http://schemas.openxmlformats.org/officeDocument/2006/relationships/vmlDrawing" Target="../drawings/vmlDrawing40.v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33.bin"/><Relationship Id="rId4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3" Type="http://schemas.openxmlformats.org/officeDocument/2006/relationships/tags" Target="../tags/tag54.xml"/><Relationship Id="rId7" Type="http://schemas.openxmlformats.org/officeDocument/2006/relationships/image" Target="../media/image6.png"/><Relationship Id="rId2" Type="http://schemas.openxmlformats.org/officeDocument/2006/relationships/tags" Target="../tags/tag53.xml"/><Relationship Id="rId1" Type="http://schemas.openxmlformats.org/officeDocument/2006/relationships/vmlDrawing" Target="../drawings/vmlDrawing41.v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34.bin"/><Relationship Id="rId4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3" Type="http://schemas.openxmlformats.org/officeDocument/2006/relationships/tags" Target="../tags/tag56.xml"/><Relationship Id="rId7" Type="http://schemas.openxmlformats.org/officeDocument/2006/relationships/image" Target="../media/image6.png"/><Relationship Id="rId2" Type="http://schemas.openxmlformats.org/officeDocument/2006/relationships/tags" Target="../tags/tag55.xml"/><Relationship Id="rId1" Type="http://schemas.openxmlformats.org/officeDocument/2006/relationships/vmlDrawing" Target="../drawings/vmlDrawing42.v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35.bin"/><Relationship Id="rId4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3" Type="http://schemas.openxmlformats.org/officeDocument/2006/relationships/tags" Target="../tags/tag58.xml"/><Relationship Id="rId7" Type="http://schemas.openxmlformats.org/officeDocument/2006/relationships/image" Target="../media/image6.png"/><Relationship Id="rId2" Type="http://schemas.openxmlformats.org/officeDocument/2006/relationships/tags" Target="../tags/tag57.xml"/><Relationship Id="rId1" Type="http://schemas.openxmlformats.org/officeDocument/2006/relationships/vmlDrawing" Target="../drawings/vmlDrawing43.v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36.bin"/><Relationship Id="rId4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3" Type="http://schemas.openxmlformats.org/officeDocument/2006/relationships/tags" Target="../tags/tag60.xml"/><Relationship Id="rId7" Type="http://schemas.openxmlformats.org/officeDocument/2006/relationships/image" Target="../media/image6.png"/><Relationship Id="rId2" Type="http://schemas.openxmlformats.org/officeDocument/2006/relationships/tags" Target="../tags/tag59.xml"/><Relationship Id="rId1" Type="http://schemas.openxmlformats.org/officeDocument/2006/relationships/vmlDrawing" Target="../drawings/vmlDrawing44.v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37.bin"/><Relationship Id="rId4" Type="http://schemas.openxmlformats.org/officeDocument/2006/relationships/slideMaster" Target="../slideMasters/slideMaster1.xml"/></Relationships>
</file>

<file path=ppt/slideLayouts/_rels/slideLayout60.xml.rels><?xml version="1.0" encoding="UTF-8" standalone="yes"?>
<Relationships xmlns="http://schemas.openxmlformats.org/package/2006/relationships"><Relationship Id="rId3" Type="http://schemas.openxmlformats.org/officeDocument/2006/relationships/tags" Target="../tags/tag62.xml"/><Relationship Id="rId7" Type="http://schemas.openxmlformats.org/officeDocument/2006/relationships/image" Target="../media/image6.png"/><Relationship Id="rId2" Type="http://schemas.openxmlformats.org/officeDocument/2006/relationships/tags" Target="../tags/tag61.xml"/><Relationship Id="rId1" Type="http://schemas.openxmlformats.org/officeDocument/2006/relationships/vmlDrawing" Target="../drawings/vmlDrawing45.v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38.bin"/><Relationship Id="rId4" Type="http://schemas.openxmlformats.org/officeDocument/2006/relationships/slideMaster" Target="../slideMasters/slideMaster1.xml"/></Relationships>
</file>

<file path=ppt/slideLayouts/_rels/slideLayout61.xml.rels><?xml version="1.0" encoding="UTF-8" standalone="yes"?>
<Relationships xmlns="http://schemas.openxmlformats.org/package/2006/relationships"><Relationship Id="rId3" Type="http://schemas.openxmlformats.org/officeDocument/2006/relationships/tags" Target="../tags/tag64.xml"/><Relationship Id="rId7" Type="http://schemas.openxmlformats.org/officeDocument/2006/relationships/image" Target="../media/image6.png"/><Relationship Id="rId2" Type="http://schemas.openxmlformats.org/officeDocument/2006/relationships/tags" Target="../tags/tag63.xml"/><Relationship Id="rId1" Type="http://schemas.openxmlformats.org/officeDocument/2006/relationships/vmlDrawing" Target="../drawings/vmlDrawing46.v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39.bin"/><Relationship Id="rId4" Type="http://schemas.openxmlformats.org/officeDocument/2006/relationships/slideMaster" Target="../slideMasters/slideMaster1.xml"/></Relationships>
</file>

<file path=ppt/slideLayouts/_rels/slideLayout62.xml.rels><?xml version="1.0" encoding="UTF-8" standalone="yes"?>
<Relationships xmlns="http://schemas.openxmlformats.org/package/2006/relationships"><Relationship Id="rId3" Type="http://schemas.openxmlformats.org/officeDocument/2006/relationships/tags" Target="../tags/tag66.xml"/><Relationship Id="rId7" Type="http://schemas.openxmlformats.org/officeDocument/2006/relationships/image" Target="../media/image6.png"/><Relationship Id="rId2" Type="http://schemas.openxmlformats.org/officeDocument/2006/relationships/tags" Target="../tags/tag65.xml"/><Relationship Id="rId1" Type="http://schemas.openxmlformats.org/officeDocument/2006/relationships/vmlDrawing" Target="../drawings/vmlDrawing47.v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40.bin"/><Relationship Id="rId4" Type="http://schemas.openxmlformats.org/officeDocument/2006/relationships/slideMaster" Target="../slideMasters/slideMaster1.xml"/></Relationships>
</file>

<file path=ppt/slideLayouts/_rels/slideLayout63.xml.rels><?xml version="1.0" encoding="UTF-8" standalone="yes"?>
<Relationships xmlns="http://schemas.openxmlformats.org/package/2006/relationships"><Relationship Id="rId3" Type="http://schemas.openxmlformats.org/officeDocument/2006/relationships/tags" Target="../tags/tag68.xml"/><Relationship Id="rId7" Type="http://schemas.openxmlformats.org/officeDocument/2006/relationships/image" Target="../media/image6.png"/><Relationship Id="rId2" Type="http://schemas.openxmlformats.org/officeDocument/2006/relationships/tags" Target="../tags/tag67.xml"/><Relationship Id="rId1" Type="http://schemas.openxmlformats.org/officeDocument/2006/relationships/vmlDrawing" Target="../drawings/vmlDrawing48.v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41.bin"/><Relationship Id="rId4" Type="http://schemas.openxmlformats.org/officeDocument/2006/relationships/slideMaster" Target="../slideMasters/slideMaster1.xml"/></Relationships>
</file>

<file path=ppt/slideLayouts/_rels/slideLayout64.xml.rels><?xml version="1.0" encoding="UTF-8" standalone="yes"?>
<Relationships xmlns="http://schemas.openxmlformats.org/package/2006/relationships"><Relationship Id="rId3" Type="http://schemas.openxmlformats.org/officeDocument/2006/relationships/tags" Target="../tags/tag70.xml"/><Relationship Id="rId7" Type="http://schemas.openxmlformats.org/officeDocument/2006/relationships/image" Target="../media/image6.png"/><Relationship Id="rId2" Type="http://schemas.openxmlformats.org/officeDocument/2006/relationships/tags" Target="../tags/tag69.xml"/><Relationship Id="rId1" Type="http://schemas.openxmlformats.org/officeDocument/2006/relationships/vmlDrawing" Target="../drawings/vmlDrawing49.v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42.bin"/><Relationship Id="rId4" Type="http://schemas.openxmlformats.org/officeDocument/2006/relationships/slideMaster" Target="../slideMasters/slideMaster1.xml"/></Relationships>
</file>

<file path=ppt/slideLayouts/_rels/slideLayout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7.xml.rels><?xml version="1.0" encoding="UTF-8" standalone="yes"?>
<Relationships xmlns="http://schemas.openxmlformats.org/package/2006/relationships"><Relationship Id="rId3" Type="http://schemas.openxmlformats.org/officeDocument/2006/relationships/tags" Target="../tags/tag72.xml"/><Relationship Id="rId7" Type="http://schemas.openxmlformats.org/officeDocument/2006/relationships/image" Target="../media/image6.png"/><Relationship Id="rId2" Type="http://schemas.openxmlformats.org/officeDocument/2006/relationships/tags" Target="../tags/tag71.xml"/><Relationship Id="rId1" Type="http://schemas.openxmlformats.org/officeDocument/2006/relationships/vmlDrawing" Target="../drawings/vmlDrawing50.v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43.bin"/><Relationship Id="rId4" Type="http://schemas.openxmlformats.org/officeDocument/2006/relationships/slideMaster" Target="../slideMasters/slideMaster1.xml"/></Relationships>
</file>

<file path=ppt/slideLayouts/_rels/slideLayout68.xml.rels><?xml version="1.0" encoding="UTF-8" standalone="yes"?>
<Relationships xmlns="http://schemas.openxmlformats.org/package/2006/relationships"><Relationship Id="rId3" Type="http://schemas.openxmlformats.org/officeDocument/2006/relationships/tags" Target="../tags/tag74.xml"/><Relationship Id="rId7" Type="http://schemas.openxmlformats.org/officeDocument/2006/relationships/image" Target="../media/image6.png"/><Relationship Id="rId2" Type="http://schemas.openxmlformats.org/officeDocument/2006/relationships/tags" Target="../tags/tag73.xml"/><Relationship Id="rId1" Type="http://schemas.openxmlformats.org/officeDocument/2006/relationships/vmlDrawing" Target="../drawings/vmlDrawing51.v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44.bin"/><Relationship Id="rId4" Type="http://schemas.openxmlformats.org/officeDocument/2006/relationships/slideMaster" Target="../slideMasters/slideMaster1.xml"/></Relationships>
</file>

<file path=ppt/slideLayouts/_rels/slideLayout69.xml.rels><?xml version="1.0" encoding="UTF-8" standalone="yes"?>
<Relationships xmlns="http://schemas.openxmlformats.org/package/2006/relationships"><Relationship Id="rId3" Type="http://schemas.openxmlformats.org/officeDocument/2006/relationships/tags" Target="../tags/tag76.xml"/><Relationship Id="rId7" Type="http://schemas.openxmlformats.org/officeDocument/2006/relationships/image" Target="../media/image6.png"/><Relationship Id="rId2" Type="http://schemas.openxmlformats.org/officeDocument/2006/relationships/tags" Target="../tags/tag75.xml"/><Relationship Id="rId1" Type="http://schemas.openxmlformats.org/officeDocument/2006/relationships/vmlDrawing" Target="../drawings/vmlDrawing52.v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45.bin"/><Relationship Id="rId4" Type="http://schemas.openxmlformats.org/officeDocument/2006/relationships/slideMaster" Target="../slideMasters/slideMaster1.xml"/></Relationships>
</file>

<file path=ppt/slideLayouts/_rels/slideLayout70.xml.rels><?xml version="1.0" encoding="UTF-8" standalone="yes"?>
<Relationships xmlns="http://schemas.openxmlformats.org/package/2006/relationships"><Relationship Id="rId3" Type="http://schemas.openxmlformats.org/officeDocument/2006/relationships/tags" Target="../tags/tag78.xml"/><Relationship Id="rId7" Type="http://schemas.openxmlformats.org/officeDocument/2006/relationships/image" Target="../media/image6.png"/><Relationship Id="rId2" Type="http://schemas.openxmlformats.org/officeDocument/2006/relationships/tags" Target="../tags/tag77.xml"/><Relationship Id="rId1" Type="http://schemas.openxmlformats.org/officeDocument/2006/relationships/vmlDrawing" Target="../drawings/vmlDrawing53.v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46.bin"/><Relationship Id="rId4" Type="http://schemas.openxmlformats.org/officeDocument/2006/relationships/slideMaster" Target="../slideMasters/slideMaster1.xml"/></Relationships>
</file>

<file path=ppt/slideLayouts/_rels/slideLayout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7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slideMaster" Target="../slideMasters/slideMaster2.xml"/><Relationship Id="rId7" Type="http://schemas.openxmlformats.org/officeDocument/2006/relationships/image" Target="../media/image3.png"/><Relationship Id="rId2" Type="http://schemas.openxmlformats.org/officeDocument/2006/relationships/tags" Target="../tags/tag80.xml"/><Relationship Id="rId1" Type="http://schemas.openxmlformats.org/officeDocument/2006/relationships/vmlDrawing" Target="../drawings/vmlDrawing55.vml"/><Relationship Id="rId6" Type="http://schemas.openxmlformats.org/officeDocument/2006/relationships/image" Target="../media/image2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48.bin"/></Relationships>
</file>

<file path=ppt/slideLayouts/_rels/slideLayout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79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81.xml"/><Relationship Id="rId1" Type="http://schemas.openxmlformats.org/officeDocument/2006/relationships/vmlDrawing" Target="../drawings/vmlDrawing56.vml"/><Relationship Id="rId6" Type="http://schemas.openxmlformats.org/officeDocument/2006/relationships/image" Target="../media/image6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49.bin"/></Relationships>
</file>

<file path=ppt/slideLayouts/_rels/slideLayout80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82.xml"/><Relationship Id="rId1" Type="http://schemas.openxmlformats.org/officeDocument/2006/relationships/vmlDrawing" Target="../drawings/vmlDrawing57.vml"/><Relationship Id="rId6" Type="http://schemas.openxmlformats.org/officeDocument/2006/relationships/image" Target="../media/image6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50.bin"/></Relationships>
</file>

<file path=ppt/slideLayouts/_rels/slideLayout81.xml.rels><?xml version="1.0" encoding="UTF-8" standalone="yes"?>
<Relationships xmlns="http://schemas.openxmlformats.org/package/2006/relationships"><Relationship Id="rId3" Type="http://schemas.openxmlformats.org/officeDocument/2006/relationships/tags" Target="../tags/tag84.xml"/><Relationship Id="rId7" Type="http://schemas.openxmlformats.org/officeDocument/2006/relationships/image" Target="../media/image6.png"/><Relationship Id="rId2" Type="http://schemas.openxmlformats.org/officeDocument/2006/relationships/tags" Target="../tags/tag83.xml"/><Relationship Id="rId1" Type="http://schemas.openxmlformats.org/officeDocument/2006/relationships/vmlDrawing" Target="../drawings/vmlDrawing58.v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51.bin"/><Relationship Id="rId4" Type="http://schemas.openxmlformats.org/officeDocument/2006/relationships/slideMaster" Target="../slideMasters/slideMaster2.xml"/></Relationships>
</file>

<file path=ppt/slideLayouts/_rels/slideLayout82.xml.rels><?xml version="1.0" encoding="UTF-8" standalone="yes"?>
<Relationships xmlns="http://schemas.openxmlformats.org/package/2006/relationships"><Relationship Id="rId3" Type="http://schemas.openxmlformats.org/officeDocument/2006/relationships/tags" Target="../tags/tag86.xml"/><Relationship Id="rId7" Type="http://schemas.openxmlformats.org/officeDocument/2006/relationships/image" Target="../media/image6.png"/><Relationship Id="rId2" Type="http://schemas.openxmlformats.org/officeDocument/2006/relationships/tags" Target="../tags/tag85.xml"/><Relationship Id="rId1" Type="http://schemas.openxmlformats.org/officeDocument/2006/relationships/vmlDrawing" Target="../drawings/vmlDrawing59.v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51.bin"/><Relationship Id="rId4" Type="http://schemas.openxmlformats.org/officeDocument/2006/relationships/slideMaster" Target="../slideMasters/slideMaster2.xml"/></Relationships>
</file>

<file path=ppt/slideLayouts/_rels/slideLayout83.xml.rels><?xml version="1.0" encoding="UTF-8" standalone="yes"?>
<Relationships xmlns="http://schemas.openxmlformats.org/package/2006/relationships"><Relationship Id="rId3" Type="http://schemas.openxmlformats.org/officeDocument/2006/relationships/tags" Target="../tags/tag88.xml"/><Relationship Id="rId7" Type="http://schemas.openxmlformats.org/officeDocument/2006/relationships/image" Target="../media/image6.png"/><Relationship Id="rId2" Type="http://schemas.openxmlformats.org/officeDocument/2006/relationships/tags" Target="../tags/tag87.xml"/><Relationship Id="rId1" Type="http://schemas.openxmlformats.org/officeDocument/2006/relationships/vmlDrawing" Target="../drawings/vmlDrawing60.v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51.bin"/><Relationship Id="rId4" Type="http://schemas.openxmlformats.org/officeDocument/2006/relationships/slideMaster" Target="../slideMasters/slideMaster2.xml"/></Relationships>
</file>

<file path=ppt/slideLayouts/_rels/slideLayout84.xml.rels><?xml version="1.0" encoding="UTF-8" standalone="yes"?>
<Relationships xmlns="http://schemas.openxmlformats.org/package/2006/relationships"><Relationship Id="rId3" Type="http://schemas.openxmlformats.org/officeDocument/2006/relationships/tags" Target="../tags/tag90.xml"/><Relationship Id="rId7" Type="http://schemas.openxmlformats.org/officeDocument/2006/relationships/image" Target="../media/image6.png"/><Relationship Id="rId2" Type="http://schemas.openxmlformats.org/officeDocument/2006/relationships/tags" Target="../tags/tag89.xml"/><Relationship Id="rId1" Type="http://schemas.openxmlformats.org/officeDocument/2006/relationships/vmlDrawing" Target="../drawings/vmlDrawing61.v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51.bin"/><Relationship Id="rId4" Type="http://schemas.openxmlformats.org/officeDocument/2006/relationships/slideMaster" Target="../slideMasters/slideMaster2.xml"/></Relationships>
</file>

<file path=ppt/slideLayouts/_rels/slideLayout8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91.xml"/><Relationship Id="rId1" Type="http://schemas.openxmlformats.org/officeDocument/2006/relationships/vmlDrawing" Target="../drawings/vmlDrawing62.vml"/><Relationship Id="rId6" Type="http://schemas.openxmlformats.org/officeDocument/2006/relationships/image" Target="../media/image6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52.bin"/></Relationships>
</file>

<file path=ppt/slideLayouts/_rels/slideLayout86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92.xml"/><Relationship Id="rId1" Type="http://schemas.openxmlformats.org/officeDocument/2006/relationships/vmlDrawing" Target="../drawings/vmlDrawing63.vml"/><Relationship Id="rId6" Type="http://schemas.openxmlformats.org/officeDocument/2006/relationships/image" Target="../media/image6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52.bin"/></Relationships>
</file>

<file path=ppt/slideLayouts/_rels/slideLayout87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93.xml"/><Relationship Id="rId1" Type="http://schemas.openxmlformats.org/officeDocument/2006/relationships/vmlDrawing" Target="../drawings/vmlDrawing64.vml"/><Relationship Id="rId6" Type="http://schemas.openxmlformats.org/officeDocument/2006/relationships/image" Target="../media/image6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52.bin"/></Relationships>
</file>

<file path=ppt/slideLayouts/_rels/slideLayout88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94.xml"/><Relationship Id="rId1" Type="http://schemas.openxmlformats.org/officeDocument/2006/relationships/vmlDrawing" Target="../drawings/vmlDrawing65.vml"/><Relationship Id="rId6" Type="http://schemas.openxmlformats.org/officeDocument/2006/relationships/image" Target="../media/image6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53.bin"/></Relationships>
</file>

<file path=ppt/slideLayouts/_rels/slideLayout89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95.xml"/><Relationship Id="rId1" Type="http://schemas.openxmlformats.org/officeDocument/2006/relationships/vmlDrawing" Target="../drawings/vmlDrawing66.vml"/><Relationship Id="rId6" Type="http://schemas.openxmlformats.org/officeDocument/2006/relationships/image" Target="../media/image6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53.bin"/></Relationships>
</file>

<file path=ppt/slideLayouts/_rels/slideLayout90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96.xml"/><Relationship Id="rId1" Type="http://schemas.openxmlformats.org/officeDocument/2006/relationships/vmlDrawing" Target="../drawings/vmlDrawing67.vml"/><Relationship Id="rId6" Type="http://schemas.openxmlformats.org/officeDocument/2006/relationships/image" Target="../media/image6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53.bin"/></Relationships>
</file>

<file path=ppt/slideLayouts/_rels/slideLayout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9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97.xml"/><Relationship Id="rId1" Type="http://schemas.openxmlformats.org/officeDocument/2006/relationships/vmlDrawing" Target="../drawings/vmlDrawing68.vml"/><Relationship Id="rId6" Type="http://schemas.openxmlformats.org/officeDocument/2006/relationships/image" Target="../media/image6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54.bin"/></Relationships>
</file>

<file path=ppt/slideLayouts/_rels/slideLayout96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98.xml"/><Relationship Id="rId1" Type="http://schemas.openxmlformats.org/officeDocument/2006/relationships/vmlDrawing" Target="../drawings/vmlDrawing69.vml"/><Relationship Id="rId6" Type="http://schemas.openxmlformats.org/officeDocument/2006/relationships/image" Target="../media/image6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55.bin"/></Relationships>
</file>

<file path=ppt/slideLayouts/_rels/slideLayout97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99.xml"/><Relationship Id="rId1" Type="http://schemas.openxmlformats.org/officeDocument/2006/relationships/vmlDrawing" Target="../drawings/vmlDrawing70.vml"/><Relationship Id="rId6" Type="http://schemas.openxmlformats.org/officeDocument/2006/relationships/image" Target="../media/image6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56.bin"/></Relationships>
</file>

<file path=ppt/slideLayouts/_rels/slideLayout98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100.xml"/><Relationship Id="rId1" Type="http://schemas.openxmlformats.org/officeDocument/2006/relationships/vmlDrawing" Target="../drawings/vmlDrawing71.vml"/><Relationship Id="rId6" Type="http://schemas.openxmlformats.org/officeDocument/2006/relationships/image" Target="../media/image6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57.bin"/></Relationships>
</file>

<file path=ppt/slideLayouts/_rels/slideLayout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100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101.xml"/><Relationship Id="rId1" Type="http://schemas.openxmlformats.org/officeDocument/2006/relationships/vmlDrawing" Target="../drawings/vmlDrawing72.vml"/><Relationship Id="rId6" Type="http://schemas.openxmlformats.org/officeDocument/2006/relationships/image" Target="../media/image6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58.bin"/></Relationships>
</file>

<file path=ppt/slideLayouts/_rels/slideLayout10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102.xml"/><Relationship Id="rId1" Type="http://schemas.openxmlformats.org/officeDocument/2006/relationships/vmlDrawing" Target="../drawings/vmlDrawing73.vml"/><Relationship Id="rId6" Type="http://schemas.openxmlformats.org/officeDocument/2006/relationships/image" Target="../media/image6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59.bin"/></Relationships>
</file>

<file path=ppt/slideLayouts/_rels/slideLayout1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10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103.xml"/><Relationship Id="rId1" Type="http://schemas.openxmlformats.org/officeDocument/2006/relationships/vmlDrawing" Target="../drawings/vmlDrawing74.vml"/><Relationship Id="rId6" Type="http://schemas.openxmlformats.org/officeDocument/2006/relationships/image" Target="../media/image6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60.bin"/></Relationships>
</file>

<file path=ppt/slideLayouts/_rels/slideLayout10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104.xml"/><Relationship Id="rId1" Type="http://schemas.openxmlformats.org/officeDocument/2006/relationships/vmlDrawing" Target="../drawings/vmlDrawing75.vml"/><Relationship Id="rId6" Type="http://schemas.openxmlformats.org/officeDocument/2006/relationships/image" Target="../media/image6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61.bin"/></Relationships>
</file>

<file path=ppt/slideLayouts/_rels/slideLayout1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106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105.xml"/><Relationship Id="rId1" Type="http://schemas.openxmlformats.org/officeDocument/2006/relationships/vmlDrawing" Target="../drawings/vmlDrawing76.vml"/><Relationship Id="rId6" Type="http://schemas.openxmlformats.org/officeDocument/2006/relationships/image" Target="../media/image6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62.bin"/></Relationships>
</file>

<file path=ppt/slideLayouts/_rels/slideLayout107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106.xml"/><Relationship Id="rId1" Type="http://schemas.openxmlformats.org/officeDocument/2006/relationships/vmlDrawing" Target="../drawings/vmlDrawing77.vml"/><Relationship Id="rId6" Type="http://schemas.openxmlformats.org/officeDocument/2006/relationships/image" Target="../media/image6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63.bin"/></Relationships>
</file>

<file path=ppt/slideLayouts/_rels/slideLayout108.xml.rels><?xml version="1.0" encoding="UTF-8" standalone="yes"?>
<Relationships xmlns="http://schemas.openxmlformats.org/package/2006/relationships"><Relationship Id="rId3" Type="http://schemas.openxmlformats.org/officeDocument/2006/relationships/tags" Target="../tags/tag108.xml"/><Relationship Id="rId7" Type="http://schemas.openxmlformats.org/officeDocument/2006/relationships/image" Target="../media/image6.png"/><Relationship Id="rId2" Type="http://schemas.openxmlformats.org/officeDocument/2006/relationships/tags" Target="../tags/tag107.xml"/><Relationship Id="rId1" Type="http://schemas.openxmlformats.org/officeDocument/2006/relationships/vmlDrawing" Target="../drawings/vmlDrawing78.v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64.bin"/><Relationship Id="rId4" Type="http://schemas.openxmlformats.org/officeDocument/2006/relationships/slideMaster" Target="../slideMasters/slideMaster2.xml"/></Relationships>
</file>

<file path=ppt/slideLayouts/_rels/slideLayout109.xml.rels><?xml version="1.0" encoding="UTF-8" standalone="yes"?>
<Relationships xmlns="http://schemas.openxmlformats.org/package/2006/relationships"><Relationship Id="rId3" Type="http://schemas.openxmlformats.org/officeDocument/2006/relationships/tags" Target="../tags/tag110.xml"/><Relationship Id="rId7" Type="http://schemas.openxmlformats.org/officeDocument/2006/relationships/image" Target="../media/image6.png"/><Relationship Id="rId2" Type="http://schemas.openxmlformats.org/officeDocument/2006/relationships/tags" Target="../tags/tag109.xml"/><Relationship Id="rId1" Type="http://schemas.openxmlformats.org/officeDocument/2006/relationships/vmlDrawing" Target="../drawings/vmlDrawing79.v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65.bin"/><Relationship Id="rId4" Type="http://schemas.openxmlformats.org/officeDocument/2006/relationships/slideMaster" Target="../slideMasters/slideMaster2.xml"/></Relationships>
</file>

<file path=ppt/slideLayouts/_rels/slideLayout110.xml.rels><?xml version="1.0" encoding="UTF-8" standalone="yes"?>
<Relationships xmlns="http://schemas.openxmlformats.org/package/2006/relationships"><Relationship Id="rId3" Type="http://schemas.openxmlformats.org/officeDocument/2006/relationships/tags" Target="../tags/tag112.xml"/><Relationship Id="rId7" Type="http://schemas.openxmlformats.org/officeDocument/2006/relationships/image" Target="../media/image6.png"/><Relationship Id="rId2" Type="http://schemas.openxmlformats.org/officeDocument/2006/relationships/tags" Target="../tags/tag111.xml"/><Relationship Id="rId1" Type="http://schemas.openxmlformats.org/officeDocument/2006/relationships/vmlDrawing" Target="../drawings/vmlDrawing80.v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66.bin"/><Relationship Id="rId4" Type="http://schemas.openxmlformats.org/officeDocument/2006/relationships/slideMaster" Target="../slideMasters/slideMaster2.xml"/></Relationships>
</file>

<file path=ppt/slideLayouts/_rels/slideLayout1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1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11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113.xml"/><Relationship Id="rId1" Type="http://schemas.openxmlformats.org/officeDocument/2006/relationships/vmlDrawing" Target="../drawings/vmlDrawing81.vml"/><Relationship Id="rId6" Type="http://schemas.openxmlformats.org/officeDocument/2006/relationships/image" Target="../media/image6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67.bin"/></Relationships>
</file>

<file path=ppt/slideLayouts/_rels/slideLayout11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114.xml"/><Relationship Id="rId1" Type="http://schemas.openxmlformats.org/officeDocument/2006/relationships/vmlDrawing" Target="../drawings/vmlDrawing82.vml"/><Relationship Id="rId6" Type="http://schemas.openxmlformats.org/officeDocument/2006/relationships/image" Target="../media/image6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68.bin"/></Relationships>
</file>

<file path=ppt/slideLayouts/_rels/slideLayout1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116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115.xml"/><Relationship Id="rId1" Type="http://schemas.openxmlformats.org/officeDocument/2006/relationships/vmlDrawing" Target="../drawings/vmlDrawing83.vml"/><Relationship Id="rId6" Type="http://schemas.openxmlformats.org/officeDocument/2006/relationships/image" Target="../media/image6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69.bin"/></Relationships>
</file>

<file path=ppt/slideLayouts/_rels/slideLayout117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116.xml"/><Relationship Id="rId1" Type="http://schemas.openxmlformats.org/officeDocument/2006/relationships/vmlDrawing" Target="../drawings/vmlDrawing84.vml"/><Relationship Id="rId6" Type="http://schemas.openxmlformats.org/officeDocument/2006/relationships/image" Target="../media/image6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70.bin"/></Relationships>
</file>

<file path=ppt/slideLayouts/_rels/slideLayout118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117.xml"/><Relationship Id="rId1" Type="http://schemas.openxmlformats.org/officeDocument/2006/relationships/vmlDrawing" Target="../drawings/vmlDrawing85.vml"/><Relationship Id="rId6" Type="http://schemas.openxmlformats.org/officeDocument/2006/relationships/image" Target="../media/image6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71.bin"/></Relationships>
</file>

<file path=ppt/slideLayouts/_rels/slideLayout119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118.xml"/><Relationship Id="rId1" Type="http://schemas.openxmlformats.org/officeDocument/2006/relationships/vmlDrawing" Target="../drawings/vmlDrawing86.vml"/><Relationship Id="rId6" Type="http://schemas.openxmlformats.org/officeDocument/2006/relationships/image" Target="../media/image6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72.bin"/></Relationships>
</file>

<file path=ppt/slideLayouts/_rels/slideLayout120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119.xml"/><Relationship Id="rId1" Type="http://schemas.openxmlformats.org/officeDocument/2006/relationships/vmlDrawing" Target="../drawings/vmlDrawing87.vml"/><Relationship Id="rId6" Type="http://schemas.openxmlformats.org/officeDocument/2006/relationships/image" Target="../media/image6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73.bin"/></Relationships>
</file>

<file path=ppt/slideLayouts/_rels/slideLayout12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120.xml"/><Relationship Id="rId1" Type="http://schemas.openxmlformats.org/officeDocument/2006/relationships/vmlDrawing" Target="../drawings/vmlDrawing88.vml"/><Relationship Id="rId6" Type="http://schemas.openxmlformats.org/officeDocument/2006/relationships/image" Target="../media/image6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74.bin"/></Relationships>
</file>

<file path=ppt/slideLayouts/_rels/slideLayout1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1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124.xml.rels><?xml version="1.0" encoding="UTF-8" standalone="yes"?>
<Relationships xmlns="http://schemas.openxmlformats.org/package/2006/relationships"><Relationship Id="rId3" Type="http://schemas.openxmlformats.org/officeDocument/2006/relationships/tags" Target="../tags/tag122.xml"/><Relationship Id="rId7" Type="http://schemas.openxmlformats.org/officeDocument/2006/relationships/image" Target="../media/image6.png"/><Relationship Id="rId2" Type="http://schemas.openxmlformats.org/officeDocument/2006/relationships/tags" Target="../tags/tag121.xml"/><Relationship Id="rId1" Type="http://schemas.openxmlformats.org/officeDocument/2006/relationships/vmlDrawing" Target="../drawings/vmlDrawing89.v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75.bin"/><Relationship Id="rId4" Type="http://schemas.openxmlformats.org/officeDocument/2006/relationships/slideMaster" Target="../slideMasters/slideMaster2.xml"/></Relationships>
</file>

<file path=ppt/slideLayouts/_rels/slideLayout125.xml.rels><?xml version="1.0" encoding="UTF-8" standalone="yes"?>
<Relationships xmlns="http://schemas.openxmlformats.org/package/2006/relationships"><Relationship Id="rId3" Type="http://schemas.openxmlformats.org/officeDocument/2006/relationships/tags" Target="../tags/tag124.xml"/><Relationship Id="rId7" Type="http://schemas.openxmlformats.org/officeDocument/2006/relationships/image" Target="../media/image6.png"/><Relationship Id="rId2" Type="http://schemas.openxmlformats.org/officeDocument/2006/relationships/tags" Target="../tags/tag123.xml"/><Relationship Id="rId1" Type="http://schemas.openxmlformats.org/officeDocument/2006/relationships/vmlDrawing" Target="../drawings/vmlDrawing90.v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76.bin"/><Relationship Id="rId4" Type="http://schemas.openxmlformats.org/officeDocument/2006/relationships/slideMaster" Target="../slideMasters/slideMaster2.xml"/></Relationships>
</file>

<file path=ppt/slideLayouts/_rels/slideLayout1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1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128.xml.rels><?xml version="1.0" encoding="UTF-8" standalone="yes"?>
<Relationships xmlns="http://schemas.openxmlformats.org/package/2006/relationships"><Relationship Id="rId3" Type="http://schemas.openxmlformats.org/officeDocument/2006/relationships/tags" Target="../tags/tag126.xml"/><Relationship Id="rId7" Type="http://schemas.openxmlformats.org/officeDocument/2006/relationships/image" Target="../media/image6.png"/><Relationship Id="rId2" Type="http://schemas.openxmlformats.org/officeDocument/2006/relationships/tags" Target="../tags/tag125.xml"/><Relationship Id="rId1" Type="http://schemas.openxmlformats.org/officeDocument/2006/relationships/vmlDrawing" Target="../drawings/vmlDrawing91.v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77.bin"/><Relationship Id="rId4" Type="http://schemas.openxmlformats.org/officeDocument/2006/relationships/slideMaster" Target="../slideMasters/slideMaster2.xml"/></Relationships>
</file>

<file path=ppt/slideLayouts/_rels/slideLayout129.xml.rels><?xml version="1.0" encoding="UTF-8" standalone="yes"?>
<Relationships xmlns="http://schemas.openxmlformats.org/package/2006/relationships"><Relationship Id="rId3" Type="http://schemas.openxmlformats.org/officeDocument/2006/relationships/tags" Target="../tags/tag128.xml"/><Relationship Id="rId7" Type="http://schemas.openxmlformats.org/officeDocument/2006/relationships/image" Target="../media/image6.png"/><Relationship Id="rId2" Type="http://schemas.openxmlformats.org/officeDocument/2006/relationships/tags" Target="../tags/tag127.xml"/><Relationship Id="rId1" Type="http://schemas.openxmlformats.org/officeDocument/2006/relationships/vmlDrawing" Target="../drawings/vmlDrawing92.v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78.bin"/><Relationship Id="rId4" Type="http://schemas.openxmlformats.org/officeDocument/2006/relationships/slideMaster" Target="../slideMasters/slideMaster2.xml"/></Relationships>
</file>

<file path=ppt/slideLayouts/_rels/slideLayout130.xml.rels><?xml version="1.0" encoding="UTF-8" standalone="yes"?>
<Relationships xmlns="http://schemas.openxmlformats.org/package/2006/relationships"><Relationship Id="rId3" Type="http://schemas.openxmlformats.org/officeDocument/2006/relationships/tags" Target="../tags/tag130.xml"/><Relationship Id="rId7" Type="http://schemas.openxmlformats.org/officeDocument/2006/relationships/image" Target="../media/image6.png"/><Relationship Id="rId2" Type="http://schemas.openxmlformats.org/officeDocument/2006/relationships/tags" Target="../tags/tag129.xml"/><Relationship Id="rId1" Type="http://schemas.openxmlformats.org/officeDocument/2006/relationships/vmlDrawing" Target="../drawings/vmlDrawing93.v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79.bin"/><Relationship Id="rId4" Type="http://schemas.openxmlformats.org/officeDocument/2006/relationships/slideMaster" Target="../slideMasters/slideMaster2.xml"/></Relationships>
</file>

<file path=ppt/slideLayouts/_rels/slideLayout131.xml.rels><?xml version="1.0" encoding="UTF-8" standalone="yes"?>
<Relationships xmlns="http://schemas.openxmlformats.org/package/2006/relationships"><Relationship Id="rId3" Type="http://schemas.openxmlformats.org/officeDocument/2006/relationships/tags" Target="../tags/tag132.xml"/><Relationship Id="rId7" Type="http://schemas.openxmlformats.org/officeDocument/2006/relationships/image" Target="../media/image6.png"/><Relationship Id="rId2" Type="http://schemas.openxmlformats.org/officeDocument/2006/relationships/tags" Target="../tags/tag131.xml"/><Relationship Id="rId1" Type="http://schemas.openxmlformats.org/officeDocument/2006/relationships/vmlDrawing" Target="../drawings/vmlDrawing94.v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80.bin"/><Relationship Id="rId4" Type="http://schemas.openxmlformats.org/officeDocument/2006/relationships/slideMaster" Target="../slideMasters/slideMaster2.xml"/></Relationships>
</file>

<file path=ppt/slideLayouts/_rels/slideLayout132.xml.rels><?xml version="1.0" encoding="UTF-8" standalone="yes"?>
<Relationships xmlns="http://schemas.openxmlformats.org/package/2006/relationships"><Relationship Id="rId3" Type="http://schemas.openxmlformats.org/officeDocument/2006/relationships/tags" Target="../tags/tag134.xml"/><Relationship Id="rId7" Type="http://schemas.openxmlformats.org/officeDocument/2006/relationships/image" Target="../media/image6.png"/><Relationship Id="rId2" Type="http://schemas.openxmlformats.org/officeDocument/2006/relationships/tags" Target="../tags/tag133.xml"/><Relationship Id="rId1" Type="http://schemas.openxmlformats.org/officeDocument/2006/relationships/vmlDrawing" Target="../drawings/vmlDrawing95.v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81.bin"/><Relationship Id="rId4" Type="http://schemas.openxmlformats.org/officeDocument/2006/relationships/slideMaster" Target="../slideMasters/slideMaster2.xml"/></Relationships>
</file>

<file path=ppt/slideLayouts/_rels/slideLayout133.xml.rels><?xml version="1.0" encoding="UTF-8" standalone="yes"?>
<Relationships xmlns="http://schemas.openxmlformats.org/package/2006/relationships"><Relationship Id="rId3" Type="http://schemas.openxmlformats.org/officeDocument/2006/relationships/tags" Target="../tags/tag136.xml"/><Relationship Id="rId7" Type="http://schemas.openxmlformats.org/officeDocument/2006/relationships/image" Target="../media/image6.png"/><Relationship Id="rId2" Type="http://schemas.openxmlformats.org/officeDocument/2006/relationships/tags" Target="../tags/tag135.xml"/><Relationship Id="rId1" Type="http://schemas.openxmlformats.org/officeDocument/2006/relationships/vmlDrawing" Target="../drawings/vmlDrawing96.v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82.bin"/><Relationship Id="rId4" Type="http://schemas.openxmlformats.org/officeDocument/2006/relationships/slideMaster" Target="../slideMasters/slideMaster2.xml"/></Relationships>
</file>

<file path=ppt/slideLayouts/_rels/slideLayout134.xml.rels><?xml version="1.0" encoding="UTF-8" standalone="yes"?>
<Relationships xmlns="http://schemas.openxmlformats.org/package/2006/relationships"><Relationship Id="rId3" Type="http://schemas.openxmlformats.org/officeDocument/2006/relationships/tags" Target="../tags/tag138.xml"/><Relationship Id="rId7" Type="http://schemas.openxmlformats.org/officeDocument/2006/relationships/image" Target="../media/image6.png"/><Relationship Id="rId2" Type="http://schemas.openxmlformats.org/officeDocument/2006/relationships/tags" Target="../tags/tag137.xml"/><Relationship Id="rId1" Type="http://schemas.openxmlformats.org/officeDocument/2006/relationships/vmlDrawing" Target="../drawings/vmlDrawing97.v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83.bin"/><Relationship Id="rId4" Type="http://schemas.openxmlformats.org/officeDocument/2006/relationships/slideMaster" Target="../slideMasters/slideMaster2.xml"/></Relationships>
</file>

<file path=ppt/slideLayouts/_rels/slideLayout135.xml.rels><?xml version="1.0" encoding="UTF-8" standalone="yes"?>
<Relationships xmlns="http://schemas.openxmlformats.org/package/2006/relationships"><Relationship Id="rId3" Type="http://schemas.openxmlformats.org/officeDocument/2006/relationships/tags" Target="../tags/tag140.xml"/><Relationship Id="rId7" Type="http://schemas.openxmlformats.org/officeDocument/2006/relationships/image" Target="../media/image6.png"/><Relationship Id="rId2" Type="http://schemas.openxmlformats.org/officeDocument/2006/relationships/tags" Target="../tags/tag139.xml"/><Relationship Id="rId1" Type="http://schemas.openxmlformats.org/officeDocument/2006/relationships/vmlDrawing" Target="../drawings/vmlDrawing98.v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84.bin"/><Relationship Id="rId4" Type="http://schemas.openxmlformats.org/officeDocument/2006/relationships/slideMaster" Target="../slideMasters/slideMaster2.xml"/></Relationships>
</file>

<file path=ppt/slideLayouts/_rels/slideLayout136.xml.rels><?xml version="1.0" encoding="UTF-8" standalone="yes"?>
<Relationships xmlns="http://schemas.openxmlformats.org/package/2006/relationships"><Relationship Id="rId3" Type="http://schemas.openxmlformats.org/officeDocument/2006/relationships/tags" Target="../tags/tag142.xml"/><Relationship Id="rId7" Type="http://schemas.openxmlformats.org/officeDocument/2006/relationships/image" Target="../media/image6.png"/><Relationship Id="rId2" Type="http://schemas.openxmlformats.org/officeDocument/2006/relationships/tags" Target="../tags/tag141.xml"/><Relationship Id="rId1" Type="http://schemas.openxmlformats.org/officeDocument/2006/relationships/vmlDrawing" Target="../drawings/vmlDrawing99.v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85.bin"/><Relationship Id="rId4" Type="http://schemas.openxmlformats.org/officeDocument/2006/relationships/slideMaster" Target="../slideMasters/slideMaster2.xml"/></Relationships>
</file>

<file path=ppt/slideLayouts/_rels/slideLayout137.xml.rels><?xml version="1.0" encoding="UTF-8" standalone="yes"?>
<Relationships xmlns="http://schemas.openxmlformats.org/package/2006/relationships"><Relationship Id="rId3" Type="http://schemas.openxmlformats.org/officeDocument/2006/relationships/tags" Target="../tags/tag144.xml"/><Relationship Id="rId7" Type="http://schemas.openxmlformats.org/officeDocument/2006/relationships/image" Target="../media/image6.png"/><Relationship Id="rId2" Type="http://schemas.openxmlformats.org/officeDocument/2006/relationships/tags" Target="../tags/tag143.xml"/><Relationship Id="rId1" Type="http://schemas.openxmlformats.org/officeDocument/2006/relationships/vmlDrawing" Target="../drawings/vmlDrawing100.v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86.bin"/><Relationship Id="rId4" Type="http://schemas.openxmlformats.org/officeDocument/2006/relationships/slideMaster" Target="../slideMasters/slideMaster2.xml"/></Relationships>
</file>

<file path=ppt/slideLayouts/_rels/slideLayout138.xml.rels><?xml version="1.0" encoding="UTF-8" standalone="yes"?>
<Relationships xmlns="http://schemas.openxmlformats.org/package/2006/relationships"><Relationship Id="rId3" Type="http://schemas.openxmlformats.org/officeDocument/2006/relationships/tags" Target="../tags/tag146.xml"/><Relationship Id="rId7" Type="http://schemas.openxmlformats.org/officeDocument/2006/relationships/image" Target="../media/image6.png"/><Relationship Id="rId2" Type="http://schemas.openxmlformats.org/officeDocument/2006/relationships/tags" Target="../tags/tag145.xml"/><Relationship Id="rId1" Type="http://schemas.openxmlformats.org/officeDocument/2006/relationships/vmlDrawing" Target="../drawings/vmlDrawing101.v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87.bin"/><Relationship Id="rId4" Type="http://schemas.openxmlformats.org/officeDocument/2006/relationships/slideMaster" Target="../slideMasters/slideMaster2.xml"/></Relationships>
</file>

<file path=ppt/slideLayouts/_rels/slideLayout139.xml.rels><?xml version="1.0" encoding="UTF-8" standalone="yes"?>
<Relationships xmlns="http://schemas.openxmlformats.org/package/2006/relationships"><Relationship Id="rId3" Type="http://schemas.openxmlformats.org/officeDocument/2006/relationships/tags" Target="../tags/tag148.xml"/><Relationship Id="rId7" Type="http://schemas.openxmlformats.org/officeDocument/2006/relationships/image" Target="../media/image6.png"/><Relationship Id="rId2" Type="http://schemas.openxmlformats.org/officeDocument/2006/relationships/tags" Target="../tags/tag147.xml"/><Relationship Id="rId1" Type="http://schemas.openxmlformats.org/officeDocument/2006/relationships/vmlDrawing" Target="../drawings/vmlDrawing102.v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88.bin"/><Relationship Id="rId4" Type="http://schemas.openxmlformats.org/officeDocument/2006/relationships/slideMaster" Target="../slideMasters/slideMaster2.xml"/></Relationships>
</file>

<file path=ppt/slideLayouts/_rels/slideLayout1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1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142.xml.rels><?xml version="1.0" encoding="UTF-8" standalone="yes"?>
<Relationships xmlns="http://schemas.openxmlformats.org/package/2006/relationships"><Relationship Id="rId3" Type="http://schemas.openxmlformats.org/officeDocument/2006/relationships/tags" Target="../tags/tag150.xml"/><Relationship Id="rId7" Type="http://schemas.openxmlformats.org/officeDocument/2006/relationships/image" Target="../media/image6.png"/><Relationship Id="rId2" Type="http://schemas.openxmlformats.org/officeDocument/2006/relationships/tags" Target="../tags/tag149.xml"/><Relationship Id="rId1" Type="http://schemas.openxmlformats.org/officeDocument/2006/relationships/vmlDrawing" Target="../drawings/vmlDrawing103.v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89.bin"/><Relationship Id="rId4" Type="http://schemas.openxmlformats.org/officeDocument/2006/relationships/slideMaster" Target="../slideMasters/slideMaster2.xml"/></Relationships>
</file>

<file path=ppt/slideLayouts/_rels/slideLayout143.xml.rels><?xml version="1.0" encoding="UTF-8" standalone="yes"?>
<Relationships xmlns="http://schemas.openxmlformats.org/package/2006/relationships"><Relationship Id="rId3" Type="http://schemas.openxmlformats.org/officeDocument/2006/relationships/tags" Target="../tags/tag152.xml"/><Relationship Id="rId7" Type="http://schemas.openxmlformats.org/officeDocument/2006/relationships/image" Target="../media/image6.png"/><Relationship Id="rId2" Type="http://schemas.openxmlformats.org/officeDocument/2006/relationships/tags" Target="../tags/tag151.xml"/><Relationship Id="rId1" Type="http://schemas.openxmlformats.org/officeDocument/2006/relationships/vmlDrawing" Target="../drawings/vmlDrawing104.v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90.bin"/><Relationship Id="rId4" Type="http://schemas.openxmlformats.org/officeDocument/2006/relationships/slideMaster" Target="../slideMasters/slideMaster2.xml"/></Relationships>
</file>

<file path=ppt/slideLayouts/_rels/slideLayout144.xml.rels><?xml version="1.0" encoding="UTF-8" standalone="yes"?>
<Relationships xmlns="http://schemas.openxmlformats.org/package/2006/relationships"><Relationship Id="rId3" Type="http://schemas.openxmlformats.org/officeDocument/2006/relationships/tags" Target="../tags/tag154.xml"/><Relationship Id="rId7" Type="http://schemas.openxmlformats.org/officeDocument/2006/relationships/image" Target="../media/image6.png"/><Relationship Id="rId2" Type="http://schemas.openxmlformats.org/officeDocument/2006/relationships/tags" Target="../tags/tag153.xml"/><Relationship Id="rId1" Type="http://schemas.openxmlformats.org/officeDocument/2006/relationships/vmlDrawing" Target="../drawings/vmlDrawing105.v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91.bin"/><Relationship Id="rId4" Type="http://schemas.openxmlformats.org/officeDocument/2006/relationships/slideMaster" Target="../slideMasters/slideMaster2.xml"/></Relationships>
</file>

<file path=ppt/slideLayouts/_rels/slideLayout145.xml.rels><?xml version="1.0" encoding="UTF-8" standalone="yes"?>
<Relationships xmlns="http://schemas.openxmlformats.org/package/2006/relationships"><Relationship Id="rId3" Type="http://schemas.openxmlformats.org/officeDocument/2006/relationships/tags" Target="../tags/tag156.xml"/><Relationship Id="rId7" Type="http://schemas.openxmlformats.org/officeDocument/2006/relationships/image" Target="../media/image6.png"/><Relationship Id="rId2" Type="http://schemas.openxmlformats.org/officeDocument/2006/relationships/tags" Target="../tags/tag155.xml"/><Relationship Id="rId1" Type="http://schemas.openxmlformats.org/officeDocument/2006/relationships/vmlDrawing" Target="../drawings/vmlDrawing106.v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92.bin"/><Relationship Id="rId4" Type="http://schemas.openxmlformats.org/officeDocument/2006/relationships/slideMaster" Target="../slideMasters/slideMaster2.xml"/></Relationships>
</file>

<file path=ppt/slideLayouts/_rels/slideLayout1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1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1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1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1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1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15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slideMaster" Target="../slideMasters/slideMaster3.xml"/><Relationship Id="rId7" Type="http://schemas.openxmlformats.org/officeDocument/2006/relationships/image" Target="../media/image3.png"/><Relationship Id="rId2" Type="http://schemas.openxmlformats.org/officeDocument/2006/relationships/tags" Target="../tags/tag158.xml"/><Relationship Id="rId1" Type="http://schemas.openxmlformats.org/officeDocument/2006/relationships/vmlDrawing" Target="../drawings/vmlDrawing108.vml"/><Relationship Id="rId6" Type="http://schemas.openxmlformats.org/officeDocument/2006/relationships/image" Target="../media/image2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48.bin"/></Relationships>
</file>

<file path=ppt/slideLayouts/_rels/slideLayout1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15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3.xml"/><Relationship Id="rId2" Type="http://schemas.openxmlformats.org/officeDocument/2006/relationships/tags" Target="../tags/tag159.xml"/><Relationship Id="rId1" Type="http://schemas.openxmlformats.org/officeDocument/2006/relationships/vmlDrawing" Target="../drawings/vmlDrawing109.vml"/><Relationship Id="rId6" Type="http://schemas.openxmlformats.org/officeDocument/2006/relationships/image" Target="../media/image6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49.bin"/></Relationships>
</file>

<file path=ppt/slideLayouts/_rels/slideLayout15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3.xml"/><Relationship Id="rId2" Type="http://schemas.openxmlformats.org/officeDocument/2006/relationships/tags" Target="../tags/tag160.xml"/><Relationship Id="rId1" Type="http://schemas.openxmlformats.org/officeDocument/2006/relationships/vmlDrawing" Target="../drawings/vmlDrawing110.vml"/><Relationship Id="rId6" Type="http://schemas.openxmlformats.org/officeDocument/2006/relationships/image" Target="../media/image6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50.bin"/></Relationships>
</file>

<file path=ppt/slideLayouts/_rels/slideLayout156.xml.rels><?xml version="1.0" encoding="UTF-8" standalone="yes"?>
<Relationships xmlns="http://schemas.openxmlformats.org/package/2006/relationships"><Relationship Id="rId3" Type="http://schemas.openxmlformats.org/officeDocument/2006/relationships/tags" Target="../tags/tag162.xml"/><Relationship Id="rId7" Type="http://schemas.openxmlformats.org/officeDocument/2006/relationships/image" Target="../media/image6.png"/><Relationship Id="rId2" Type="http://schemas.openxmlformats.org/officeDocument/2006/relationships/tags" Target="../tags/tag161.xml"/><Relationship Id="rId1" Type="http://schemas.openxmlformats.org/officeDocument/2006/relationships/vmlDrawing" Target="../drawings/vmlDrawing111.v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51.bin"/><Relationship Id="rId4" Type="http://schemas.openxmlformats.org/officeDocument/2006/relationships/slideMaster" Target="../slideMasters/slideMaster3.xml"/></Relationships>
</file>

<file path=ppt/slideLayouts/_rels/slideLayout157.xml.rels><?xml version="1.0" encoding="UTF-8" standalone="yes"?>
<Relationships xmlns="http://schemas.openxmlformats.org/package/2006/relationships"><Relationship Id="rId3" Type="http://schemas.openxmlformats.org/officeDocument/2006/relationships/tags" Target="../tags/tag164.xml"/><Relationship Id="rId7" Type="http://schemas.openxmlformats.org/officeDocument/2006/relationships/image" Target="../media/image6.png"/><Relationship Id="rId2" Type="http://schemas.openxmlformats.org/officeDocument/2006/relationships/tags" Target="../tags/tag163.xml"/><Relationship Id="rId1" Type="http://schemas.openxmlformats.org/officeDocument/2006/relationships/vmlDrawing" Target="../drawings/vmlDrawing112.v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51.bin"/><Relationship Id="rId4" Type="http://schemas.openxmlformats.org/officeDocument/2006/relationships/slideMaster" Target="../slideMasters/slideMaster3.xml"/></Relationships>
</file>

<file path=ppt/slideLayouts/_rels/slideLayout158.xml.rels><?xml version="1.0" encoding="UTF-8" standalone="yes"?>
<Relationships xmlns="http://schemas.openxmlformats.org/package/2006/relationships"><Relationship Id="rId3" Type="http://schemas.openxmlformats.org/officeDocument/2006/relationships/tags" Target="../tags/tag166.xml"/><Relationship Id="rId7" Type="http://schemas.openxmlformats.org/officeDocument/2006/relationships/image" Target="../media/image6.png"/><Relationship Id="rId2" Type="http://schemas.openxmlformats.org/officeDocument/2006/relationships/tags" Target="../tags/tag165.xml"/><Relationship Id="rId1" Type="http://schemas.openxmlformats.org/officeDocument/2006/relationships/vmlDrawing" Target="../drawings/vmlDrawing113.v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51.bin"/><Relationship Id="rId4" Type="http://schemas.openxmlformats.org/officeDocument/2006/relationships/slideMaster" Target="../slideMasters/slideMaster3.xml"/></Relationships>
</file>

<file path=ppt/slideLayouts/_rels/slideLayout159.xml.rels><?xml version="1.0" encoding="UTF-8" standalone="yes"?>
<Relationships xmlns="http://schemas.openxmlformats.org/package/2006/relationships"><Relationship Id="rId3" Type="http://schemas.openxmlformats.org/officeDocument/2006/relationships/tags" Target="../tags/tag168.xml"/><Relationship Id="rId7" Type="http://schemas.openxmlformats.org/officeDocument/2006/relationships/image" Target="../media/image6.png"/><Relationship Id="rId2" Type="http://schemas.openxmlformats.org/officeDocument/2006/relationships/tags" Target="../tags/tag167.xml"/><Relationship Id="rId1" Type="http://schemas.openxmlformats.org/officeDocument/2006/relationships/vmlDrawing" Target="../drawings/vmlDrawing114.v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51.bin"/><Relationship Id="rId4" Type="http://schemas.openxmlformats.org/officeDocument/2006/relationships/slideMaster" Target="../slideMasters/slideMaster3.xml"/></Relationships>
</file>

<file path=ppt/slideLayouts/_rels/slideLayout160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3.xml"/><Relationship Id="rId2" Type="http://schemas.openxmlformats.org/officeDocument/2006/relationships/tags" Target="../tags/tag169.xml"/><Relationship Id="rId1" Type="http://schemas.openxmlformats.org/officeDocument/2006/relationships/vmlDrawing" Target="../drawings/vmlDrawing115.vml"/><Relationship Id="rId6" Type="http://schemas.openxmlformats.org/officeDocument/2006/relationships/image" Target="../media/image6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52.bin"/></Relationships>
</file>

<file path=ppt/slideLayouts/_rels/slideLayout16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3.xml"/><Relationship Id="rId2" Type="http://schemas.openxmlformats.org/officeDocument/2006/relationships/tags" Target="../tags/tag170.xml"/><Relationship Id="rId1" Type="http://schemas.openxmlformats.org/officeDocument/2006/relationships/vmlDrawing" Target="../drawings/vmlDrawing116.vml"/><Relationship Id="rId6" Type="http://schemas.openxmlformats.org/officeDocument/2006/relationships/image" Target="../media/image6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52.bin"/></Relationships>
</file>

<file path=ppt/slideLayouts/_rels/slideLayout16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3.xml"/><Relationship Id="rId2" Type="http://schemas.openxmlformats.org/officeDocument/2006/relationships/tags" Target="../tags/tag171.xml"/><Relationship Id="rId1" Type="http://schemas.openxmlformats.org/officeDocument/2006/relationships/vmlDrawing" Target="../drawings/vmlDrawing117.vml"/><Relationship Id="rId6" Type="http://schemas.openxmlformats.org/officeDocument/2006/relationships/image" Target="../media/image6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52.bin"/></Relationships>
</file>

<file path=ppt/slideLayouts/_rels/slideLayout16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3.xml"/><Relationship Id="rId2" Type="http://schemas.openxmlformats.org/officeDocument/2006/relationships/tags" Target="../tags/tag172.xml"/><Relationship Id="rId1" Type="http://schemas.openxmlformats.org/officeDocument/2006/relationships/vmlDrawing" Target="../drawings/vmlDrawing118.vml"/><Relationship Id="rId6" Type="http://schemas.openxmlformats.org/officeDocument/2006/relationships/image" Target="../media/image6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53.bin"/></Relationships>
</file>

<file path=ppt/slideLayouts/_rels/slideLayout16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3.xml"/><Relationship Id="rId2" Type="http://schemas.openxmlformats.org/officeDocument/2006/relationships/tags" Target="../tags/tag173.xml"/><Relationship Id="rId1" Type="http://schemas.openxmlformats.org/officeDocument/2006/relationships/vmlDrawing" Target="../drawings/vmlDrawing119.vml"/><Relationship Id="rId6" Type="http://schemas.openxmlformats.org/officeDocument/2006/relationships/image" Target="../media/image6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53.bin"/></Relationships>
</file>

<file path=ppt/slideLayouts/_rels/slideLayout16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3.xml"/><Relationship Id="rId2" Type="http://schemas.openxmlformats.org/officeDocument/2006/relationships/tags" Target="../tags/tag174.xml"/><Relationship Id="rId1" Type="http://schemas.openxmlformats.org/officeDocument/2006/relationships/vmlDrawing" Target="../drawings/vmlDrawing120.vml"/><Relationship Id="rId6" Type="http://schemas.openxmlformats.org/officeDocument/2006/relationships/image" Target="../media/image6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53.bin"/></Relationships>
</file>

<file path=ppt/slideLayouts/_rels/slideLayout1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1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1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1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170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3.xml"/><Relationship Id="rId2" Type="http://schemas.openxmlformats.org/officeDocument/2006/relationships/tags" Target="../tags/tag175.xml"/><Relationship Id="rId1" Type="http://schemas.openxmlformats.org/officeDocument/2006/relationships/vmlDrawing" Target="../drawings/vmlDrawing121.vml"/><Relationship Id="rId6" Type="http://schemas.openxmlformats.org/officeDocument/2006/relationships/image" Target="../media/image6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54.bin"/></Relationships>
</file>

<file path=ppt/slideLayouts/_rels/slideLayout17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3.xml"/><Relationship Id="rId2" Type="http://schemas.openxmlformats.org/officeDocument/2006/relationships/tags" Target="../tags/tag176.xml"/><Relationship Id="rId1" Type="http://schemas.openxmlformats.org/officeDocument/2006/relationships/vmlDrawing" Target="../drawings/vmlDrawing122.vml"/><Relationship Id="rId6" Type="http://schemas.openxmlformats.org/officeDocument/2006/relationships/image" Target="../media/image6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55.bin"/></Relationships>
</file>

<file path=ppt/slideLayouts/_rels/slideLayout17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3.xml"/><Relationship Id="rId2" Type="http://schemas.openxmlformats.org/officeDocument/2006/relationships/tags" Target="../tags/tag177.xml"/><Relationship Id="rId1" Type="http://schemas.openxmlformats.org/officeDocument/2006/relationships/vmlDrawing" Target="../drawings/vmlDrawing123.vml"/><Relationship Id="rId6" Type="http://schemas.openxmlformats.org/officeDocument/2006/relationships/image" Target="../media/image6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56.bin"/></Relationships>
</file>

<file path=ppt/slideLayouts/_rels/slideLayout17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3.xml"/><Relationship Id="rId2" Type="http://schemas.openxmlformats.org/officeDocument/2006/relationships/tags" Target="../tags/tag178.xml"/><Relationship Id="rId1" Type="http://schemas.openxmlformats.org/officeDocument/2006/relationships/vmlDrawing" Target="../drawings/vmlDrawing124.vml"/><Relationship Id="rId6" Type="http://schemas.openxmlformats.org/officeDocument/2006/relationships/image" Target="../media/image6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57.bin"/></Relationships>
</file>

<file path=ppt/slideLayouts/_rels/slideLayout1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17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3.xml"/><Relationship Id="rId2" Type="http://schemas.openxmlformats.org/officeDocument/2006/relationships/tags" Target="../tags/tag179.xml"/><Relationship Id="rId1" Type="http://schemas.openxmlformats.org/officeDocument/2006/relationships/vmlDrawing" Target="../drawings/vmlDrawing125.vml"/><Relationship Id="rId6" Type="http://schemas.openxmlformats.org/officeDocument/2006/relationships/image" Target="../media/image6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58.bin"/></Relationships>
</file>

<file path=ppt/slideLayouts/_rels/slideLayout176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3.xml"/><Relationship Id="rId2" Type="http://schemas.openxmlformats.org/officeDocument/2006/relationships/tags" Target="../tags/tag180.xml"/><Relationship Id="rId1" Type="http://schemas.openxmlformats.org/officeDocument/2006/relationships/vmlDrawing" Target="../drawings/vmlDrawing126.vml"/><Relationship Id="rId6" Type="http://schemas.openxmlformats.org/officeDocument/2006/relationships/image" Target="../media/image6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59.bin"/></Relationships>
</file>

<file path=ppt/slideLayouts/_rels/slideLayout1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178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3.xml"/><Relationship Id="rId2" Type="http://schemas.openxmlformats.org/officeDocument/2006/relationships/tags" Target="../tags/tag181.xml"/><Relationship Id="rId1" Type="http://schemas.openxmlformats.org/officeDocument/2006/relationships/vmlDrawing" Target="../drawings/vmlDrawing127.vml"/><Relationship Id="rId6" Type="http://schemas.openxmlformats.org/officeDocument/2006/relationships/image" Target="../media/image6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60.bin"/></Relationships>
</file>

<file path=ppt/slideLayouts/_rels/slideLayout179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3.xml"/><Relationship Id="rId2" Type="http://schemas.openxmlformats.org/officeDocument/2006/relationships/tags" Target="../tags/tag182.xml"/><Relationship Id="rId1" Type="http://schemas.openxmlformats.org/officeDocument/2006/relationships/vmlDrawing" Target="../drawings/vmlDrawing128.vml"/><Relationship Id="rId6" Type="http://schemas.openxmlformats.org/officeDocument/2006/relationships/image" Target="../media/image6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61.bin"/></Relationships>
</file>

<file path=ppt/slideLayouts/_rels/slideLayout1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18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3.xml"/><Relationship Id="rId2" Type="http://schemas.openxmlformats.org/officeDocument/2006/relationships/tags" Target="../tags/tag183.xml"/><Relationship Id="rId1" Type="http://schemas.openxmlformats.org/officeDocument/2006/relationships/vmlDrawing" Target="../drawings/vmlDrawing129.vml"/><Relationship Id="rId6" Type="http://schemas.openxmlformats.org/officeDocument/2006/relationships/image" Target="../media/image6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62.bin"/></Relationships>
</file>

<file path=ppt/slideLayouts/_rels/slideLayout18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3.xml"/><Relationship Id="rId2" Type="http://schemas.openxmlformats.org/officeDocument/2006/relationships/tags" Target="../tags/tag184.xml"/><Relationship Id="rId1" Type="http://schemas.openxmlformats.org/officeDocument/2006/relationships/vmlDrawing" Target="../drawings/vmlDrawing130.vml"/><Relationship Id="rId6" Type="http://schemas.openxmlformats.org/officeDocument/2006/relationships/image" Target="../media/image6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63.bin"/></Relationships>
</file>

<file path=ppt/slideLayouts/_rels/slideLayout183.xml.rels><?xml version="1.0" encoding="UTF-8" standalone="yes"?>
<Relationships xmlns="http://schemas.openxmlformats.org/package/2006/relationships"><Relationship Id="rId3" Type="http://schemas.openxmlformats.org/officeDocument/2006/relationships/tags" Target="../tags/tag186.xml"/><Relationship Id="rId7" Type="http://schemas.openxmlformats.org/officeDocument/2006/relationships/image" Target="../media/image6.png"/><Relationship Id="rId2" Type="http://schemas.openxmlformats.org/officeDocument/2006/relationships/tags" Target="../tags/tag185.xml"/><Relationship Id="rId1" Type="http://schemas.openxmlformats.org/officeDocument/2006/relationships/vmlDrawing" Target="../drawings/vmlDrawing131.v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64.bin"/><Relationship Id="rId4" Type="http://schemas.openxmlformats.org/officeDocument/2006/relationships/slideMaster" Target="../slideMasters/slideMaster3.xml"/></Relationships>
</file>

<file path=ppt/slideLayouts/_rels/slideLayout184.xml.rels><?xml version="1.0" encoding="UTF-8" standalone="yes"?>
<Relationships xmlns="http://schemas.openxmlformats.org/package/2006/relationships"><Relationship Id="rId3" Type="http://schemas.openxmlformats.org/officeDocument/2006/relationships/tags" Target="../tags/tag188.xml"/><Relationship Id="rId7" Type="http://schemas.openxmlformats.org/officeDocument/2006/relationships/image" Target="../media/image6.png"/><Relationship Id="rId2" Type="http://schemas.openxmlformats.org/officeDocument/2006/relationships/tags" Target="../tags/tag187.xml"/><Relationship Id="rId1" Type="http://schemas.openxmlformats.org/officeDocument/2006/relationships/vmlDrawing" Target="../drawings/vmlDrawing132.v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65.bin"/><Relationship Id="rId4" Type="http://schemas.openxmlformats.org/officeDocument/2006/relationships/slideMaster" Target="../slideMasters/slideMaster3.xml"/></Relationships>
</file>

<file path=ppt/slideLayouts/_rels/slideLayout185.xml.rels><?xml version="1.0" encoding="UTF-8" standalone="yes"?>
<Relationships xmlns="http://schemas.openxmlformats.org/package/2006/relationships"><Relationship Id="rId3" Type="http://schemas.openxmlformats.org/officeDocument/2006/relationships/tags" Target="../tags/tag190.xml"/><Relationship Id="rId7" Type="http://schemas.openxmlformats.org/officeDocument/2006/relationships/image" Target="../media/image6.png"/><Relationship Id="rId2" Type="http://schemas.openxmlformats.org/officeDocument/2006/relationships/tags" Target="../tags/tag189.xml"/><Relationship Id="rId1" Type="http://schemas.openxmlformats.org/officeDocument/2006/relationships/vmlDrawing" Target="../drawings/vmlDrawing133.v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66.bin"/><Relationship Id="rId4" Type="http://schemas.openxmlformats.org/officeDocument/2006/relationships/slideMaster" Target="../slideMasters/slideMaster3.xml"/></Relationships>
</file>

<file path=ppt/slideLayouts/_rels/slideLayout1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1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188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3.xml"/><Relationship Id="rId2" Type="http://schemas.openxmlformats.org/officeDocument/2006/relationships/tags" Target="../tags/tag191.xml"/><Relationship Id="rId1" Type="http://schemas.openxmlformats.org/officeDocument/2006/relationships/vmlDrawing" Target="../drawings/vmlDrawing134.vml"/><Relationship Id="rId6" Type="http://schemas.openxmlformats.org/officeDocument/2006/relationships/image" Target="../media/image6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67.bin"/></Relationships>
</file>

<file path=ppt/slideLayouts/_rels/slideLayout189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3.xml"/><Relationship Id="rId2" Type="http://schemas.openxmlformats.org/officeDocument/2006/relationships/tags" Target="../tags/tag192.xml"/><Relationship Id="rId1" Type="http://schemas.openxmlformats.org/officeDocument/2006/relationships/vmlDrawing" Target="../drawings/vmlDrawing135.vml"/><Relationship Id="rId6" Type="http://schemas.openxmlformats.org/officeDocument/2006/relationships/image" Target="../media/image6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68.bin"/></Relationships>
</file>

<file path=ppt/slideLayouts/_rels/slideLayout1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19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3.xml"/><Relationship Id="rId2" Type="http://schemas.openxmlformats.org/officeDocument/2006/relationships/tags" Target="../tags/tag193.xml"/><Relationship Id="rId1" Type="http://schemas.openxmlformats.org/officeDocument/2006/relationships/vmlDrawing" Target="../drawings/vmlDrawing136.vml"/><Relationship Id="rId6" Type="http://schemas.openxmlformats.org/officeDocument/2006/relationships/image" Target="../media/image6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69.bin"/></Relationships>
</file>

<file path=ppt/slideLayouts/_rels/slideLayout19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3.xml"/><Relationship Id="rId2" Type="http://schemas.openxmlformats.org/officeDocument/2006/relationships/tags" Target="../tags/tag194.xml"/><Relationship Id="rId1" Type="http://schemas.openxmlformats.org/officeDocument/2006/relationships/vmlDrawing" Target="../drawings/vmlDrawing137.vml"/><Relationship Id="rId6" Type="http://schemas.openxmlformats.org/officeDocument/2006/relationships/image" Target="../media/image6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70.bin"/></Relationships>
</file>

<file path=ppt/slideLayouts/_rels/slideLayout19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3.xml"/><Relationship Id="rId2" Type="http://schemas.openxmlformats.org/officeDocument/2006/relationships/tags" Target="../tags/tag195.xml"/><Relationship Id="rId1" Type="http://schemas.openxmlformats.org/officeDocument/2006/relationships/vmlDrawing" Target="../drawings/vmlDrawing138.vml"/><Relationship Id="rId6" Type="http://schemas.openxmlformats.org/officeDocument/2006/relationships/image" Target="../media/image6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71.bin"/></Relationships>
</file>

<file path=ppt/slideLayouts/_rels/slideLayout19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3.xml"/><Relationship Id="rId2" Type="http://schemas.openxmlformats.org/officeDocument/2006/relationships/tags" Target="../tags/tag196.xml"/><Relationship Id="rId1" Type="http://schemas.openxmlformats.org/officeDocument/2006/relationships/vmlDrawing" Target="../drawings/vmlDrawing139.vml"/><Relationship Id="rId6" Type="http://schemas.openxmlformats.org/officeDocument/2006/relationships/image" Target="../media/image6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72.bin"/></Relationships>
</file>

<file path=ppt/slideLayouts/_rels/slideLayout19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3.xml"/><Relationship Id="rId2" Type="http://schemas.openxmlformats.org/officeDocument/2006/relationships/tags" Target="../tags/tag197.xml"/><Relationship Id="rId1" Type="http://schemas.openxmlformats.org/officeDocument/2006/relationships/vmlDrawing" Target="../drawings/vmlDrawing140.vml"/><Relationship Id="rId6" Type="http://schemas.openxmlformats.org/officeDocument/2006/relationships/image" Target="../media/image6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73.bin"/></Relationships>
</file>

<file path=ppt/slideLayouts/_rels/slideLayout196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3.xml"/><Relationship Id="rId2" Type="http://schemas.openxmlformats.org/officeDocument/2006/relationships/tags" Target="../tags/tag198.xml"/><Relationship Id="rId1" Type="http://schemas.openxmlformats.org/officeDocument/2006/relationships/vmlDrawing" Target="../drawings/vmlDrawing141.vml"/><Relationship Id="rId6" Type="http://schemas.openxmlformats.org/officeDocument/2006/relationships/image" Target="../media/image6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74.bin"/></Relationships>
</file>

<file path=ppt/slideLayouts/_rels/slideLayout1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1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199.xml.rels><?xml version="1.0" encoding="UTF-8" standalone="yes"?>
<Relationships xmlns="http://schemas.openxmlformats.org/package/2006/relationships"><Relationship Id="rId3" Type="http://schemas.openxmlformats.org/officeDocument/2006/relationships/tags" Target="../tags/tag200.xml"/><Relationship Id="rId7" Type="http://schemas.openxmlformats.org/officeDocument/2006/relationships/image" Target="../media/image6.png"/><Relationship Id="rId2" Type="http://schemas.openxmlformats.org/officeDocument/2006/relationships/tags" Target="../tags/tag199.xml"/><Relationship Id="rId1" Type="http://schemas.openxmlformats.org/officeDocument/2006/relationships/vmlDrawing" Target="../drawings/vmlDrawing142.v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75.bin"/><Relationship Id="rId4" Type="http://schemas.openxmlformats.org/officeDocument/2006/relationships/slideMaster" Target="../slideMasters/slideMaster3.xml"/></Relationships>
</file>

<file path=ppt/slideLayouts/_rels/slideLayout200.xml.rels><?xml version="1.0" encoding="UTF-8" standalone="yes"?>
<Relationships xmlns="http://schemas.openxmlformats.org/package/2006/relationships"><Relationship Id="rId3" Type="http://schemas.openxmlformats.org/officeDocument/2006/relationships/tags" Target="../tags/tag202.xml"/><Relationship Id="rId7" Type="http://schemas.openxmlformats.org/officeDocument/2006/relationships/image" Target="../media/image6.png"/><Relationship Id="rId2" Type="http://schemas.openxmlformats.org/officeDocument/2006/relationships/tags" Target="../tags/tag201.xml"/><Relationship Id="rId1" Type="http://schemas.openxmlformats.org/officeDocument/2006/relationships/vmlDrawing" Target="../drawings/vmlDrawing143.v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76.bin"/><Relationship Id="rId4" Type="http://schemas.openxmlformats.org/officeDocument/2006/relationships/slideMaster" Target="../slideMasters/slideMaster3.xml"/></Relationships>
</file>

<file path=ppt/slideLayouts/_rels/slideLayout2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2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203.xml.rels><?xml version="1.0" encoding="UTF-8" standalone="yes"?>
<Relationships xmlns="http://schemas.openxmlformats.org/package/2006/relationships"><Relationship Id="rId3" Type="http://schemas.openxmlformats.org/officeDocument/2006/relationships/tags" Target="../tags/tag204.xml"/><Relationship Id="rId7" Type="http://schemas.openxmlformats.org/officeDocument/2006/relationships/image" Target="../media/image6.png"/><Relationship Id="rId2" Type="http://schemas.openxmlformats.org/officeDocument/2006/relationships/tags" Target="../tags/tag203.xml"/><Relationship Id="rId1" Type="http://schemas.openxmlformats.org/officeDocument/2006/relationships/vmlDrawing" Target="../drawings/vmlDrawing144.v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77.bin"/><Relationship Id="rId4" Type="http://schemas.openxmlformats.org/officeDocument/2006/relationships/slideMaster" Target="../slideMasters/slideMaster3.xml"/></Relationships>
</file>

<file path=ppt/slideLayouts/_rels/slideLayout204.xml.rels><?xml version="1.0" encoding="UTF-8" standalone="yes"?>
<Relationships xmlns="http://schemas.openxmlformats.org/package/2006/relationships"><Relationship Id="rId3" Type="http://schemas.openxmlformats.org/officeDocument/2006/relationships/tags" Target="../tags/tag206.xml"/><Relationship Id="rId7" Type="http://schemas.openxmlformats.org/officeDocument/2006/relationships/image" Target="../media/image6.png"/><Relationship Id="rId2" Type="http://schemas.openxmlformats.org/officeDocument/2006/relationships/tags" Target="../tags/tag205.xml"/><Relationship Id="rId1" Type="http://schemas.openxmlformats.org/officeDocument/2006/relationships/vmlDrawing" Target="../drawings/vmlDrawing145.v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78.bin"/><Relationship Id="rId4" Type="http://schemas.openxmlformats.org/officeDocument/2006/relationships/slideMaster" Target="../slideMasters/slideMaster3.xml"/></Relationships>
</file>

<file path=ppt/slideLayouts/_rels/slideLayout205.xml.rels><?xml version="1.0" encoding="UTF-8" standalone="yes"?>
<Relationships xmlns="http://schemas.openxmlformats.org/package/2006/relationships"><Relationship Id="rId3" Type="http://schemas.openxmlformats.org/officeDocument/2006/relationships/tags" Target="../tags/tag208.xml"/><Relationship Id="rId7" Type="http://schemas.openxmlformats.org/officeDocument/2006/relationships/image" Target="../media/image6.png"/><Relationship Id="rId2" Type="http://schemas.openxmlformats.org/officeDocument/2006/relationships/tags" Target="../tags/tag207.xml"/><Relationship Id="rId1" Type="http://schemas.openxmlformats.org/officeDocument/2006/relationships/vmlDrawing" Target="../drawings/vmlDrawing146.v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79.bin"/><Relationship Id="rId4" Type="http://schemas.openxmlformats.org/officeDocument/2006/relationships/slideMaster" Target="../slideMasters/slideMaster3.xml"/></Relationships>
</file>

<file path=ppt/slideLayouts/_rels/slideLayout206.xml.rels><?xml version="1.0" encoding="UTF-8" standalone="yes"?>
<Relationships xmlns="http://schemas.openxmlformats.org/package/2006/relationships"><Relationship Id="rId3" Type="http://schemas.openxmlformats.org/officeDocument/2006/relationships/tags" Target="../tags/tag210.xml"/><Relationship Id="rId7" Type="http://schemas.openxmlformats.org/officeDocument/2006/relationships/image" Target="../media/image6.png"/><Relationship Id="rId2" Type="http://schemas.openxmlformats.org/officeDocument/2006/relationships/tags" Target="../tags/tag209.xml"/><Relationship Id="rId1" Type="http://schemas.openxmlformats.org/officeDocument/2006/relationships/vmlDrawing" Target="../drawings/vmlDrawing147.v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80.bin"/><Relationship Id="rId4" Type="http://schemas.openxmlformats.org/officeDocument/2006/relationships/slideMaster" Target="../slideMasters/slideMaster3.xml"/></Relationships>
</file>

<file path=ppt/slideLayouts/_rels/slideLayout207.xml.rels><?xml version="1.0" encoding="UTF-8" standalone="yes"?>
<Relationships xmlns="http://schemas.openxmlformats.org/package/2006/relationships"><Relationship Id="rId3" Type="http://schemas.openxmlformats.org/officeDocument/2006/relationships/tags" Target="../tags/tag212.xml"/><Relationship Id="rId7" Type="http://schemas.openxmlformats.org/officeDocument/2006/relationships/image" Target="../media/image6.png"/><Relationship Id="rId2" Type="http://schemas.openxmlformats.org/officeDocument/2006/relationships/tags" Target="../tags/tag211.xml"/><Relationship Id="rId1" Type="http://schemas.openxmlformats.org/officeDocument/2006/relationships/vmlDrawing" Target="../drawings/vmlDrawing148.v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81.bin"/><Relationship Id="rId4" Type="http://schemas.openxmlformats.org/officeDocument/2006/relationships/slideMaster" Target="../slideMasters/slideMaster3.xml"/></Relationships>
</file>

<file path=ppt/slideLayouts/_rels/slideLayout208.xml.rels><?xml version="1.0" encoding="UTF-8" standalone="yes"?>
<Relationships xmlns="http://schemas.openxmlformats.org/package/2006/relationships"><Relationship Id="rId3" Type="http://schemas.openxmlformats.org/officeDocument/2006/relationships/tags" Target="../tags/tag214.xml"/><Relationship Id="rId7" Type="http://schemas.openxmlformats.org/officeDocument/2006/relationships/image" Target="../media/image6.png"/><Relationship Id="rId2" Type="http://schemas.openxmlformats.org/officeDocument/2006/relationships/tags" Target="../tags/tag213.xml"/><Relationship Id="rId1" Type="http://schemas.openxmlformats.org/officeDocument/2006/relationships/vmlDrawing" Target="../drawings/vmlDrawing149.v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82.bin"/><Relationship Id="rId4" Type="http://schemas.openxmlformats.org/officeDocument/2006/relationships/slideMaster" Target="../slideMasters/slideMaster3.xml"/></Relationships>
</file>

<file path=ppt/slideLayouts/_rels/slideLayout209.xml.rels><?xml version="1.0" encoding="UTF-8" standalone="yes"?>
<Relationships xmlns="http://schemas.openxmlformats.org/package/2006/relationships"><Relationship Id="rId3" Type="http://schemas.openxmlformats.org/officeDocument/2006/relationships/tags" Target="../tags/tag216.xml"/><Relationship Id="rId7" Type="http://schemas.openxmlformats.org/officeDocument/2006/relationships/image" Target="../media/image6.png"/><Relationship Id="rId2" Type="http://schemas.openxmlformats.org/officeDocument/2006/relationships/tags" Target="../tags/tag215.xml"/><Relationship Id="rId1" Type="http://schemas.openxmlformats.org/officeDocument/2006/relationships/vmlDrawing" Target="../drawings/vmlDrawing150.v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83.bin"/><Relationship Id="rId4" Type="http://schemas.openxmlformats.org/officeDocument/2006/relationships/slideMaster" Target="../slideMasters/slideMaster3.xml"/></Relationships>
</file>

<file path=ppt/slideLayouts/_rels/slideLayout210.xml.rels><?xml version="1.0" encoding="UTF-8" standalone="yes"?>
<Relationships xmlns="http://schemas.openxmlformats.org/package/2006/relationships"><Relationship Id="rId3" Type="http://schemas.openxmlformats.org/officeDocument/2006/relationships/tags" Target="../tags/tag218.xml"/><Relationship Id="rId7" Type="http://schemas.openxmlformats.org/officeDocument/2006/relationships/image" Target="../media/image6.png"/><Relationship Id="rId2" Type="http://schemas.openxmlformats.org/officeDocument/2006/relationships/tags" Target="../tags/tag217.xml"/><Relationship Id="rId1" Type="http://schemas.openxmlformats.org/officeDocument/2006/relationships/vmlDrawing" Target="../drawings/vmlDrawing151.v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84.bin"/><Relationship Id="rId4" Type="http://schemas.openxmlformats.org/officeDocument/2006/relationships/slideMaster" Target="../slideMasters/slideMaster3.xml"/></Relationships>
</file>

<file path=ppt/slideLayouts/_rels/slideLayout211.xml.rels><?xml version="1.0" encoding="UTF-8" standalone="yes"?>
<Relationships xmlns="http://schemas.openxmlformats.org/package/2006/relationships"><Relationship Id="rId3" Type="http://schemas.openxmlformats.org/officeDocument/2006/relationships/tags" Target="../tags/tag220.xml"/><Relationship Id="rId7" Type="http://schemas.openxmlformats.org/officeDocument/2006/relationships/image" Target="../media/image6.png"/><Relationship Id="rId2" Type="http://schemas.openxmlformats.org/officeDocument/2006/relationships/tags" Target="../tags/tag219.xml"/><Relationship Id="rId1" Type="http://schemas.openxmlformats.org/officeDocument/2006/relationships/vmlDrawing" Target="../drawings/vmlDrawing152.v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85.bin"/><Relationship Id="rId4" Type="http://schemas.openxmlformats.org/officeDocument/2006/relationships/slideMaster" Target="../slideMasters/slideMaster3.xml"/></Relationships>
</file>

<file path=ppt/slideLayouts/_rels/slideLayout212.xml.rels><?xml version="1.0" encoding="UTF-8" standalone="yes"?>
<Relationships xmlns="http://schemas.openxmlformats.org/package/2006/relationships"><Relationship Id="rId3" Type="http://schemas.openxmlformats.org/officeDocument/2006/relationships/tags" Target="../tags/tag222.xml"/><Relationship Id="rId7" Type="http://schemas.openxmlformats.org/officeDocument/2006/relationships/image" Target="../media/image6.png"/><Relationship Id="rId2" Type="http://schemas.openxmlformats.org/officeDocument/2006/relationships/tags" Target="../tags/tag221.xml"/><Relationship Id="rId1" Type="http://schemas.openxmlformats.org/officeDocument/2006/relationships/vmlDrawing" Target="../drawings/vmlDrawing153.v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86.bin"/><Relationship Id="rId4" Type="http://schemas.openxmlformats.org/officeDocument/2006/relationships/slideMaster" Target="../slideMasters/slideMaster3.xml"/></Relationships>
</file>

<file path=ppt/slideLayouts/_rels/slideLayout213.xml.rels><?xml version="1.0" encoding="UTF-8" standalone="yes"?>
<Relationships xmlns="http://schemas.openxmlformats.org/package/2006/relationships"><Relationship Id="rId3" Type="http://schemas.openxmlformats.org/officeDocument/2006/relationships/tags" Target="../tags/tag224.xml"/><Relationship Id="rId7" Type="http://schemas.openxmlformats.org/officeDocument/2006/relationships/image" Target="../media/image6.png"/><Relationship Id="rId2" Type="http://schemas.openxmlformats.org/officeDocument/2006/relationships/tags" Target="../tags/tag223.xml"/><Relationship Id="rId1" Type="http://schemas.openxmlformats.org/officeDocument/2006/relationships/vmlDrawing" Target="../drawings/vmlDrawing154.v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87.bin"/><Relationship Id="rId4" Type="http://schemas.openxmlformats.org/officeDocument/2006/relationships/slideMaster" Target="../slideMasters/slideMaster3.xml"/></Relationships>
</file>

<file path=ppt/slideLayouts/_rels/slideLayout214.xml.rels><?xml version="1.0" encoding="UTF-8" standalone="yes"?>
<Relationships xmlns="http://schemas.openxmlformats.org/package/2006/relationships"><Relationship Id="rId3" Type="http://schemas.openxmlformats.org/officeDocument/2006/relationships/tags" Target="../tags/tag226.xml"/><Relationship Id="rId7" Type="http://schemas.openxmlformats.org/officeDocument/2006/relationships/image" Target="../media/image6.png"/><Relationship Id="rId2" Type="http://schemas.openxmlformats.org/officeDocument/2006/relationships/tags" Target="../tags/tag225.xml"/><Relationship Id="rId1" Type="http://schemas.openxmlformats.org/officeDocument/2006/relationships/vmlDrawing" Target="../drawings/vmlDrawing155.v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88.bin"/><Relationship Id="rId4" Type="http://schemas.openxmlformats.org/officeDocument/2006/relationships/slideMaster" Target="../slideMasters/slideMaster3.xml"/></Relationships>
</file>

<file path=ppt/slideLayouts/_rels/slideLayout2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2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217.xml.rels><?xml version="1.0" encoding="UTF-8" standalone="yes"?>
<Relationships xmlns="http://schemas.openxmlformats.org/package/2006/relationships"><Relationship Id="rId3" Type="http://schemas.openxmlformats.org/officeDocument/2006/relationships/tags" Target="../tags/tag228.xml"/><Relationship Id="rId7" Type="http://schemas.openxmlformats.org/officeDocument/2006/relationships/image" Target="../media/image6.png"/><Relationship Id="rId2" Type="http://schemas.openxmlformats.org/officeDocument/2006/relationships/tags" Target="../tags/tag227.xml"/><Relationship Id="rId1" Type="http://schemas.openxmlformats.org/officeDocument/2006/relationships/vmlDrawing" Target="../drawings/vmlDrawing156.v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89.bin"/><Relationship Id="rId4" Type="http://schemas.openxmlformats.org/officeDocument/2006/relationships/slideMaster" Target="../slideMasters/slideMaster3.xml"/></Relationships>
</file>

<file path=ppt/slideLayouts/_rels/slideLayout218.xml.rels><?xml version="1.0" encoding="UTF-8" standalone="yes"?>
<Relationships xmlns="http://schemas.openxmlformats.org/package/2006/relationships"><Relationship Id="rId3" Type="http://schemas.openxmlformats.org/officeDocument/2006/relationships/tags" Target="../tags/tag230.xml"/><Relationship Id="rId7" Type="http://schemas.openxmlformats.org/officeDocument/2006/relationships/image" Target="../media/image6.png"/><Relationship Id="rId2" Type="http://schemas.openxmlformats.org/officeDocument/2006/relationships/tags" Target="../tags/tag229.xml"/><Relationship Id="rId1" Type="http://schemas.openxmlformats.org/officeDocument/2006/relationships/vmlDrawing" Target="../drawings/vmlDrawing157.v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90.bin"/><Relationship Id="rId4" Type="http://schemas.openxmlformats.org/officeDocument/2006/relationships/slideMaster" Target="../slideMasters/slideMaster3.xml"/></Relationships>
</file>

<file path=ppt/slideLayouts/_rels/slideLayout219.xml.rels><?xml version="1.0" encoding="UTF-8" standalone="yes"?>
<Relationships xmlns="http://schemas.openxmlformats.org/package/2006/relationships"><Relationship Id="rId3" Type="http://schemas.openxmlformats.org/officeDocument/2006/relationships/tags" Target="../tags/tag232.xml"/><Relationship Id="rId7" Type="http://schemas.openxmlformats.org/officeDocument/2006/relationships/image" Target="../media/image6.png"/><Relationship Id="rId2" Type="http://schemas.openxmlformats.org/officeDocument/2006/relationships/tags" Target="../tags/tag231.xml"/><Relationship Id="rId1" Type="http://schemas.openxmlformats.org/officeDocument/2006/relationships/vmlDrawing" Target="../drawings/vmlDrawing158.v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91.bin"/><Relationship Id="rId4" Type="http://schemas.openxmlformats.org/officeDocument/2006/relationships/slideMaster" Target="../slideMasters/slideMaster3.xml"/></Relationships>
</file>

<file path=ppt/slideLayouts/_rels/slideLayout220.xml.rels><?xml version="1.0" encoding="UTF-8" standalone="yes"?>
<Relationships xmlns="http://schemas.openxmlformats.org/package/2006/relationships"><Relationship Id="rId3" Type="http://schemas.openxmlformats.org/officeDocument/2006/relationships/tags" Target="../tags/tag234.xml"/><Relationship Id="rId7" Type="http://schemas.openxmlformats.org/officeDocument/2006/relationships/image" Target="../media/image6.png"/><Relationship Id="rId2" Type="http://schemas.openxmlformats.org/officeDocument/2006/relationships/tags" Target="../tags/tag233.xml"/><Relationship Id="rId1" Type="http://schemas.openxmlformats.org/officeDocument/2006/relationships/vmlDrawing" Target="../drawings/vmlDrawing159.v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92.bin"/><Relationship Id="rId4" Type="http://schemas.openxmlformats.org/officeDocument/2006/relationships/slideMaster" Target="../slideMasters/slideMaster3.xml"/></Relationships>
</file>

<file path=ppt/slideLayouts/_rels/slideLayout2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2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2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2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2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2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Pr>
        <a:blipFill dpi="0" rotWithShape="1">
          <a:blip r:embed="rId2">
            <a:lum/>
          </a:blip>
          <a:srcRect/>
          <a:stretch>
            <a:fillRect l="-12000" r="-1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 userDrawn="1"/>
        </p:nvSpPr>
        <p:spPr>
          <a:xfrm>
            <a:off x="0" y="5878066"/>
            <a:ext cx="9907200" cy="98152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AU" noProof="0"/>
          </a:p>
        </p:txBody>
      </p:sp>
      <p:pic>
        <p:nvPicPr>
          <p:cNvPr id="7" name="Picture 2"/>
          <p:cNvPicPr>
            <a:picLocks noChangeAspect="1" noChangeArrowheads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34" r="15849"/>
          <a:stretch/>
        </p:blipFill>
        <p:spPr bwMode="auto">
          <a:xfrm>
            <a:off x="1568624" y="0"/>
            <a:ext cx="8337376" cy="45576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Title"/>
          <p:cNvSpPr>
            <a:spLocks noGrp="1"/>
          </p:cNvSpPr>
          <p:nvPr>
            <p:ph type="body" sz="quarter" idx="10" hasCustomPrompt="1"/>
          </p:nvPr>
        </p:nvSpPr>
        <p:spPr>
          <a:xfrm>
            <a:off x="540000" y="3716363"/>
            <a:ext cx="7618023" cy="1080790"/>
          </a:xfrm>
        </p:spPr>
        <p:txBody>
          <a:bodyPr anchor="b" anchorCtr="0"/>
          <a:lstStyle>
            <a:lvl1pPr>
              <a:defRPr sz="3200">
                <a:solidFill>
                  <a:schemeClr val="bg1"/>
                </a:solidFill>
                <a:latin typeface="Segoe UI Semibold" panose="020B0702040204020203" pitchFamily="34" charset="0"/>
              </a:defRPr>
            </a:lvl1pPr>
            <a:lvl5pPr>
              <a:defRPr/>
            </a:lvl5pPr>
          </a:lstStyle>
          <a:p>
            <a:pPr lvl="0"/>
            <a:r>
              <a:rPr lang="en-AU" noProof="0" dirty="0"/>
              <a:t>Title</a:t>
            </a:r>
          </a:p>
        </p:txBody>
      </p:sp>
      <p:sp>
        <p:nvSpPr>
          <p:cNvPr id="9" name="Subtitle"/>
          <p:cNvSpPr>
            <a:spLocks noGrp="1"/>
          </p:cNvSpPr>
          <p:nvPr>
            <p:ph type="body" sz="quarter" idx="11" hasCustomPrompt="1"/>
          </p:nvPr>
        </p:nvSpPr>
        <p:spPr>
          <a:xfrm>
            <a:off x="540000" y="4941912"/>
            <a:ext cx="7618023" cy="503312"/>
          </a:xfrm>
        </p:spPr>
        <p:txBody>
          <a:bodyPr/>
          <a:lstStyle>
            <a:lvl1pPr>
              <a:spcBef>
                <a:spcPts val="1200"/>
              </a:spcBef>
              <a:defRPr sz="1600" baseline="0"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AU" noProof="0" dirty="0"/>
              <a:t>Sub title</a:t>
            </a:r>
          </a:p>
        </p:txBody>
      </p:sp>
      <p:pic>
        <p:nvPicPr>
          <p:cNvPr id="12" name="Picture 11" descr="A picture containing drawing&#10;&#10;Description automatically generated">
            <a:extLst>
              <a:ext uri="{FF2B5EF4-FFF2-40B4-BE49-F238E27FC236}">
                <a16:creationId xmlns:a16="http://schemas.microsoft.com/office/drawing/2014/main" id="{F1A6878F-CA47-410C-8A89-766B5DC04CBE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28562" y="6242828"/>
            <a:ext cx="947045" cy="258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5188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603267640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0" name="think-cell Slide" r:id="rId4" imgW="270" imgH="270" progId="TCLayout.ActiveDocument.1">
                  <p:embed/>
                </p:oleObj>
              </mc:Choice>
              <mc:Fallback>
                <p:oleObj name="think-cell Slide" r:id="rId4" imgW="270" imgH="270" progId="TCLayout.ActiveDocument.1">
                  <p:embed/>
                  <p:pic>
                    <p:nvPicPr>
                      <p:cNvPr id="4" name="Object 3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" name="Picture 9"/>
          <p:cNvPicPr>
            <a:picLocks noChangeAspect="1"/>
          </p:cNvPicPr>
          <p:nvPr userDrawn="1"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83" t="41842" r="283" b="17500"/>
          <a:stretch/>
        </p:blipFill>
        <p:spPr>
          <a:xfrm>
            <a:off x="-56456" y="3567933"/>
            <a:ext cx="9962456" cy="2278459"/>
          </a:xfrm>
          <a:prstGeom prst="rect">
            <a:avLst/>
          </a:prstGeom>
        </p:spPr>
      </p:pic>
      <p:pic>
        <p:nvPicPr>
          <p:cNvPr id="8" name="Picture 2"/>
          <p:cNvPicPr>
            <a:picLocks noChangeAspect="1" noChangeArrowheads="1"/>
          </p:cNvPicPr>
          <p:nvPr userDrawn="1"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53" r="55096" b="52571"/>
          <a:stretch/>
        </p:blipFill>
        <p:spPr bwMode="auto">
          <a:xfrm>
            <a:off x="5457056" y="3567933"/>
            <a:ext cx="4448944" cy="22784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Sectiontitle"/>
          <p:cNvSpPr>
            <a:spLocks noGrp="1"/>
          </p:cNvSpPr>
          <p:nvPr>
            <p:ph type="body" sz="quarter" idx="10" hasCustomPrompt="1"/>
          </p:nvPr>
        </p:nvSpPr>
        <p:spPr>
          <a:xfrm>
            <a:off x="540000" y="4148411"/>
            <a:ext cx="6825934" cy="1080790"/>
          </a:xfrm>
        </p:spPr>
        <p:txBody>
          <a:bodyPr anchor="ctr" anchorCtr="0"/>
          <a:lstStyle>
            <a:lvl1pPr>
              <a:defRPr sz="2800">
                <a:solidFill>
                  <a:schemeClr val="bg1"/>
                </a:solidFill>
                <a:latin typeface="Segoe UI Semibold" panose="020B0702040204020203" pitchFamily="34" charset="0"/>
              </a:defRPr>
            </a:lvl1pPr>
            <a:lvl5pPr>
              <a:defRPr/>
            </a:lvl5pPr>
          </a:lstStyle>
          <a:p>
            <a:pPr lvl="0"/>
            <a:r>
              <a:rPr lang="en-AU" noProof="0" dirty="0"/>
              <a:t>Section title</a:t>
            </a:r>
          </a:p>
        </p:txBody>
      </p:sp>
      <p:pic>
        <p:nvPicPr>
          <p:cNvPr id="9" name="Picture 8" descr="A picture containing drawing&#10;&#10;Description automatically generated">
            <a:extLst>
              <a:ext uri="{FF2B5EF4-FFF2-40B4-BE49-F238E27FC236}">
                <a16:creationId xmlns:a16="http://schemas.microsoft.com/office/drawing/2014/main" id="{AC650386-AEF5-4669-91E3-8E5DD7D0B999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61351" y="6379812"/>
            <a:ext cx="664393" cy="190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03119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5339" cy="109703"/>
          </a:xfrm>
          <a:prstGeom prst="rect">
            <a:avLst/>
          </a:prstGeom>
        </p:spPr>
      </p:pic>
      <p:sp>
        <p:nvSpPr>
          <p:cNvPr id="6" name="TextBox 5"/>
          <p:cNvSpPr txBox="1"/>
          <p:nvPr userDrawn="1"/>
        </p:nvSpPr>
        <p:spPr>
          <a:xfrm>
            <a:off x="540000" y="504000"/>
            <a:ext cx="8784976" cy="482313"/>
          </a:xfrm>
          <a:prstGeom prst="rect">
            <a:avLst/>
          </a:prstGeom>
          <a:noFill/>
        </p:spPr>
        <p:txBody>
          <a:bodyPr wrap="square" lIns="0" tIns="46800" rIns="0" bIns="46800" rtlCol="0" anchor="ctr" anchorCtr="0">
            <a:spAutoFit/>
          </a:bodyPr>
          <a:lstStyle/>
          <a:p>
            <a:pPr>
              <a:lnSpc>
                <a:spcPct val="90000"/>
              </a:lnSpc>
            </a:pPr>
            <a:r>
              <a:rPr lang="en-AU" sz="2800" noProof="0" dirty="0">
                <a:solidFill>
                  <a:schemeClr val="bg2"/>
                </a:solidFill>
                <a:latin typeface="+mj-lt"/>
              </a:rPr>
              <a:t>Contents</a:t>
            </a:r>
          </a:p>
        </p:txBody>
      </p:sp>
      <p:sp>
        <p:nvSpPr>
          <p:cNvPr id="5" name="TextBox 4"/>
          <p:cNvSpPr txBox="1"/>
          <p:nvPr userDrawn="1"/>
        </p:nvSpPr>
        <p:spPr>
          <a:xfrm>
            <a:off x="8841432" y="6392361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E8856DA-B77A-4A94-8E84-45BF77D9376B}" type="slidenum">
              <a:rPr lang="en-AU" sz="1200" noProof="0" smtClean="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AU" sz="1200" noProof="0" dirty="0">
              <a:solidFill>
                <a:schemeClr val="accent3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" name="Content Placeholder 1"/>
          <p:cNvSpPr>
            <a:spLocks noGrp="1"/>
          </p:cNvSpPr>
          <p:nvPr>
            <p:ph sz="quarter" idx="13" hasCustomPrompt="1"/>
          </p:nvPr>
        </p:nvSpPr>
        <p:spPr>
          <a:xfrm>
            <a:off x="540000" y="1620000"/>
            <a:ext cx="8801345" cy="4392488"/>
          </a:xfrm>
        </p:spPr>
        <p:txBody>
          <a:bodyPr/>
          <a:lstStyle>
            <a:lvl1pPr marL="252000" marR="0" indent="-252000" algn="l" defTabSz="914349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 sz="1400">
                <a:solidFill>
                  <a:schemeClr val="bg2"/>
                </a:solidFill>
              </a:defRPr>
            </a:lvl1pPr>
            <a:lvl2pPr marL="504000" indent="-252000">
              <a:spcAft>
                <a:spcPts val="600"/>
              </a:spcAft>
              <a:buClrTx/>
              <a:buFont typeface="Segoe UI" panose="020B0502040204020203" pitchFamily="34" charset="0"/>
              <a:buChar char="–"/>
              <a:defRPr sz="1400">
                <a:solidFill>
                  <a:schemeClr val="bg2"/>
                </a:solidFill>
              </a:defRPr>
            </a:lvl2pPr>
            <a:lvl3pPr marL="756000" indent="-252000">
              <a:spcAft>
                <a:spcPts val="600"/>
              </a:spcAft>
              <a:buClrTx/>
              <a:buFont typeface="Arial" panose="020B0604020202020204" pitchFamily="34" charset="0"/>
              <a:buChar char="•"/>
              <a:defRPr sz="1400">
                <a:solidFill>
                  <a:schemeClr val="bg2"/>
                </a:solidFill>
              </a:defRPr>
            </a:lvl3pPr>
            <a:lvl4pPr marL="809955" indent="0">
              <a:buClr>
                <a:schemeClr val="accent4"/>
              </a:buClr>
              <a:buFont typeface="+mj-lt"/>
              <a:buNone/>
              <a:defRPr/>
            </a:lvl4pPr>
          </a:lstStyle>
          <a:p>
            <a:pPr lvl="0"/>
            <a:r>
              <a:rPr lang="en-AU" noProof="0" dirty="0"/>
              <a:t>Insert table of contents</a:t>
            </a:r>
          </a:p>
          <a:p>
            <a:pPr lvl="1"/>
            <a:r>
              <a:rPr lang="en-AU" noProof="0" dirty="0"/>
              <a:t>Second line</a:t>
            </a:r>
          </a:p>
          <a:p>
            <a:pPr lvl="2"/>
            <a:r>
              <a:rPr lang="en-AU" noProof="0" dirty="0"/>
              <a:t>Third line</a:t>
            </a:r>
          </a:p>
        </p:txBody>
      </p:sp>
    </p:spTree>
    <p:extLst>
      <p:ext uri="{BB962C8B-B14F-4D97-AF65-F5344CB8AC3E}">
        <p14:creationId xmlns:p14="http://schemas.microsoft.com/office/powerpoint/2010/main" val="5371427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39006773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4" name="think-cell Slide" r:id="rId4" imgW="270" imgH="270" progId="TCLayout.ActiveDocument.1">
                  <p:embed/>
                </p:oleObj>
              </mc:Choice>
              <mc:Fallback>
                <p:oleObj name="think-cell Slide" r:id="rId4" imgW="270" imgH="270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7"/>
          <p:cNvSpPr/>
          <p:nvPr userDrawn="1"/>
        </p:nvSpPr>
        <p:spPr>
          <a:xfrm>
            <a:off x="0" y="1368000"/>
            <a:ext cx="9907200" cy="493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AU" noProof="0"/>
          </a:p>
        </p:txBody>
      </p:sp>
      <p:pic>
        <p:nvPicPr>
          <p:cNvPr id="4" name="Picture 3"/>
          <p:cNvPicPr>
            <a:picLocks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5339" cy="109703"/>
          </a:xfrm>
          <a:prstGeom prst="rect">
            <a:avLst/>
          </a:prstGeom>
        </p:spPr>
      </p:pic>
      <p:sp>
        <p:nvSpPr>
          <p:cNvPr id="7" name="TextBox 6"/>
          <p:cNvSpPr txBox="1"/>
          <p:nvPr userDrawn="1"/>
        </p:nvSpPr>
        <p:spPr>
          <a:xfrm>
            <a:off x="8841432" y="6392361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E8856DA-B77A-4A94-8E84-45BF77D9376B}" type="slidenum">
              <a:rPr lang="en-AU" sz="1200" noProof="0" smtClean="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AU" sz="1200" noProof="0" dirty="0">
              <a:solidFill>
                <a:schemeClr val="accent3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0" name="TextBox 9"/>
          <p:cNvSpPr txBox="1"/>
          <p:nvPr userDrawn="1"/>
        </p:nvSpPr>
        <p:spPr>
          <a:xfrm>
            <a:off x="540000" y="504000"/>
            <a:ext cx="8784976" cy="482313"/>
          </a:xfrm>
          <a:prstGeom prst="rect">
            <a:avLst/>
          </a:prstGeom>
          <a:noFill/>
        </p:spPr>
        <p:txBody>
          <a:bodyPr wrap="square" lIns="0" tIns="46800" rIns="0" bIns="46800" rtlCol="0" anchor="ctr" anchorCtr="0">
            <a:spAutoFit/>
          </a:bodyPr>
          <a:lstStyle/>
          <a:p>
            <a:pPr>
              <a:lnSpc>
                <a:spcPct val="90000"/>
              </a:lnSpc>
            </a:pPr>
            <a:r>
              <a:rPr lang="en-AU" sz="2800" noProof="0" dirty="0">
                <a:solidFill>
                  <a:schemeClr val="bg2"/>
                </a:solidFill>
                <a:latin typeface="+mj-lt"/>
              </a:rPr>
              <a:t>Contents</a:t>
            </a:r>
          </a:p>
        </p:txBody>
      </p:sp>
      <p:sp>
        <p:nvSpPr>
          <p:cNvPr id="11" name="Content Placeholder 1"/>
          <p:cNvSpPr>
            <a:spLocks noGrp="1"/>
          </p:cNvSpPr>
          <p:nvPr>
            <p:ph sz="quarter" idx="13" hasCustomPrompt="1"/>
          </p:nvPr>
        </p:nvSpPr>
        <p:spPr>
          <a:xfrm>
            <a:off x="540000" y="1620000"/>
            <a:ext cx="8801345" cy="4392488"/>
          </a:xfrm>
        </p:spPr>
        <p:txBody>
          <a:bodyPr/>
          <a:lstStyle>
            <a:lvl1pPr marL="252000" marR="0" indent="-252000" algn="l" defTabSz="914349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 sz="1400">
                <a:solidFill>
                  <a:schemeClr val="bg1"/>
                </a:solidFill>
              </a:defRPr>
            </a:lvl1pPr>
            <a:lvl2pPr marL="504000" indent="-252000">
              <a:spcAft>
                <a:spcPts val="600"/>
              </a:spcAft>
              <a:buClrTx/>
              <a:buFont typeface="Segoe UI" panose="020B0502040204020203" pitchFamily="34" charset="0"/>
              <a:buChar char="–"/>
              <a:defRPr sz="1400">
                <a:solidFill>
                  <a:schemeClr val="bg1"/>
                </a:solidFill>
              </a:defRPr>
            </a:lvl2pPr>
            <a:lvl3pPr marL="756000" indent="-252000">
              <a:spcAft>
                <a:spcPts val="600"/>
              </a:spcAft>
              <a:buClrTx/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3pPr>
            <a:lvl4pPr marL="809955" indent="0">
              <a:buClr>
                <a:schemeClr val="accent4"/>
              </a:buClr>
              <a:buFont typeface="+mj-lt"/>
              <a:buNone/>
              <a:defRPr/>
            </a:lvl4pPr>
          </a:lstStyle>
          <a:p>
            <a:pPr lvl="0"/>
            <a:r>
              <a:rPr lang="en-AU" noProof="0" dirty="0"/>
              <a:t>Insert table of contents</a:t>
            </a:r>
          </a:p>
          <a:p>
            <a:pPr lvl="1"/>
            <a:r>
              <a:rPr lang="en-AU" noProof="0" dirty="0"/>
              <a:t>Second line</a:t>
            </a:r>
          </a:p>
          <a:p>
            <a:pPr lvl="2"/>
            <a:r>
              <a:rPr lang="en-AU" noProof="0" dirty="0"/>
              <a:t>Third line</a:t>
            </a:r>
          </a:p>
        </p:txBody>
      </p:sp>
    </p:spTree>
    <p:extLst>
      <p:ext uri="{BB962C8B-B14F-4D97-AF65-F5344CB8AC3E}">
        <p14:creationId xmlns:p14="http://schemas.microsoft.com/office/powerpoint/2010/main" val="7560462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DD23AFE5-4B63-44A0-BB7F-F1AE657A3D44}"/>
              </a:ext>
            </a:extLst>
          </p:cNvPr>
          <p:cNvSpPr/>
          <p:nvPr userDrawn="1"/>
        </p:nvSpPr>
        <p:spPr>
          <a:xfrm>
            <a:off x="0" y="1368000"/>
            <a:ext cx="9907200" cy="4932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AU" noProof="0"/>
          </a:p>
        </p:txBody>
      </p:sp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595812591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8" name="think-cell Slide" r:id="rId4" imgW="270" imgH="270" progId="TCLayout.ActiveDocument.1">
                  <p:embed/>
                </p:oleObj>
              </mc:Choice>
              <mc:Fallback>
                <p:oleObj name="think-cell Slide" r:id="rId4" imgW="270" imgH="270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Picture 3"/>
          <p:cNvPicPr>
            <a:picLocks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5339" cy="109703"/>
          </a:xfrm>
          <a:prstGeom prst="rect">
            <a:avLst/>
          </a:prstGeom>
        </p:spPr>
      </p:pic>
      <p:sp>
        <p:nvSpPr>
          <p:cNvPr id="7" name="TextBox 6"/>
          <p:cNvSpPr txBox="1"/>
          <p:nvPr userDrawn="1"/>
        </p:nvSpPr>
        <p:spPr>
          <a:xfrm>
            <a:off x="8841432" y="6392361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E8856DA-B77A-4A94-8E84-45BF77D9376B}" type="slidenum">
              <a:rPr lang="en-AU" sz="1200" noProof="0" smtClean="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AU" sz="1200" noProof="0" dirty="0">
              <a:solidFill>
                <a:schemeClr val="accent3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2" name="Content Placeholder 1"/>
          <p:cNvSpPr>
            <a:spLocks noGrp="1"/>
          </p:cNvSpPr>
          <p:nvPr>
            <p:ph sz="quarter" idx="13" hasCustomPrompt="1"/>
          </p:nvPr>
        </p:nvSpPr>
        <p:spPr>
          <a:xfrm>
            <a:off x="540000" y="1620000"/>
            <a:ext cx="8801345" cy="4392488"/>
          </a:xfrm>
        </p:spPr>
        <p:txBody>
          <a:bodyPr/>
          <a:lstStyle>
            <a:lvl1pPr marL="252000" marR="0" indent="-252000" algn="l" defTabSz="914349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 sz="1400">
                <a:solidFill>
                  <a:schemeClr val="bg2"/>
                </a:solidFill>
              </a:defRPr>
            </a:lvl1pPr>
            <a:lvl2pPr marL="504000" indent="-252000">
              <a:spcAft>
                <a:spcPts val="600"/>
              </a:spcAft>
              <a:buClrTx/>
              <a:buFont typeface="Segoe UI" panose="020B0502040204020203" pitchFamily="34" charset="0"/>
              <a:buChar char="–"/>
              <a:defRPr sz="1400">
                <a:solidFill>
                  <a:schemeClr val="bg2"/>
                </a:solidFill>
              </a:defRPr>
            </a:lvl2pPr>
            <a:lvl3pPr marL="756000" indent="-252000">
              <a:spcAft>
                <a:spcPts val="600"/>
              </a:spcAft>
              <a:buClrTx/>
              <a:buFont typeface="Arial" panose="020B0604020202020204" pitchFamily="34" charset="0"/>
              <a:buChar char="•"/>
              <a:defRPr sz="1400">
                <a:solidFill>
                  <a:schemeClr val="bg2"/>
                </a:solidFill>
              </a:defRPr>
            </a:lvl3pPr>
            <a:lvl4pPr marL="809955" indent="0">
              <a:buClr>
                <a:schemeClr val="accent4"/>
              </a:buClr>
              <a:buFont typeface="+mj-lt"/>
              <a:buNone/>
              <a:defRPr/>
            </a:lvl4pPr>
          </a:lstStyle>
          <a:p>
            <a:pPr lvl="0"/>
            <a:r>
              <a:rPr lang="en-AU" noProof="0" dirty="0"/>
              <a:t>Insert table of contents</a:t>
            </a:r>
          </a:p>
          <a:p>
            <a:pPr lvl="1"/>
            <a:r>
              <a:rPr lang="en-AU" noProof="0" dirty="0"/>
              <a:t>Second line</a:t>
            </a:r>
          </a:p>
          <a:p>
            <a:pPr lvl="2"/>
            <a:r>
              <a:rPr lang="en-AU" noProof="0" dirty="0"/>
              <a:t>Third line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58B5F87-2DA4-4B2D-A742-82FDB2DA919A}"/>
              </a:ext>
            </a:extLst>
          </p:cNvPr>
          <p:cNvSpPr txBox="1"/>
          <p:nvPr userDrawn="1"/>
        </p:nvSpPr>
        <p:spPr>
          <a:xfrm>
            <a:off x="540000" y="504000"/>
            <a:ext cx="8784976" cy="482313"/>
          </a:xfrm>
          <a:prstGeom prst="rect">
            <a:avLst/>
          </a:prstGeom>
          <a:noFill/>
        </p:spPr>
        <p:txBody>
          <a:bodyPr wrap="square" lIns="0" tIns="46800" rIns="0" bIns="46800" rtlCol="0" anchor="ctr" anchorCtr="0">
            <a:spAutoFit/>
          </a:bodyPr>
          <a:lstStyle/>
          <a:p>
            <a:pPr>
              <a:lnSpc>
                <a:spcPct val="90000"/>
              </a:lnSpc>
            </a:pPr>
            <a:r>
              <a:rPr lang="en-AU" sz="2800" noProof="0" dirty="0">
                <a:solidFill>
                  <a:schemeClr val="bg2"/>
                </a:solidFill>
                <a:latin typeface="+mj-lt"/>
              </a:rPr>
              <a:t>Contents</a:t>
            </a:r>
          </a:p>
        </p:txBody>
      </p:sp>
    </p:spTree>
    <p:extLst>
      <p:ext uri="{BB962C8B-B14F-4D97-AF65-F5344CB8AC3E}">
        <p14:creationId xmlns:p14="http://schemas.microsoft.com/office/powerpoint/2010/main" val="31145440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with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89399067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2" name="think-cell Slide" r:id="rId5" imgW="270" imgH="270" progId="TCLayout.ActiveDocument.1">
                  <p:embed/>
                </p:oleObj>
              </mc:Choice>
              <mc:Fallback>
                <p:oleObj name="think-cell Slide" r:id="rId5" imgW="270" imgH="270" progId="TCLayout.ActiveDocument.1">
                  <p:embed/>
                  <p:pic>
                    <p:nvPicPr>
                      <p:cNvPr id="4" name="Object 3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AU" sz="2800" b="0" i="0" baseline="0" dirty="0">
              <a:latin typeface="Segoe UI Semibold"/>
              <a:ea typeface="+mj-ea"/>
              <a:cs typeface="+mj-cs"/>
              <a:sym typeface="Segoe UI Semibold"/>
            </a:endParaRPr>
          </a:p>
        </p:txBody>
      </p:sp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540000" y="504000"/>
            <a:ext cx="8820000" cy="480117"/>
          </a:xfrm>
        </p:spPr>
        <p:txBody>
          <a:bodyPr anchor="ctr" anchorCtr="0">
            <a:spAutoFit/>
          </a:bodyPr>
          <a:lstStyle>
            <a:lvl1pPr marL="0" marR="0" indent="0" algn="l" defTabSz="914349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/>
            </a:lvl1pPr>
          </a:lstStyle>
          <a:p>
            <a:pPr lvl="0"/>
            <a:r>
              <a:rPr lang="en-AU" noProof="0" dirty="0"/>
              <a:t>Governing thought</a:t>
            </a:r>
          </a:p>
        </p:txBody>
      </p:sp>
      <p:pic>
        <p:nvPicPr>
          <p:cNvPr id="21" name="Picture 20"/>
          <p:cNvPicPr>
            <a:picLocks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5339" cy="109703"/>
          </a:xfrm>
          <a:prstGeom prst="rect">
            <a:avLst/>
          </a:prstGeom>
        </p:spPr>
      </p:pic>
      <p:sp>
        <p:nvSpPr>
          <p:cNvPr id="3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539999" y="5918390"/>
            <a:ext cx="8820000" cy="276985"/>
          </a:xfrm>
        </p:spPr>
        <p:txBody>
          <a:bodyPr anchor="ctr">
            <a:spAutoFit/>
          </a:bodyPr>
          <a:lstStyle>
            <a:lvl1pPr>
              <a:defRPr sz="1200"/>
            </a:lvl1pPr>
          </a:lstStyle>
          <a:p>
            <a:pPr lvl="0"/>
            <a:r>
              <a:rPr lang="en-AU" noProof="0" dirty="0"/>
              <a:t>Source</a:t>
            </a:r>
          </a:p>
        </p:txBody>
      </p:sp>
      <p:sp>
        <p:nvSpPr>
          <p:cNvPr id="5" name="TextBox 4"/>
          <p:cNvSpPr txBox="1"/>
          <p:nvPr userDrawn="1"/>
        </p:nvSpPr>
        <p:spPr>
          <a:xfrm>
            <a:off x="8841432" y="6392361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E8856DA-B77A-4A94-8E84-45BF77D9376B}" type="slidenum">
              <a:rPr lang="en-AU" sz="1200" noProof="0" smtClean="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AU" sz="1200" noProof="0" dirty="0">
              <a:solidFill>
                <a:schemeClr val="accent3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836030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with Title_contents head_uni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hart 1">
            <a:extLst>
              <a:ext uri="{FF2B5EF4-FFF2-40B4-BE49-F238E27FC236}">
                <a16:creationId xmlns:a16="http://schemas.microsoft.com/office/drawing/2014/main" id="{D8AA666C-6CE6-4C82-B9A8-71FCDFFC88A2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40000" y="1619999"/>
            <a:ext cx="8820000" cy="4068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  <a:lvl2pPr>
              <a:buClrTx/>
              <a:defRPr>
                <a:solidFill>
                  <a:schemeClr val="bg2"/>
                </a:solidFill>
              </a:defRPr>
            </a:lvl2pPr>
            <a:lvl3pPr>
              <a:buClrTx/>
              <a:defRPr>
                <a:solidFill>
                  <a:schemeClr val="bg2"/>
                </a:solidFill>
              </a:defRPr>
            </a:lvl3pPr>
            <a:lvl4pPr>
              <a:buClrTx/>
              <a:defRPr>
                <a:solidFill>
                  <a:schemeClr val="bg2"/>
                </a:solidFill>
              </a:defRPr>
            </a:lvl4pPr>
            <a:lvl5pPr>
              <a:buClrTx/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64908074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6" name="think-cell Slide" r:id="rId5" imgW="270" imgH="270" progId="TCLayout.ActiveDocument.1">
                  <p:embed/>
                </p:oleObj>
              </mc:Choice>
              <mc:Fallback>
                <p:oleObj name="think-cell Slide" r:id="rId5" imgW="270" imgH="270" progId="TCLayout.ActiveDocument.1">
                  <p:embed/>
                  <p:pic>
                    <p:nvPicPr>
                      <p:cNvPr id="4" name="Object 3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AU" sz="2800" b="0" i="0" baseline="0" dirty="0">
              <a:latin typeface="Segoe UI Semibold"/>
              <a:ea typeface="+mj-ea"/>
              <a:cs typeface="+mj-cs"/>
              <a:sym typeface="Segoe UI Semibold"/>
            </a:endParaRPr>
          </a:p>
        </p:txBody>
      </p:sp>
      <p:sp>
        <p:nvSpPr>
          <p:cNvPr id="7" name="Governing Thought"/>
          <p:cNvSpPr>
            <a:spLocks noGrp="1"/>
          </p:cNvSpPr>
          <p:nvPr>
            <p:ph type="title" hasCustomPrompt="1"/>
          </p:nvPr>
        </p:nvSpPr>
        <p:spPr>
          <a:xfrm>
            <a:off x="540000" y="504000"/>
            <a:ext cx="8820000" cy="480117"/>
          </a:xfrm>
        </p:spPr>
        <p:txBody>
          <a:bodyPr anchor="ctr" anchorCtr="0">
            <a:spAutoFit/>
          </a:bodyPr>
          <a:lstStyle>
            <a:lvl1pPr marL="0" marR="0" indent="0" algn="l" defTabSz="914349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/>
            </a:lvl1pPr>
          </a:lstStyle>
          <a:p>
            <a:pPr lvl="0"/>
            <a:r>
              <a:rPr lang="en-AU" noProof="0" dirty="0"/>
              <a:t>Governing thought</a:t>
            </a:r>
          </a:p>
        </p:txBody>
      </p:sp>
      <p:pic>
        <p:nvPicPr>
          <p:cNvPr id="21" name="Picture 20"/>
          <p:cNvPicPr>
            <a:picLocks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5339" cy="109703"/>
          </a:xfrm>
          <a:prstGeom prst="rect">
            <a:avLst/>
          </a:prstGeom>
        </p:spPr>
      </p:pic>
      <p:sp>
        <p:nvSpPr>
          <p:cNvPr id="3" name="Source"/>
          <p:cNvSpPr>
            <a:spLocks noGrp="1"/>
          </p:cNvSpPr>
          <p:nvPr>
            <p:ph type="body" sz="quarter" idx="10" hasCustomPrompt="1"/>
          </p:nvPr>
        </p:nvSpPr>
        <p:spPr>
          <a:xfrm>
            <a:off x="539999" y="5918390"/>
            <a:ext cx="8820000" cy="276985"/>
          </a:xfrm>
        </p:spPr>
        <p:txBody>
          <a:bodyPr anchor="ctr">
            <a:spAutoFit/>
          </a:bodyPr>
          <a:lstStyle>
            <a:lvl1pPr>
              <a:defRPr sz="1200"/>
            </a:lvl1pPr>
          </a:lstStyle>
          <a:p>
            <a:pPr lvl="0"/>
            <a:r>
              <a:rPr lang="en-AU" noProof="0" dirty="0"/>
              <a:t>Source</a:t>
            </a:r>
          </a:p>
        </p:txBody>
      </p:sp>
      <p:sp>
        <p:nvSpPr>
          <p:cNvPr id="5" name="TextBox 4"/>
          <p:cNvSpPr txBox="1"/>
          <p:nvPr userDrawn="1"/>
        </p:nvSpPr>
        <p:spPr>
          <a:xfrm>
            <a:off x="8841432" y="6392361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E8856DA-B77A-4A94-8E84-45BF77D9376B}" type="slidenum">
              <a:rPr lang="en-AU" sz="1200" noProof="0" smtClean="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AU" sz="1200" noProof="0" dirty="0">
              <a:solidFill>
                <a:schemeClr val="accent3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40139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/4 page content_no sub_content he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80030853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0" name="think-cell Slide" r:id="rId5" imgW="270" imgH="270" progId="TCLayout.ActiveDocument.1">
                  <p:embed/>
                </p:oleObj>
              </mc:Choice>
              <mc:Fallback>
                <p:oleObj name="think-cell Slide" r:id="rId5" imgW="270" imgH="270" progId="TCLayout.ActiveDocument.1">
                  <p:embed/>
                  <p:pic>
                    <p:nvPicPr>
                      <p:cNvPr id="4" name="Object 3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AU" sz="2800" b="0" i="0" baseline="0" dirty="0">
              <a:latin typeface="Segoe UI Semibold"/>
              <a:ea typeface="+mj-ea"/>
              <a:cs typeface="+mj-cs"/>
              <a:sym typeface="Segoe UI Semibold"/>
            </a:endParaRPr>
          </a:p>
        </p:txBody>
      </p:sp>
      <p:sp>
        <p:nvSpPr>
          <p:cNvPr id="7" name="Governing Thought"/>
          <p:cNvSpPr>
            <a:spLocks noGrp="1"/>
          </p:cNvSpPr>
          <p:nvPr>
            <p:ph type="title" hasCustomPrompt="1"/>
          </p:nvPr>
        </p:nvSpPr>
        <p:spPr>
          <a:xfrm>
            <a:off x="540000" y="504000"/>
            <a:ext cx="8820000" cy="480117"/>
          </a:xfrm>
        </p:spPr>
        <p:txBody>
          <a:bodyPr anchor="ctr" anchorCtr="0">
            <a:spAutoFit/>
          </a:bodyPr>
          <a:lstStyle>
            <a:lvl1pPr marL="0" marR="0" indent="0" algn="l" defTabSz="914349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/>
            </a:lvl1pPr>
          </a:lstStyle>
          <a:p>
            <a:pPr lvl="0"/>
            <a:r>
              <a:rPr lang="en-AU" noProof="0" dirty="0"/>
              <a:t>Governing thought</a:t>
            </a:r>
          </a:p>
        </p:txBody>
      </p:sp>
      <p:pic>
        <p:nvPicPr>
          <p:cNvPr id="21" name="Picture 20"/>
          <p:cNvPicPr>
            <a:picLocks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5339" cy="109703"/>
          </a:xfrm>
          <a:prstGeom prst="rect">
            <a:avLst/>
          </a:prstGeom>
        </p:spPr>
      </p:pic>
      <p:sp>
        <p:nvSpPr>
          <p:cNvPr id="3" name="Source"/>
          <p:cNvSpPr>
            <a:spLocks noGrp="1"/>
          </p:cNvSpPr>
          <p:nvPr>
            <p:ph type="body" sz="quarter" idx="10" hasCustomPrompt="1"/>
          </p:nvPr>
        </p:nvSpPr>
        <p:spPr>
          <a:xfrm>
            <a:off x="539999" y="5918390"/>
            <a:ext cx="8820000" cy="276985"/>
          </a:xfrm>
        </p:spPr>
        <p:txBody>
          <a:bodyPr anchor="ctr">
            <a:spAutoFit/>
          </a:bodyPr>
          <a:lstStyle>
            <a:lvl1pPr>
              <a:defRPr sz="1200"/>
            </a:lvl1pPr>
          </a:lstStyle>
          <a:p>
            <a:pPr lvl="0"/>
            <a:r>
              <a:rPr lang="en-AU" noProof="0" dirty="0"/>
              <a:t>Source</a:t>
            </a:r>
          </a:p>
        </p:txBody>
      </p:sp>
      <p:sp>
        <p:nvSpPr>
          <p:cNvPr id="5" name="TextBox 4"/>
          <p:cNvSpPr txBox="1"/>
          <p:nvPr userDrawn="1"/>
        </p:nvSpPr>
        <p:spPr>
          <a:xfrm>
            <a:off x="8841432" y="6392361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E8856DA-B77A-4A94-8E84-45BF77D9376B}" type="slidenum">
              <a:rPr lang="en-AU" sz="1200" noProof="0" smtClean="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AU" sz="1200" noProof="0" dirty="0">
              <a:solidFill>
                <a:schemeClr val="accent3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" name="Chart 1">
            <a:extLst>
              <a:ext uri="{FF2B5EF4-FFF2-40B4-BE49-F238E27FC236}">
                <a16:creationId xmlns:a16="http://schemas.microsoft.com/office/drawing/2014/main" id="{802E6A79-0037-44DD-8651-CBF292ED854F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40000" y="2035175"/>
            <a:ext cx="8820000" cy="365282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  <a:lvl2pPr>
              <a:buClrTx/>
              <a:defRPr>
                <a:solidFill>
                  <a:schemeClr val="bg2"/>
                </a:solidFill>
              </a:defRPr>
            </a:lvl2pPr>
            <a:lvl3pPr>
              <a:buClrTx/>
              <a:defRPr>
                <a:solidFill>
                  <a:schemeClr val="bg2"/>
                </a:solidFill>
              </a:defRPr>
            </a:lvl3pPr>
            <a:lvl4pPr>
              <a:buClrTx/>
              <a:defRPr>
                <a:solidFill>
                  <a:schemeClr val="bg2"/>
                </a:solidFill>
              </a:defRPr>
            </a:lvl4pPr>
            <a:lvl5pPr>
              <a:buClrTx/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10" name="Tagline">
            <a:extLst>
              <a:ext uri="{FF2B5EF4-FFF2-40B4-BE49-F238E27FC236}">
                <a16:creationId xmlns:a16="http://schemas.microsoft.com/office/drawing/2014/main" id="{FEAC0F1C-4096-437F-8942-DC5A70BD192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1338" y="1628775"/>
            <a:ext cx="8824912" cy="246221"/>
          </a:xfrm>
        </p:spPr>
        <p:txBody>
          <a:bodyPr vert="horz" lIns="0" tIns="0" rIns="0" bIns="0" rtlCol="0" anchor="t" anchorCtr="0">
            <a:spAutoFit/>
          </a:bodyPr>
          <a:lstStyle>
            <a:lvl1pPr>
              <a:defRPr lang="en-AU" sz="1600" dirty="0">
                <a:solidFill>
                  <a:schemeClr val="bg2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</a:lstStyle>
          <a:p>
            <a:pPr lvl="0"/>
            <a:r>
              <a:rPr lang="en-US" dirty="0"/>
              <a:t>Content heading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6551999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/4 page content_no sub_content head_uni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70815562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4" name="think-cell Slide" r:id="rId4" imgW="270" imgH="270" progId="TCLayout.ActiveDocument.1">
                  <p:embed/>
                </p:oleObj>
              </mc:Choice>
              <mc:Fallback>
                <p:oleObj name="think-cell Slide" r:id="rId4" imgW="270" imgH="270" progId="TCLayout.ActiveDocument.1">
                  <p:embed/>
                  <p:pic>
                    <p:nvPicPr>
                      <p:cNvPr id="4" name="Object 3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Governing Thought"/>
          <p:cNvSpPr>
            <a:spLocks noGrp="1"/>
          </p:cNvSpPr>
          <p:nvPr>
            <p:ph type="title" hasCustomPrompt="1"/>
          </p:nvPr>
        </p:nvSpPr>
        <p:spPr>
          <a:xfrm>
            <a:off x="540000" y="504000"/>
            <a:ext cx="8820000" cy="480117"/>
          </a:xfrm>
        </p:spPr>
        <p:txBody>
          <a:bodyPr anchor="ctr" anchorCtr="0">
            <a:spAutoFit/>
          </a:bodyPr>
          <a:lstStyle>
            <a:lvl1pPr marL="0" marR="0" indent="0" algn="l" defTabSz="914349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/>
            </a:lvl1pPr>
          </a:lstStyle>
          <a:p>
            <a:pPr lvl="0"/>
            <a:r>
              <a:rPr lang="en-AU" noProof="0" dirty="0"/>
              <a:t>Governing thought</a:t>
            </a:r>
          </a:p>
        </p:txBody>
      </p:sp>
      <p:pic>
        <p:nvPicPr>
          <p:cNvPr id="21" name="Picture 20"/>
          <p:cNvPicPr>
            <a:picLocks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5339" cy="109703"/>
          </a:xfrm>
          <a:prstGeom prst="rect">
            <a:avLst/>
          </a:prstGeom>
        </p:spPr>
      </p:pic>
      <p:sp>
        <p:nvSpPr>
          <p:cNvPr id="3" name="Source"/>
          <p:cNvSpPr>
            <a:spLocks noGrp="1"/>
          </p:cNvSpPr>
          <p:nvPr>
            <p:ph type="body" sz="quarter" idx="10" hasCustomPrompt="1"/>
          </p:nvPr>
        </p:nvSpPr>
        <p:spPr>
          <a:xfrm>
            <a:off x="539999" y="5918390"/>
            <a:ext cx="8820000" cy="276985"/>
          </a:xfrm>
        </p:spPr>
        <p:txBody>
          <a:bodyPr anchor="ctr">
            <a:spAutoFit/>
          </a:bodyPr>
          <a:lstStyle>
            <a:lvl1pPr>
              <a:defRPr sz="1200"/>
            </a:lvl1pPr>
          </a:lstStyle>
          <a:p>
            <a:pPr lvl="0"/>
            <a:r>
              <a:rPr lang="en-AU" noProof="0" dirty="0"/>
              <a:t>Source</a:t>
            </a:r>
          </a:p>
        </p:txBody>
      </p:sp>
      <p:sp>
        <p:nvSpPr>
          <p:cNvPr id="5" name="TextBox 4"/>
          <p:cNvSpPr txBox="1"/>
          <p:nvPr userDrawn="1"/>
        </p:nvSpPr>
        <p:spPr>
          <a:xfrm>
            <a:off x="8841432" y="6392361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E8856DA-B77A-4A94-8E84-45BF77D9376B}" type="slidenum">
              <a:rPr lang="en-AU" sz="1200" noProof="0" smtClean="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AU" sz="1200" noProof="0" dirty="0">
              <a:solidFill>
                <a:schemeClr val="accent3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" name="Chart 1">
            <a:extLst>
              <a:ext uri="{FF2B5EF4-FFF2-40B4-BE49-F238E27FC236}">
                <a16:creationId xmlns:a16="http://schemas.microsoft.com/office/drawing/2014/main" id="{802E6A79-0037-44DD-8651-CBF292ED854F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40000" y="2368731"/>
            <a:ext cx="8820000" cy="3319267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  <a:lvl2pPr>
              <a:buClrTx/>
              <a:defRPr>
                <a:solidFill>
                  <a:schemeClr val="bg2"/>
                </a:solidFill>
              </a:defRPr>
            </a:lvl2pPr>
            <a:lvl3pPr>
              <a:buClrTx/>
              <a:defRPr>
                <a:solidFill>
                  <a:schemeClr val="bg2"/>
                </a:solidFill>
              </a:defRPr>
            </a:lvl3pPr>
            <a:lvl4pPr>
              <a:buClrTx/>
              <a:defRPr>
                <a:solidFill>
                  <a:schemeClr val="bg2"/>
                </a:solidFill>
              </a:defRPr>
            </a:lvl4pPr>
            <a:lvl5pPr>
              <a:buClrTx/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10" name="Tagline">
            <a:extLst>
              <a:ext uri="{FF2B5EF4-FFF2-40B4-BE49-F238E27FC236}">
                <a16:creationId xmlns:a16="http://schemas.microsoft.com/office/drawing/2014/main" id="{FEAC0F1C-4096-437F-8942-DC5A70BD192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1338" y="1628775"/>
            <a:ext cx="8824912" cy="246221"/>
          </a:xfrm>
        </p:spPr>
        <p:txBody>
          <a:bodyPr vert="horz" lIns="0" tIns="0" rIns="0" bIns="0" rtlCol="0" anchor="t" anchorCtr="0">
            <a:spAutoFit/>
          </a:bodyPr>
          <a:lstStyle>
            <a:lvl1pPr>
              <a:defRPr lang="en-AU" sz="1600" dirty="0">
                <a:solidFill>
                  <a:schemeClr val="bg2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</a:lstStyle>
          <a:p>
            <a:pPr lvl="0"/>
            <a:r>
              <a:rPr lang="en-US" dirty="0"/>
              <a:t>Content heading</a:t>
            </a:r>
            <a:endParaRPr lang="en-AU" dirty="0"/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E04E09A2-5A41-46AE-B74F-78B620C6A11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2703" y="1971491"/>
            <a:ext cx="8824912" cy="215444"/>
          </a:xfrm>
        </p:spPr>
        <p:txBody>
          <a:bodyPr vert="horz" lIns="0" tIns="0" rIns="0" bIns="0" rtlCol="0" anchor="t" anchorCtr="0">
            <a:spAutoFit/>
          </a:bodyPr>
          <a:lstStyle>
            <a:lvl1pPr>
              <a:defRPr lang="en-AU" sz="1400" dirty="0">
                <a:solidFill>
                  <a:schemeClr val="bg2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</a:lstStyle>
          <a:p>
            <a:pPr lvl="0"/>
            <a:r>
              <a:rPr lang="en-US" dirty="0"/>
              <a:t>Units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4805839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/4 page content blue_no su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F4E247F6-39DC-4443-9F8F-E9D7771A7078}"/>
              </a:ext>
            </a:extLst>
          </p:cNvPr>
          <p:cNvSpPr/>
          <p:nvPr userDrawn="1"/>
        </p:nvSpPr>
        <p:spPr>
          <a:xfrm>
            <a:off x="0" y="1368000"/>
            <a:ext cx="9907200" cy="493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AU" noProof="0"/>
          </a:p>
        </p:txBody>
      </p:sp>
      <p:graphicFrame>
        <p:nvGraphicFramePr>
          <p:cNvPr id="2" name="Object 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656080173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18" name="think-cell Slide" r:id="rId4" imgW="270" imgH="270" progId="TCLayout.ActiveDocument.1">
                  <p:embed/>
                </p:oleObj>
              </mc:Choice>
              <mc:Fallback>
                <p:oleObj name="think-cell Slide" r:id="rId4" imgW="270" imgH="270" progId="TCLayout.ActiveDocument.1">
                  <p:embed/>
                  <p:pic>
                    <p:nvPicPr>
                      <p:cNvPr id="2" name="Object 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Picture 3"/>
          <p:cNvPicPr>
            <a:picLocks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5339" cy="109703"/>
          </a:xfrm>
          <a:prstGeom prst="rect">
            <a:avLst/>
          </a:prstGeom>
        </p:spPr>
      </p:pic>
      <p:sp>
        <p:nvSpPr>
          <p:cNvPr id="7" name="TextBox 6"/>
          <p:cNvSpPr txBox="1"/>
          <p:nvPr userDrawn="1"/>
        </p:nvSpPr>
        <p:spPr>
          <a:xfrm>
            <a:off x="8841432" y="6392361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E8856DA-B77A-4A94-8E84-45BF77D9376B}" type="slidenum">
              <a:rPr lang="en-AU" sz="1200" noProof="0" smtClean="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AU" sz="1200" noProof="0" dirty="0">
              <a:solidFill>
                <a:schemeClr val="accent3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2" name="Chart 1"/>
          <p:cNvSpPr>
            <a:spLocks noGrp="1"/>
          </p:cNvSpPr>
          <p:nvPr>
            <p:ph sz="quarter" idx="12"/>
          </p:nvPr>
        </p:nvSpPr>
        <p:spPr>
          <a:xfrm>
            <a:off x="540000" y="1619999"/>
            <a:ext cx="8820000" cy="4068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buClrTx/>
              <a:defRPr>
                <a:solidFill>
                  <a:schemeClr val="bg1"/>
                </a:solidFill>
              </a:defRPr>
            </a:lvl2pPr>
            <a:lvl3pPr>
              <a:buClrTx/>
              <a:defRPr>
                <a:solidFill>
                  <a:schemeClr val="bg1"/>
                </a:solidFill>
              </a:defRPr>
            </a:lvl3pPr>
            <a:lvl4pPr>
              <a:buClrTx/>
              <a:defRPr>
                <a:solidFill>
                  <a:schemeClr val="bg1"/>
                </a:solidFill>
              </a:defRPr>
            </a:lvl4pPr>
            <a:lvl5pPr>
              <a:buClrTx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13" name="Source"/>
          <p:cNvSpPr>
            <a:spLocks noGrp="1"/>
          </p:cNvSpPr>
          <p:nvPr>
            <p:ph type="body" sz="quarter" idx="31" hasCustomPrompt="1"/>
          </p:nvPr>
        </p:nvSpPr>
        <p:spPr>
          <a:xfrm>
            <a:off x="539999" y="5882795"/>
            <a:ext cx="8820000" cy="276985"/>
          </a:xfrm>
        </p:spPr>
        <p:txBody>
          <a:bodyPr anchor="ctr">
            <a:sp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AU" noProof="0" dirty="0"/>
              <a:t>Source</a:t>
            </a:r>
          </a:p>
        </p:txBody>
      </p:sp>
      <p:sp>
        <p:nvSpPr>
          <p:cNvPr id="10" name="Governing Thought">
            <a:extLst>
              <a:ext uri="{FF2B5EF4-FFF2-40B4-BE49-F238E27FC236}">
                <a16:creationId xmlns:a16="http://schemas.microsoft.com/office/drawing/2014/main" id="{A3F1DE0C-13EB-4B43-824F-69C3FDCA09C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504000"/>
            <a:ext cx="8820000" cy="480117"/>
          </a:xfrm>
        </p:spPr>
        <p:txBody>
          <a:bodyPr anchor="ctr" anchorCtr="0">
            <a:spAutoFit/>
          </a:bodyPr>
          <a:lstStyle>
            <a:lvl1pPr marL="0" marR="0" indent="0" algn="l" defTabSz="914349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/>
            </a:lvl1pPr>
          </a:lstStyle>
          <a:p>
            <a:pPr lvl="0"/>
            <a:r>
              <a:rPr lang="en-AU" noProof="0" dirty="0"/>
              <a:t>Governing thought</a:t>
            </a:r>
          </a:p>
        </p:txBody>
      </p:sp>
    </p:spTree>
    <p:extLst>
      <p:ext uri="{BB962C8B-B14F-4D97-AF65-F5344CB8AC3E}">
        <p14:creationId xmlns:p14="http://schemas.microsoft.com/office/powerpoint/2010/main" val="5318395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/4 page content blue_no sub_content he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F4E247F6-39DC-4443-9F8F-E9D7771A7078}"/>
              </a:ext>
            </a:extLst>
          </p:cNvPr>
          <p:cNvSpPr/>
          <p:nvPr userDrawn="1"/>
        </p:nvSpPr>
        <p:spPr>
          <a:xfrm>
            <a:off x="0" y="1368000"/>
            <a:ext cx="9907200" cy="493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AU" noProof="0"/>
          </a:p>
        </p:txBody>
      </p:sp>
      <p:graphicFrame>
        <p:nvGraphicFramePr>
          <p:cNvPr id="2" name="Object 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240477379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2" name="think-cell Slide" r:id="rId4" imgW="270" imgH="270" progId="TCLayout.ActiveDocument.1">
                  <p:embed/>
                </p:oleObj>
              </mc:Choice>
              <mc:Fallback>
                <p:oleObj name="think-cell Slide" r:id="rId4" imgW="270" imgH="270" progId="TCLayout.ActiveDocument.1">
                  <p:embed/>
                  <p:pic>
                    <p:nvPicPr>
                      <p:cNvPr id="2" name="Object 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Picture 3"/>
          <p:cNvPicPr>
            <a:picLocks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5339" cy="109703"/>
          </a:xfrm>
          <a:prstGeom prst="rect">
            <a:avLst/>
          </a:prstGeom>
        </p:spPr>
      </p:pic>
      <p:sp>
        <p:nvSpPr>
          <p:cNvPr id="7" name="TextBox 6"/>
          <p:cNvSpPr txBox="1"/>
          <p:nvPr userDrawn="1"/>
        </p:nvSpPr>
        <p:spPr>
          <a:xfrm>
            <a:off x="8841432" y="6392361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E8856DA-B77A-4A94-8E84-45BF77D9376B}" type="slidenum">
              <a:rPr lang="en-AU" sz="1200" noProof="0" smtClean="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AU" sz="1200" noProof="0" dirty="0">
              <a:solidFill>
                <a:schemeClr val="accent3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3" name="Source"/>
          <p:cNvSpPr>
            <a:spLocks noGrp="1"/>
          </p:cNvSpPr>
          <p:nvPr>
            <p:ph type="body" sz="quarter" idx="31" hasCustomPrompt="1"/>
          </p:nvPr>
        </p:nvSpPr>
        <p:spPr>
          <a:xfrm>
            <a:off x="539999" y="5882795"/>
            <a:ext cx="8820000" cy="276985"/>
          </a:xfrm>
        </p:spPr>
        <p:txBody>
          <a:bodyPr anchor="ctr">
            <a:sp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AU" noProof="0" dirty="0"/>
              <a:t>Source</a:t>
            </a:r>
          </a:p>
        </p:txBody>
      </p:sp>
      <p:sp>
        <p:nvSpPr>
          <p:cNvPr id="10" name="Governing Thought">
            <a:extLst>
              <a:ext uri="{FF2B5EF4-FFF2-40B4-BE49-F238E27FC236}">
                <a16:creationId xmlns:a16="http://schemas.microsoft.com/office/drawing/2014/main" id="{A3F1DE0C-13EB-4B43-824F-69C3FDCA09C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504000"/>
            <a:ext cx="8820000" cy="480117"/>
          </a:xfrm>
        </p:spPr>
        <p:txBody>
          <a:bodyPr anchor="ctr" anchorCtr="0">
            <a:spAutoFit/>
          </a:bodyPr>
          <a:lstStyle>
            <a:lvl1pPr marL="0" marR="0" indent="0" algn="l" defTabSz="914349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/>
            </a:lvl1pPr>
          </a:lstStyle>
          <a:p>
            <a:pPr lvl="0"/>
            <a:r>
              <a:rPr lang="en-AU" noProof="0" dirty="0"/>
              <a:t>Governing thought</a:t>
            </a:r>
          </a:p>
        </p:txBody>
      </p:sp>
      <p:sp>
        <p:nvSpPr>
          <p:cNvPr id="9" name="Chart 1">
            <a:extLst>
              <a:ext uri="{FF2B5EF4-FFF2-40B4-BE49-F238E27FC236}">
                <a16:creationId xmlns:a16="http://schemas.microsoft.com/office/drawing/2014/main" id="{AADC5A96-FA16-4344-93CF-6748E16C13BA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40000" y="2035175"/>
            <a:ext cx="8820000" cy="365282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buClrTx/>
              <a:defRPr>
                <a:solidFill>
                  <a:schemeClr val="bg1"/>
                </a:solidFill>
              </a:defRPr>
            </a:lvl2pPr>
            <a:lvl3pPr>
              <a:buClrTx/>
              <a:defRPr>
                <a:solidFill>
                  <a:schemeClr val="bg1"/>
                </a:solidFill>
              </a:defRPr>
            </a:lvl3pPr>
            <a:lvl4pPr>
              <a:buClrTx/>
              <a:defRPr>
                <a:solidFill>
                  <a:schemeClr val="bg1"/>
                </a:solidFill>
              </a:defRPr>
            </a:lvl4pPr>
            <a:lvl5pPr>
              <a:buClrTx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14" name="Tagline">
            <a:extLst>
              <a:ext uri="{FF2B5EF4-FFF2-40B4-BE49-F238E27FC236}">
                <a16:creationId xmlns:a16="http://schemas.microsoft.com/office/drawing/2014/main" id="{F1F7953F-536E-416B-932F-2064350E119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1338" y="1628775"/>
            <a:ext cx="8824912" cy="246221"/>
          </a:xfrm>
        </p:spPr>
        <p:txBody>
          <a:bodyPr vert="horz" lIns="0" tIns="0" rIns="0" bIns="0" rtlCol="0" anchor="t" anchorCtr="0">
            <a:spAutoFit/>
          </a:bodyPr>
          <a:lstStyle>
            <a:lvl1pPr>
              <a:defRPr lang="en-AU" sz="1600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</a:lstStyle>
          <a:p>
            <a:pPr lvl="0"/>
            <a:r>
              <a:rPr lang="en-US" dirty="0"/>
              <a:t>Content heading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26930619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/4 page content blue_no sub_content head_uni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F4E247F6-39DC-4443-9F8F-E9D7771A7078}"/>
              </a:ext>
            </a:extLst>
          </p:cNvPr>
          <p:cNvSpPr/>
          <p:nvPr userDrawn="1"/>
        </p:nvSpPr>
        <p:spPr>
          <a:xfrm>
            <a:off x="0" y="1368000"/>
            <a:ext cx="9907200" cy="493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AU" noProof="0"/>
          </a:p>
        </p:txBody>
      </p:sp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028114980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66" name="think-cell Slide" r:id="rId4" imgW="270" imgH="270" progId="TCLayout.ActiveDocument.1">
                  <p:embed/>
                </p:oleObj>
              </mc:Choice>
              <mc:Fallback>
                <p:oleObj name="think-cell Slide" r:id="rId4" imgW="270" imgH="270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Picture 3"/>
          <p:cNvPicPr>
            <a:picLocks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5339" cy="109703"/>
          </a:xfrm>
          <a:prstGeom prst="rect">
            <a:avLst/>
          </a:prstGeom>
        </p:spPr>
      </p:pic>
      <p:sp>
        <p:nvSpPr>
          <p:cNvPr id="7" name="TextBox 6"/>
          <p:cNvSpPr txBox="1"/>
          <p:nvPr userDrawn="1"/>
        </p:nvSpPr>
        <p:spPr>
          <a:xfrm>
            <a:off x="8841432" y="6392361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E8856DA-B77A-4A94-8E84-45BF77D9376B}" type="slidenum">
              <a:rPr lang="en-AU" sz="1200" noProof="0" smtClean="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AU" sz="1200" noProof="0" dirty="0">
              <a:solidFill>
                <a:schemeClr val="accent3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3" name="Source"/>
          <p:cNvSpPr>
            <a:spLocks noGrp="1"/>
          </p:cNvSpPr>
          <p:nvPr>
            <p:ph type="body" sz="quarter" idx="31" hasCustomPrompt="1"/>
          </p:nvPr>
        </p:nvSpPr>
        <p:spPr>
          <a:xfrm>
            <a:off x="539999" y="5882795"/>
            <a:ext cx="8820000" cy="276985"/>
          </a:xfrm>
        </p:spPr>
        <p:txBody>
          <a:bodyPr anchor="ctr">
            <a:sp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AU" noProof="0" dirty="0"/>
              <a:t>Source</a:t>
            </a:r>
          </a:p>
        </p:txBody>
      </p:sp>
      <p:sp>
        <p:nvSpPr>
          <p:cNvPr id="10" name="Governing Thought">
            <a:extLst>
              <a:ext uri="{FF2B5EF4-FFF2-40B4-BE49-F238E27FC236}">
                <a16:creationId xmlns:a16="http://schemas.microsoft.com/office/drawing/2014/main" id="{A3F1DE0C-13EB-4B43-824F-69C3FDCA09C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504000"/>
            <a:ext cx="8820000" cy="480117"/>
          </a:xfrm>
        </p:spPr>
        <p:txBody>
          <a:bodyPr anchor="ctr" anchorCtr="0">
            <a:spAutoFit/>
          </a:bodyPr>
          <a:lstStyle>
            <a:lvl1pPr marL="0" marR="0" indent="0" algn="l" defTabSz="914349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/>
            </a:lvl1pPr>
          </a:lstStyle>
          <a:p>
            <a:pPr lvl="0"/>
            <a:r>
              <a:rPr lang="en-AU" noProof="0" dirty="0"/>
              <a:t>Governing thought</a:t>
            </a:r>
          </a:p>
        </p:txBody>
      </p:sp>
      <p:sp>
        <p:nvSpPr>
          <p:cNvPr id="9" name="Chart 1">
            <a:extLst>
              <a:ext uri="{FF2B5EF4-FFF2-40B4-BE49-F238E27FC236}">
                <a16:creationId xmlns:a16="http://schemas.microsoft.com/office/drawing/2014/main" id="{AADC5A96-FA16-4344-93CF-6748E16C13BA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40000" y="2348880"/>
            <a:ext cx="8820000" cy="333911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buClrTx/>
              <a:defRPr>
                <a:solidFill>
                  <a:schemeClr val="bg1"/>
                </a:solidFill>
              </a:defRPr>
            </a:lvl2pPr>
            <a:lvl3pPr>
              <a:buClrTx/>
              <a:defRPr>
                <a:solidFill>
                  <a:schemeClr val="bg1"/>
                </a:solidFill>
              </a:defRPr>
            </a:lvl3pPr>
            <a:lvl4pPr>
              <a:buClrTx/>
              <a:defRPr>
                <a:solidFill>
                  <a:schemeClr val="bg1"/>
                </a:solidFill>
              </a:defRPr>
            </a:lvl4pPr>
            <a:lvl5pPr>
              <a:buClrTx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14" name="Tagline">
            <a:extLst>
              <a:ext uri="{FF2B5EF4-FFF2-40B4-BE49-F238E27FC236}">
                <a16:creationId xmlns:a16="http://schemas.microsoft.com/office/drawing/2014/main" id="{F1F7953F-536E-416B-932F-2064350E119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1338" y="1628775"/>
            <a:ext cx="8824912" cy="246221"/>
          </a:xfrm>
        </p:spPr>
        <p:txBody>
          <a:bodyPr vert="horz" lIns="0" tIns="0" rIns="0" bIns="0" rtlCol="0" anchor="t" anchorCtr="0">
            <a:spAutoFit/>
          </a:bodyPr>
          <a:lstStyle>
            <a:lvl1pPr>
              <a:defRPr lang="en-AU" sz="1600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</a:lstStyle>
          <a:p>
            <a:pPr lvl="0"/>
            <a:r>
              <a:rPr lang="en-US" dirty="0"/>
              <a:t>Content heading</a:t>
            </a:r>
            <a:endParaRPr lang="en-AU" dirty="0"/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0FC6998-779A-4819-946A-CF80F08E51E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2703" y="1971491"/>
            <a:ext cx="8824912" cy="215444"/>
          </a:xfrm>
        </p:spPr>
        <p:txBody>
          <a:bodyPr vert="horz" lIns="0" tIns="0" rIns="0" bIns="0" rtlCol="0" anchor="t" anchorCtr="0">
            <a:spAutoFit/>
          </a:bodyPr>
          <a:lstStyle>
            <a:lvl1pPr>
              <a:defRPr lang="en-AU" sz="1400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</a:lstStyle>
          <a:p>
            <a:pPr lvl="0"/>
            <a:r>
              <a:rPr lang="en-US" dirty="0"/>
              <a:t>Units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75976911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/4 page content grey_no su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340E8DD2-61E7-4298-BBF6-EA71BF66B8F9}"/>
              </a:ext>
            </a:extLst>
          </p:cNvPr>
          <p:cNvSpPr/>
          <p:nvPr userDrawn="1"/>
        </p:nvSpPr>
        <p:spPr>
          <a:xfrm>
            <a:off x="0" y="1368000"/>
            <a:ext cx="9907200" cy="4932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AU" noProof="0"/>
          </a:p>
        </p:txBody>
      </p:sp>
      <p:sp>
        <p:nvSpPr>
          <p:cNvPr id="9" name="Chart 1">
            <a:extLst>
              <a:ext uri="{FF2B5EF4-FFF2-40B4-BE49-F238E27FC236}">
                <a16:creationId xmlns:a16="http://schemas.microsoft.com/office/drawing/2014/main" id="{409B9FD0-7A65-4165-B1EF-F1E38C404766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40000" y="1619999"/>
            <a:ext cx="8820000" cy="4068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  <a:lvl2pPr>
              <a:buClrTx/>
              <a:defRPr>
                <a:solidFill>
                  <a:schemeClr val="bg2"/>
                </a:solidFill>
              </a:defRPr>
            </a:lvl2pPr>
            <a:lvl3pPr>
              <a:buClrTx/>
              <a:defRPr>
                <a:solidFill>
                  <a:schemeClr val="bg2"/>
                </a:solidFill>
              </a:defRPr>
            </a:lvl3pPr>
            <a:lvl4pPr>
              <a:buClrTx/>
              <a:defRPr>
                <a:solidFill>
                  <a:schemeClr val="bg2"/>
                </a:solidFill>
              </a:defRPr>
            </a:lvl4pPr>
            <a:lvl5pPr>
              <a:buClrTx/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graphicFrame>
        <p:nvGraphicFramePr>
          <p:cNvPr id="2" name="Object 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544776027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90" name="think-cell Slide" r:id="rId4" imgW="270" imgH="270" progId="TCLayout.ActiveDocument.1">
                  <p:embed/>
                </p:oleObj>
              </mc:Choice>
              <mc:Fallback>
                <p:oleObj name="think-cell Slide" r:id="rId4" imgW="270" imgH="270" progId="TCLayout.ActiveDocument.1">
                  <p:embed/>
                  <p:pic>
                    <p:nvPicPr>
                      <p:cNvPr id="2" name="Object 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Picture 3"/>
          <p:cNvPicPr>
            <a:picLocks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5339" cy="109703"/>
          </a:xfrm>
          <a:prstGeom prst="rect">
            <a:avLst/>
          </a:prstGeom>
        </p:spPr>
      </p:pic>
      <p:sp>
        <p:nvSpPr>
          <p:cNvPr id="7" name="TextBox 6"/>
          <p:cNvSpPr txBox="1"/>
          <p:nvPr userDrawn="1"/>
        </p:nvSpPr>
        <p:spPr>
          <a:xfrm>
            <a:off x="8841432" y="6392361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E8856DA-B77A-4A94-8E84-45BF77D9376B}" type="slidenum">
              <a:rPr lang="en-AU" sz="1200" noProof="0" smtClean="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AU" sz="1200" noProof="0" dirty="0">
              <a:solidFill>
                <a:schemeClr val="accent3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4" name="Source"/>
          <p:cNvSpPr>
            <a:spLocks noGrp="1"/>
          </p:cNvSpPr>
          <p:nvPr>
            <p:ph type="body" sz="quarter" idx="31" hasCustomPrompt="1"/>
          </p:nvPr>
        </p:nvSpPr>
        <p:spPr>
          <a:xfrm>
            <a:off x="539999" y="5882795"/>
            <a:ext cx="8820000" cy="276985"/>
          </a:xfrm>
        </p:spPr>
        <p:txBody>
          <a:bodyPr anchor="ctr">
            <a:spAutoFit/>
          </a:bodyPr>
          <a:lstStyle>
            <a:lvl1pPr>
              <a:defRPr sz="1200">
                <a:solidFill>
                  <a:schemeClr val="bg2"/>
                </a:solidFill>
              </a:defRPr>
            </a:lvl1pPr>
          </a:lstStyle>
          <a:p>
            <a:pPr lvl="0"/>
            <a:r>
              <a:rPr lang="en-AU" noProof="0" dirty="0"/>
              <a:t>Source</a:t>
            </a:r>
          </a:p>
        </p:txBody>
      </p:sp>
      <p:sp>
        <p:nvSpPr>
          <p:cNvPr id="16" name="Governing Thought">
            <a:extLst>
              <a:ext uri="{FF2B5EF4-FFF2-40B4-BE49-F238E27FC236}">
                <a16:creationId xmlns:a16="http://schemas.microsoft.com/office/drawing/2014/main" id="{94665714-6FB3-428B-BC2F-738C695E23D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504000"/>
            <a:ext cx="8820000" cy="480117"/>
          </a:xfrm>
        </p:spPr>
        <p:txBody>
          <a:bodyPr anchor="ctr" anchorCtr="0">
            <a:spAutoFit/>
          </a:bodyPr>
          <a:lstStyle>
            <a:lvl1pPr marL="0" marR="0" indent="0" algn="l" defTabSz="914349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>
                <a:solidFill>
                  <a:schemeClr val="bg2"/>
                </a:solidFill>
              </a:defRPr>
            </a:lvl1pPr>
          </a:lstStyle>
          <a:p>
            <a:pPr lvl="0"/>
            <a:r>
              <a:rPr lang="en-AU" noProof="0" dirty="0"/>
              <a:t>Governing thought</a:t>
            </a:r>
          </a:p>
        </p:txBody>
      </p:sp>
    </p:spTree>
    <p:extLst>
      <p:ext uri="{BB962C8B-B14F-4D97-AF65-F5344CB8AC3E}">
        <p14:creationId xmlns:p14="http://schemas.microsoft.com/office/powerpoint/2010/main" val="216632106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/4 page content grey_no sub_content he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340E8DD2-61E7-4298-BBF6-EA71BF66B8F9}"/>
              </a:ext>
            </a:extLst>
          </p:cNvPr>
          <p:cNvSpPr/>
          <p:nvPr userDrawn="1"/>
        </p:nvSpPr>
        <p:spPr>
          <a:xfrm>
            <a:off x="0" y="1368000"/>
            <a:ext cx="9907200" cy="4932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AU" noProof="0"/>
          </a:p>
        </p:txBody>
      </p:sp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436445960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14" name="think-cell Slide" r:id="rId4" imgW="270" imgH="270" progId="TCLayout.ActiveDocument.1">
                  <p:embed/>
                </p:oleObj>
              </mc:Choice>
              <mc:Fallback>
                <p:oleObj name="think-cell Slide" r:id="rId4" imgW="270" imgH="270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Picture 3"/>
          <p:cNvPicPr>
            <a:picLocks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5339" cy="109703"/>
          </a:xfrm>
          <a:prstGeom prst="rect">
            <a:avLst/>
          </a:prstGeom>
        </p:spPr>
      </p:pic>
      <p:sp>
        <p:nvSpPr>
          <p:cNvPr id="7" name="TextBox 6"/>
          <p:cNvSpPr txBox="1"/>
          <p:nvPr userDrawn="1"/>
        </p:nvSpPr>
        <p:spPr>
          <a:xfrm>
            <a:off x="8841432" y="6392361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E8856DA-B77A-4A94-8E84-45BF77D9376B}" type="slidenum">
              <a:rPr lang="en-AU" sz="1200" noProof="0" smtClean="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AU" sz="1200" noProof="0" dirty="0">
              <a:solidFill>
                <a:schemeClr val="accent3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4" name="Source"/>
          <p:cNvSpPr>
            <a:spLocks noGrp="1"/>
          </p:cNvSpPr>
          <p:nvPr>
            <p:ph type="body" sz="quarter" idx="31" hasCustomPrompt="1"/>
          </p:nvPr>
        </p:nvSpPr>
        <p:spPr>
          <a:xfrm>
            <a:off x="539999" y="5882795"/>
            <a:ext cx="8820000" cy="276985"/>
          </a:xfrm>
        </p:spPr>
        <p:txBody>
          <a:bodyPr anchor="ctr">
            <a:spAutoFit/>
          </a:bodyPr>
          <a:lstStyle>
            <a:lvl1pPr>
              <a:defRPr sz="1200">
                <a:solidFill>
                  <a:schemeClr val="bg2"/>
                </a:solidFill>
              </a:defRPr>
            </a:lvl1pPr>
          </a:lstStyle>
          <a:p>
            <a:pPr lvl="0"/>
            <a:r>
              <a:rPr lang="en-AU" noProof="0" dirty="0"/>
              <a:t>Source</a:t>
            </a:r>
          </a:p>
        </p:txBody>
      </p:sp>
      <p:sp>
        <p:nvSpPr>
          <p:cNvPr id="16" name="Governing Thought">
            <a:extLst>
              <a:ext uri="{FF2B5EF4-FFF2-40B4-BE49-F238E27FC236}">
                <a16:creationId xmlns:a16="http://schemas.microsoft.com/office/drawing/2014/main" id="{94665714-6FB3-428B-BC2F-738C695E23D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504000"/>
            <a:ext cx="8820000" cy="480117"/>
          </a:xfrm>
        </p:spPr>
        <p:txBody>
          <a:bodyPr anchor="ctr" anchorCtr="0">
            <a:spAutoFit/>
          </a:bodyPr>
          <a:lstStyle>
            <a:lvl1pPr marL="0" marR="0" indent="0" algn="l" defTabSz="914349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>
                <a:solidFill>
                  <a:schemeClr val="bg2"/>
                </a:solidFill>
              </a:defRPr>
            </a:lvl1pPr>
          </a:lstStyle>
          <a:p>
            <a:pPr lvl="0"/>
            <a:r>
              <a:rPr lang="en-AU" noProof="0" dirty="0"/>
              <a:t>Governing thought</a:t>
            </a:r>
          </a:p>
        </p:txBody>
      </p:sp>
      <p:sp>
        <p:nvSpPr>
          <p:cNvPr id="9" name="Chart 1">
            <a:extLst>
              <a:ext uri="{FF2B5EF4-FFF2-40B4-BE49-F238E27FC236}">
                <a16:creationId xmlns:a16="http://schemas.microsoft.com/office/drawing/2014/main" id="{7C6A968A-8FB7-4BCD-A3C1-34A4FE758FA6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40000" y="2035175"/>
            <a:ext cx="8820000" cy="365282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  <a:lvl2pPr>
              <a:buClrTx/>
              <a:defRPr>
                <a:solidFill>
                  <a:schemeClr val="bg2"/>
                </a:solidFill>
              </a:defRPr>
            </a:lvl2pPr>
            <a:lvl3pPr>
              <a:buClrTx/>
              <a:defRPr>
                <a:solidFill>
                  <a:schemeClr val="bg2"/>
                </a:solidFill>
              </a:defRPr>
            </a:lvl3pPr>
            <a:lvl4pPr>
              <a:buClrTx/>
              <a:defRPr>
                <a:solidFill>
                  <a:schemeClr val="bg2"/>
                </a:solidFill>
              </a:defRPr>
            </a:lvl4pPr>
            <a:lvl5pPr>
              <a:buClrTx/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10" name="Tagline">
            <a:extLst>
              <a:ext uri="{FF2B5EF4-FFF2-40B4-BE49-F238E27FC236}">
                <a16:creationId xmlns:a16="http://schemas.microsoft.com/office/drawing/2014/main" id="{65A15482-B93E-45A5-8912-65E46210183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1338" y="1628775"/>
            <a:ext cx="8824912" cy="246221"/>
          </a:xfrm>
        </p:spPr>
        <p:txBody>
          <a:bodyPr vert="horz" lIns="0" tIns="0" rIns="0" bIns="0" rtlCol="0" anchor="t" anchorCtr="0">
            <a:spAutoFit/>
          </a:bodyPr>
          <a:lstStyle>
            <a:lvl1pPr>
              <a:defRPr lang="en-AU" sz="1600" dirty="0">
                <a:solidFill>
                  <a:schemeClr val="bg2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</a:lstStyle>
          <a:p>
            <a:pPr lvl="0"/>
            <a:r>
              <a:rPr lang="en-US" dirty="0"/>
              <a:t>Content heading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75499677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/4 page content grey_no sub_content head_uni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340E8DD2-61E7-4298-BBF6-EA71BF66B8F9}"/>
              </a:ext>
            </a:extLst>
          </p:cNvPr>
          <p:cNvSpPr/>
          <p:nvPr userDrawn="1"/>
        </p:nvSpPr>
        <p:spPr>
          <a:xfrm>
            <a:off x="0" y="1368000"/>
            <a:ext cx="9907200" cy="4932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AU" noProof="0"/>
          </a:p>
        </p:txBody>
      </p:sp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427218720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38" name="think-cell Slide" r:id="rId4" imgW="270" imgH="270" progId="TCLayout.ActiveDocument.1">
                  <p:embed/>
                </p:oleObj>
              </mc:Choice>
              <mc:Fallback>
                <p:oleObj name="think-cell Slide" r:id="rId4" imgW="270" imgH="270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Picture 3"/>
          <p:cNvPicPr>
            <a:picLocks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5339" cy="109703"/>
          </a:xfrm>
          <a:prstGeom prst="rect">
            <a:avLst/>
          </a:prstGeom>
        </p:spPr>
      </p:pic>
      <p:sp>
        <p:nvSpPr>
          <p:cNvPr id="7" name="TextBox 6"/>
          <p:cNvSpPr txBox="1"/>
          <p:nvPr userDrawn="1"/>
        </p:nvSpPr>
        <p:spPr>
          <a:xfrm>
            <a:off x="8841432" y="6392361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E8856DA-B77A-4A94-8E84-45BF77D9376B}" type="slidenum">
              <a:rPr lang="en-AU" sz="1200" noProof="0" smtClean="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AU" sz="1200" noProof="0" dirty="0">
              <a:solidFill>
                <a:schemeClr val="accent3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4" name="Source"/>
          <p:cNvSpPr>
            <a:spLocks noGrp="1"/>
          </p:cNvSpPr>
          <p:nvPr>
            <p:ph type="body" sz="quarter" idx="31" hasCustomPrompt="1"/>
          </p:nvPr>
        </p:nvSpPr>
        <p:spPr>
          <a:xfrm>
            <a:off x="539999" y="5882795"/>
            <a:ext cx="8820000" cy="276985"/>
          </a:xfrm>
        </p:spPr>
        <p:txBody>
          <a:bodyPr anchor="ctr">
            <a:spAutoFit/>
          </a:bodyPr>
          <a:lstStyle>
            <a:lvl1pPr>
              <a:defRPr sz="1200">
                <a:solidFill>
                  <a:schemeClr val="bg2"/>
                </a:solidFill>
              </a:defRPr>
            </a:lvl1pPr>
          </a:lstStyle>
          <a:p>
            <a:pPr lvl="0"/>
            <a:r>
              <a:rPr lang="en-AU" noProof="0" dirty="0"/>
              <a:t>Source</a:t>
            </a:r>
          </a:p>
        </p:txBody>
      </p:sp>
      <p:sp>
        <p:nvSpPr>
          <p:cNvPr id="16" name="Governing Thought">
            <a:extLst>
              <a:ext uri="{FF2B5EF4-FFF2-40B4-BE49-F238E27FC236}">
                <a16:creationId xmlns:a16="http://schemas.microsoft.com/office/drawing/2014/main" id="{94665714-6FB3-428B-BC2F-738C695E23D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504000"/>
            <a:ext cx="8820000" cy="480117"/>
          </a:xfrm>
        </p:spPr>
        <p:txBody>
          <a:bodyPr anchor="ctr" anchorCtr="0">
            <a:spAutoFit/>
          </a:bodyPr>
          <a:lstStyle>
            <a:lvl1pPr marL="0" marR="0" indent="0" algn="l" defTabSz="914349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>
                <a:solidFill>
                  <a:schemeClr val="bg2"/>
                </a:solidFill>
              </a:defRPr>
            </a:lvl1pPr>
          </a:lstStyle>
          <a:p>
            <a:pPr lvl="0"/>
            <a:r>
              <a:rPr lang="en-AU" noProof="0" dirty="0"/>
              <a:t>Governing thought</a:t>
            </a:r>
          </a:p>
        </p:txBody>
      </p:sp>
      <p:sp>
        <p:nvSpPr>
          <p:cNvPr id="9" name="Chart 1">
            <a:extLst>
              <a:ext uri="{FF2B5EF4-FFF2-40B4-BE49-F238E27FC236}">
                <a16:creationId xmlns:a16="http://schemas.microsoft.com/office/drawing/2014/main" id="{7C6A968A-8FB7-4BCD-A3C1-34A4FE758FA6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40000" y="2348880"/>
            <a:ext cx="8820000" cy="333911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  <a:lvl2pPr>
              <a:buClrTx/>
              <a:defRPr>
                <a:solidFill>
                  <a:schemeClr val="bg2"/>
                </a:solidFill>
              </a:defRPr>
            </a:lvl2pPr>
            <a:lvl3pPr>
              <a:buClrTx/>
              <a:defRPr>
                <a:solidFill>
                  <a:schemeClr val="bg2"/>
                </a:solidFill>
              </a:defRPr>
            </a:lvl3pPr>
            <a:lvl4pPr>
              <a:buClrTx/>
              <a:defRPr>
                <a:solidFill>
                  <a:schemeClr val="bg2"/>
                </a:solidFill>
              </a:defRPr>
            </a:lvl4pPr>
            <a:lvl5pPr>
              <a:buClrTx/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10" name="Tagline">
            <a:extLst>
              <a:ext uri="{FF2B5EF4-FFF2-40B4-BE49-F238E27FC236}">
                <a16:creationId xmlns:a16="http://schemas.microsoft.com/office/drawing/2014/main" id="{65A15482-B93E-45A5-8912-65E46210183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1338" y="1628775"/>
            <a:ext cx="8824912" cy="246221"/>
          </a:xfrm>
        </p:spPr>
        <p:txBody>
          <a:bodyPr vert="horz" lIns="0" tIns="0" rIns="0" bIns="0" rtlCol="0" anchor="t" anchorCtr="0">
            <a:spAutoFit/>
          </a:bodyPr>
          <a:lstStyle>
            <a:lvl1pPr>
              <a:defRPr lang="en-AU" sz="1600" dirty="0">
                <a:solidFill>
                  <a:schemeClr val="bg2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</a:lstStyle>
          <a:p>
            <a:pPr lvl="0"/>
            <a:r>
              <a:rPr lang="en-US" dirty="0"/>
              <a:t>Content heading</a:t>
            </a:r>
            <a:endParaRPr lang="en-AU" dirty="0"/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D9BFA92-8023-41A1-B2EB-BD0B589F4AA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2703" y="1971491"/>
            <a:ext cx="8824912" cy="215444"/>
          </a:xfrm>
        </p:spPr>
        <p:txBody>
          <a:bodyPr vert="horz" lIns="0" tIns="0" rIns="0" bIns="0" rtlCol="0" anchor="t" anchorCtr="0">
            <a:spAutoFit/>
          </a:bodyPr>
          <a:lstStyle>
            <a:lvl1pPr>
              <a:defRPr lang="en-AU" sz="1400" dirty="0">
                <a:solidFill>
                  <a:schemeClr val="bg2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</a:lstStyle>
          <a:p>
            <a:pPr lvl="0"/>
            <a:r>
              <a:rPr lang="en-US" dirty="0"/>
              <a:t>Units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64943387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/>
          <p:cNvPicPr>
            <a:picLocks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5339" cy="109703"/>
          </a:xfrm>
          <a:prstGeom prst="rect">
            <a:avLst/>
          </a:prstGeom>
        </p:spPr>
      </p:pic>
      <p:sp>
        <p:nvSpPr>
          <p:cNvPr id="3" name="TextBox 2"/>
          <p:cNvSpPr txBox="1"/>
          <p:nvPr userDrawn="1"/>
        </p:nvSpPr>
        <p:spPr>
          <a:xfrm>
            <a:off x="8841432" y="6392361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E8856DA-B77A-4A94-8E84-45BF77D9376B}" type="slidenum">
              <a:rPr lang="en-AU" sz="1200" noProof="0" smtClean="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AU" sz="1200" noProof="0" dirty="0">
              <a:solidFill>
                <a:schemeClr val="accent3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572099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white no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5339" cy="109703"/>
          </a:xfrm>
          <a:prstGeom prst="rect">
            <a:avLst/>
          </a:prstGeom>
        </p:spPr>
      </p:pic>
      <p:sp>
        <p:nvSpPr>
          <p:cNvPr id="4" name="Chart 1"/>
          <p:cNvSpPr>
            <a:spLocks noGrp="1"/>
          </p:cNvSpPr>
          <p:nvPr>
            <p:ph sz="quarter" idx="12"/>
          </p:nvPr>
        </p:nvSpPr>
        <p:spPr>
          <a:xfrm>
            <a:off x="540000" y="548681"/>
            <a:ext cx="8820000" cy="518457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  <a:lvl2pPr>
              <a:buClrTx/>
              <a:defRPr>
                <a:solidFill>
                  <a:schemeClr val="bg2"/>
                </a:solidFill>
              </a:defRPr>
            </a:lvl2pPr>
            <a:lvl3pPr>
              <a:buClrTx/>
              <a:defRPr>
                <a:solidFill>
                  <a:schemeClr val="bg2"/>
                </a:solidFill>
              </a:defRPr>
            </a:lvl3pPr>
            <a:lvl4pPr>
              <a:buClrTx/>
              <a:defRPr>
                <a:solidFill>
                  <a:schemeClr val="bg2"/>
                </a:solidFill>
              </a:defRPr>
            </a:lvl4pPr>
            <a:lvl5pPr>
              <a:buClrTx/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8841432" y="6392361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E8856DA-B77A-4A94-8E84-45BF77D9376B}" type="slidenum">
              <a:rPr lang="en-AU" sz="1200" noProof="0" smtClean="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AU" sz="1200" noProof="0">
              <a:solidFill>
                <a:schemeClr val="accent3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Source"/>
          <p:cNvSpPr>
            <a:spLocks noGrp="1"/>
          </p:cNvSpPr>
          <p:nvPr>
            <p:ph type="body" sz="quarter" idx="10" hasCustomPrompt="1"/>
          </p:nvPr>
        </p:nvSpPr>
        <p:spPr>
          <a:xfrm>
            <a:off x="540000" y="5918390"/>
            <a:ext cx="8820000" cy="276985"/>
          </a:xfrm>
        </p:spPr>
        <p:txBody>
          <a:bodyPr anchor="ctr">
            <a:spAutoFit/>
          </a:bodyPr>
          <a:lstStyle>
            <a:lvl1pPr>
              <a:defRPr sz="1200"/>
            </a:lvl1pPr>
          </a:lstStyle>
          <a:p>
            <a:pPr lvl="0"/>
            <a:r>
              <a:rPr lang="en-AU" noProof="0" dirty="0"/>
              <a:t>Source</a:t>
            </a:r>
          </a:p>
        </p:txBody>
      </p:sp>
    </p:spTree>
    <p:extLst>
      <p:ext uri="{BB962C8B-B14F-4D97-AF65-F5344CB8AC3E}">
        <p14:creationId xmlns:p14="http://schemas.microsoft.com/office/powerpoint/2010/main" val="306205792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white no title_contents he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5339" cy="109703"/>
          </a:xfrm>
          <a:prstGeom prst="rect">
            <a:avLst/>
          </a:prstGeom>
        </p:spPr>
      </p:pic>
      <p:sp>
        <p:nvSpPr>
          <p:cNvPr id="4" name="Chart 1"/>
          <p:cNvSpPr>
            <a:spLocks noGrp="1"/>
          </p:cNvSpPr>
          <p:nvPr>
            <p:ph sz="quarter" idx="12"/>
          </p:nvPr>
        </p:nvSpPr>
        <p:spPr>
          <a:xfrm>
            <a:off x="540000" y="998075"/>
            <a:ext cx="8820000" cy="473518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  <a:lvl2pPr>
              <a:buClrTx/>
              <a:defRPr>
                <a:solidFill>
                  <a:schemeClr val="bg2"/>
                </a:solidFill>
              </a:defRPr>
            </a:lvl2pPr>
            <a:lvl3pPr>
              <a:buClrTx/>
              <a:defRPr>
                <a:solidFill>
                  <a:schemeClr val="bg2"/>
                </a:solidFill>
              </a:defRPr>
            </a:lvl3pPr>
            <a:lvl4pPr>
              <a:buClrTx/>
              <a:defRPr>
                <a:solidFill>
                  <a:schemeClr val="bg2"/>
                </a:solidFill>
              </a:defRPr>
            </a:lvl4pPr>
            <a:lvl5pPr>
              <a:buClrTx/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8841432" y="6392361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E8856DA-B77A-4A94-8E84-45BF77D9376B}" type="slidenum">
              <a:rPr lang="en-AU" sz="1200" noProof="0" smtClean="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AU" sz="1200" noProof="0">
              <a:solidFill>
                <a:schemeClr val="accent3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Source"/>
          <p:cNvSpPr>
            <a:spLocks noGrp="1"/>
          </p:cNvSpPr>
          <p:nvPr>
            <p:ph type="body" sz="quarter" idx="10" hasCustomPrompt="1"/>
          </p:nvPr>
        </p:nvSpPr>
        <p:spPr>
          <a:xfrm>
            <a:off x="540000" y="5918390"/>
            <a:ext cx="8820000" cy="276985"/>
          </a:xfrm>
        </p:spPr>
        <p:txBody>
          <a:bodyPr anchor="ctr">
            <a:spAutoFit/>
          </a:bodyPr>
          <a:lstStyle>
            <a:lvl1pPr>
              <a:defRPr sz="1200"/>
            </a:lvl1pPr>
          </a:lstStyle>
          <a:p>
            <a:pPr lvl="0"/>
            <a:r>
              <a:rPr lang="en-AU" noProof="0" dirty="0"/>
              <a:t>Source</a:t>
            </a:r>
          </a:p>
        </p:txBody>
      </p:sp>
      <p:sp>
        <p:nvSpPr>
          <p:cNvPr id="7" name="Governing Thought">
            <a:extLst>
              <a:ext uri="{FF2B5EF4-FFF2-40B4-BE49-F238E27FC236}">
                <a16:creationId xmlns:a16="http://schemas.microsoft.com/office/drawing/2014/main" id="{0A76BC1B-17BB-4902-B0F1-490B2528132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1338" y="554869"/>
            <a:ext cx="8824912" cy="246221"/>
          </a:xfrm>
        </p:spPr>
        <p:txBody>
          <a:bodyPr vert="horz" lIns="0" tIns="0" rIns="0" bIns="0" rtlCol="0" anchor="t" anchorCtr="0">
            <a:spAutoFit/>
          </a:bodyPr>
          <a:lstStyle>
            <a:lvl1pPr>
              <a:defRPr lang="en-AU" sz="1600" dirty="0">
                <a:solidFill>
                  <a:schemeClr val="bg2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</a:lstStyle>
          <a:p>
            <a:pPr lvl="0"/>
            <a:r>
              <a:rPr lang="en-US" dirty="0"/>
              <a:t>Content heading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50920001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/4 page content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5339" cy="109703"/>
          </a:xfrm>
          <a:prstGeom prst="rect">
            <a:avLst/>
          </a:prstGeom>
        </p:spPr>
      </p:pic>
      <p:sp>
        <p:nvSpPr>
          <p:cNvPr id="4" name="Chart 1"/>
          <p:cNvSpPr>
            <a:spLocks noGrp="1"/>
          </p:cNvSpPr>
          <p:nvPr>
            <p:ph sz="quarter" idx="12"/>
          </p:nvPr>
        </p:nvSpPr>
        <p:spPr>
          <a:xfrm>
            <a:off x="539999" y="1916113"/>
            <a:ext cx="8820001" cy="374513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  <a:lvl2pPr>
              <a:buClrTx/>
              <a:defRPr>
                <a:solidFill>
                  <a:schemeClr val="bg2"/>
                </a:solidFill>
              </a:defRPr>
            </a:lvl2pPr>
            <a:lvl3pPr>
              <a:buClrTx/>
              <a:defRPr>
                <a:solidFill>
                  <a:schemeClr val="bg2"/>
                </a:solidFill>
              </a:defRPr>
            </a:lvl3pPr>
            <a:lvl4pPr>
              <a:buClrTx/>
              <a:defRPr>
                <a:solidFill>
                  <a:schemeClr val="bg2"/>
                </a:solidFill>
              </a:defRPr>
            </a:lvl4pPr>
            <a:lvl5pPr>
              <a:buClrTx/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8841432" y="6392361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E8856DA-B77A-4A94-8E84-45BF77D9376B}" type="slidenum">
              <a:rPr lang="en-AU" sz="1200" noProof="0" smtClean="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AU" sz="1200" noProof="0">
              <a:solidFill>
                <a:schemeClr val="accent3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" name="Source"/>
          <p:cNvSpPr>
            <a:spLocks noGrp="1"/>
          </p:cNvSpPr>
          <p:nvPr>
            <p:ph type="body" sz="quarter" idx="31" hasCustomPrompt="1"/>
          </p:nvPr>
        </p:nvSpPr>
        <p:spPr>
          <a:xfrm>
            <a:off x="540000" y="5918390"/>
            <a:ext cx="8820000" cy="276985"/>
          </a:xfrm>
        </p:spPr>
        <p:txBody>
          <a:bodyPr anchor="ctr">
            <a:spAutoFit/>
          </a:bodyPr>
          <a:lstStyle>
            <a:lvl1pPr>
              <a:defRPr sz="1200"/>
            </a:lvl1pPr>
          </a:lstStyle>
          <a:p>
            <a:pPr lvl="0"/>
            <a:r>
              <a:rPr lang="en-AU" noProof="0" dirty="0"/>
              <a:t>Source</a:t>
            </a:r>
          </a:p>
        </p:txBody>
      </p:sp>
      <p:sp>
        <p:nvSpPr>
          <p:cNvPr id="8" name="Governing Thought"/>
          <p:cNvSpPr>
            <a:spLocks noGrp="1"/>
          </p:cNvSpPr>
          <p:nvPr>
            <p:ph type="title" hasCustomPrompt="1"/>
          </p:nvPr>
        </p:nvSpPr>
        <p:spPr>
          <a:xfrm>
            <a:off x="540000" y="504000"/>
            <a:ext cx="8820000" cy="504056"/>
          </a:xfrm>
        </p:spPr>
        <p:txBody>
          <a:bodyPr anchor="ctr" anchorCtr="0"/>
          <a:lstStyle>
            <a:lvl1pPr marL="0" marR="0" indent="0" algn="l" defTabSz="914349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/>
            </a:lvl1pPr>
          </a:lstStyle>
          <a:p>
            <a:pPr lvl="0"/>
            <a:r>
              <a:rPr lang="en-AU" noProof="0" dirty="0"/>
              <a:t>Governing thought</a:t>
            </a:r>
          </a:p>
        </p:txBody>
      </p:sp>
      <p:sp>
        <p:nvSpPr>
          <p:cNvPr id="9" name="Tagline">
            <a:extLst>
              <a:ext uri="{FF2B5EF4-FFF2-40B4-BE49-F238E27FC236}">
                <a16:creationId xmlns:a16="http://schemas.microsoft.com/office/drawing/2014/main" id="{72E5C826-F685-4FBB-B69F-42A8A379FA81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40000" y="1008000"/>
            <a:ext cx="8820000" cy="504056"/>
          </a:xfrm>
          <a:prstGeom prst="rect">
            <a:avLst/>
          </a:prstGeom>
        </p:spPr>
        <p:txBody>
          <a:bodyPr anchor="t"/>
          <a:lstStyle>
            <a:lvl1pPr>
              <a:lnSpc>
                <a:spcPct val="90000"/>
              </a:lnSpc>
              <a:defRPr sz="1800">
                <a:solidFill>
                  <a:schemeClr val="bg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  <a:lvl5pPr>
              <a:defRPr/>
            </a:lvl5pPr>
          </a:lstStyle>
          <a:p>
            <a:pPr lvl="0"/>
            <a:r>
              <a:rPr lang="en-AU" noProof="0" dirty="0"/>
              <a:t>Sub title</a:t>
            </a:r>
          </a:p>
        </p:txBody>
      </p:sp>
    </p:spTree>
    <p:extLst>
      <p:ext uri="{BB962C8B-B14F-4D97-AF65-F5344CB8AC3E}">
        <p14:creationId xmlns:p14="http://schemas.microsoft.com/office/powerpoint/2010/main" val="62455371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/4 page content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30763831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62" name="think-cell Slide" r:id="rId4" imgW="270" imgH="270" progId="TCLayout.ActiveDocument.1">
                  <p:embed/>
                </p:oleObj>
              </mc:Choice>
              <mc:Fallback>
                <p:oleObj name="think-cell Slide" r:id="rId4" imgW="270" imgH="270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/>
          <p:cNvSpPr/>
          <p:nvPr userDrawn="1"/>
        </p:nvSpPr>
        <p:spPr>
          <a:xfrm>
            <a:off x="0" y="1728000"/>
            <a:ext cx="9906000" cy="45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AU" noProof="0">
              <a:solidFill>
                <a:schemeClr val="bg1"/>
              </a:solidFill>
            </a:endParaRPr>
          </a:p>
        </p:txBody>
      </p:sp>
      <p:pic>
        <p:nvPicPr>
          <p:cNvPr id="6" name="Picture 5"/>
          <p:cNvPicPr>
            <a:picLocks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5339" cy="109703"/>
          </a:xfrm>
          <a:prstGeom prst="rect">
            <a:avLst/>
          </a:prstGeom>
        </p:spPr>
      </p:pic>
      <p:sp>
        <p:nvSpPr>
          <p:cNvPr id="4" name="Chart 1"/>
          <p:cNvSpPr>
            <a:spLocks noGrp="1"/>
          </p:cNvSpPr>
          <p:nvPr>
            <p:ph sz="quarter" idx="12"/>
          </p:nvPr>
        </p:nvSpPr>
        <p:spPr>
          <a:xfrm>
            <a:off x="540000" y="1944000"/>
            <a:ext cx="8820000" cy="374513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buClrTx/>
              <a:defRPr>
                <a:solidFill>
                  <a:schemeClr val="bg1"/>
                </a:solidFill>
              </a:defRPr>
            </a:lvl2pPr>
            <a:lvl3pPr>
              <a:buClrTx/>
              <a:defRPr>
                <a:solidFill>
                  <a:schemeClr val="bg1"/>
                </a:solidFill>
              </a:defRPr>
            </a:lvl3pPr>
            <a:lvl4pPr>
              <a:buClrTx/>
              <a:defRPr>
                <a:solidFill>
                  <a:schemeClr val="bg1"/>
                </a:solidFill>
              </a:defRPr>
            </a:lvl4pPr>
            <a:lvl5pPr>
              <a:buClrTx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8841432" y="6392361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E8856DA-B77A-4A94-8E84-45BF77D9376B}" type="slidenum">
              <a:rPr lang="en-AU" sz="1200" noProof="0" smtClean="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AU" sz="1200" noProof="0" dirty="0">
              <a:solidFill>
                <a:schemeClr val="accent3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" name="Source"/>
          <p:cNvSpPr>
            <a:spLocks noGrp="1"/>
          </p:cNvSpPr>
          <p:nvPr>
            <p:ph type="body" sz="quarter" idx="31" hasCustomPrompt="1"/>
          </p:nvPr>
        </p:nvSpPr>
        <p:spPr>
          <a:xfrm>
            <a:off x="539999" y="5882795"/>
            <a:ext cx="8820000" cy="276985"/>
          </a:xfrm>
        </p:spPr>
        <p:txBody>
          <a:bodyPr anchor="ctr">
            <a:sp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AU" noProof="0" dirty="0"/>
              <a:t>Source</a:t>
            </a:r>
          </a:p>
        </p:txBody>
      </p:sp>
      <p:sp>
        <p:nvSpPr>
          <p:cNvPr id="13" name="Tagline">
            <a:extLst>
              <a:ext uri="{FF2B5EF4-FFF2-40B4-BE49-F238E27FC236}">
                <a16:creationId xmlns:a16="http://schemas.microsoft.com/office/drawing/2014/main" id="{F43BF56C-965D-49E3-A22D-EBC440F53277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40000" y="1008000"/>
            <a:ext cx="8820000" cy="504056"/>
          </a:xfrm>
          <a:prstGeom prst="rect">
            <a:avLst/>
          </a:prstGeom>
        </p:spPr>
        <p:txBody>
          <a:bodyPr anchor="t"/>
          <a:lstStyle>
            <a:lvl1pPr>
              <a:lnSpc>
                <a:spcPct val="90000"/>
              </a:lnSpc>
              <a:defRPr sz="1800">
                <a:solidFill>
                  <a:schemeClr val="bg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  <a:lvl5pPr>
              <a:defRPr/>
            </a:lvl5pPr>
          </a:lstStyle>
          <a:p>
            <a:pPr lvl="0"/>
            <a:r>
              <a:rPr lang="en-AU" noProof="0" dirty="0"/>
              <a:t>Sub title</a:t>
            </a:r>
          </a:p>
        </p:txBody>
      </p:sp>
      <p:sp>
        <p:nvSpPr>
          <p:cNvPr id="15" name="Governing Thought">
            <a:extLst>
              <a:ext uri="{FF2B5EF4-FFF2-40B4-BE49-F238E27FC236}">
                <a16:creationId xmlns:a16="http://schemas.microsoft.com/office/drawing/2014/main" id="{DC91679B-130E-4063-90E6-1B6E7556FF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504000"/>
            <a:ext cx="8820000" cy="504056"/>
          </a:xfrm>
        </p:spPr>
        <p:txBody>
          <a:bodyPr anchor="ctr" anchorCtr="0"/>
          <a:lstStyle>
            <a:lvl1pPr marL="0" marR="0" indent="0" algn="l" defTabSz="914349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/>
            </a:lvl1pPr>
          </a:lstStyle>
          <a:p>
            <a:pPr lvl="0"/>
            <a:r>
              <a:rPr lang="en-AU" noProof="0" dirty="0"/>
              <a:t>Governing thought</a:t>
            </a:r>
          </a:p>
        </p:txBody>
      </p:sp>
    </p:spTree>
    <p:extLst>
      <p:ext uri="{BB962C8B-B14F-4D97-AF65-F5344CB8AC3E}">
        <p14:creationId xmlns:p14="http://schemas.microsoft.com/office/powerpoint/2010/main" val="382728775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/4 page content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42039139-2C6D-4993-B734-F6F43710C59F}"/>
              </a:ext>
            </a:extLst>
          </p:cNvPr>
          <p:cNvSpPr/>
          <p:nvPr userDrawn="1"/>
        </p:nvSpPr>
        <p:spPr>
          <a:xfrm>
            <a:off x="0" y="1728000"/>
            <a:ext cx="9906000" cy="4572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AU" noProof="0"/>
          </a:p>
        </p:txBody>
      </p:sp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544279999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86" name="think-cell Slide" r:id="rId4" imgW="270" imgH="270" progId="TCLayout.ActiveDocument.1">
                  <p:embed/>
                </p:oleObj>
              </mc:Choice>
              <mc:Fallback>
                <p:oleObj name="think-cell Slide" r:id="rId4" imgW="270" imgH="270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Picture 5"/>
          <p:cNvPicPr>
            <a:picLocks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5339" cy="109703"/>
          </a:xfrm>
          <a:prstGeom prst="rect">
            <a:avLst/>
          </a:prstGeom>
        </p:spPr>
      </p:pic>
      <p:sp>
        <p:nvSpPr>
          <p:cNvPr id="4" name="Chart 1"/>
          <p:cNvSpPr>
            <a:spLocks noGrp="1"/>
          </p:cNvSpPr>
          <p:nvPr>
            <p:ph sz="quarter" idx="12"/>
          </p:nvPr>
        </p:nvSpPr>
        <p:spPr>
          <a:xfrm>
            <a:off x="540000" y="1944000"/>
            <a:ext cx="8820000" cy="374513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  <a:lvl2pPr>
              <a:buClrTx/>
              <a:defRPr>
                <a:solidFill>
                  <a:schemeClr val="bg2"/>
                </a:solidFill>
              </a:defRPr>
            </a:lvl2pPr>
            <a:lvl3pPr>
              <a:buClrTx/>
              <a:defRPr>
                <a:solidFill>
                  <a:schemeClr val="bg2"/>
                </a:solidFill>
              </a:defRPr>
            </a:lvl3pPr>
            <a:lvl4pPr>
              <a:buClrTx/>
              <a:defRPr>
                <a:solidFill>
                  <a:schemeClr val="bg2"/>
                </a:solidFill>
              </a:defRPr>
            </a:lvl4pPr>
            <a:lvl5pPr>
              <a:buClrTx/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8841432" y="6392361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E8856DA-B77A-4A94-8E84-45BF77D9376B}" type="slidenum">
              <a:rPr lang="en-AU" sz="1200" noProof="0" smtClean="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AU" sz="1200" noProof="0">
              <a:solidFill>
                <a:schemeClr val="accent3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5" name="Governing Thought">
            <a:extLst>
              <a:ext uri="{FF2B5EF4-FFF2-40B4-BE49-F238E27FC236}">
                <a16:creationId xmlns:a16="http://schemas.microsoft.com/office/drawing/2014/main" id="{CFB74972-F512-4E1A-B9A7-89DEADC2FB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504000"/>
            <a:ext cx="8820000" cy="504056"/>
          </a:xfrm>
        </p:spPr>
        <p:txBody>
          <a:bodyPr anchor="ctr" anchorCtr="0"/>
          <a:lstStyle>
            <a:lvl1pPr marL="0" marR="0" indent="0" algn="l" defTabSz="914349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/>
            </a:lvl1pPr>
          </a:lstStyle>
          <a:p>
            <a:pPr lvl="0"/>
            <a:r>
              <a:rPr lang="en-AU" noProof="0" dirty="0"/>
              <a:t>Governing thought</a:t>
            </a:r>
          </a:p>
        </p:txBody>
      </p:sp>
      <p:sp>
        <p:nvSpPr>
          <p:cNvPr id="16" name="Tagline">
            <a:extLst>
              <a:ext uri="{FF2B5EF4-FFF2-40B4-BE49-F238E27FC236}">
                <a16:creationId xmlns:a16="http://schemas.microsoft.com/office/drawing/2014/main" id="{24D2FF7D-8482-4358-AFB7-945E91835B5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40000" y="1008000"/>
            <a:ext cx="8820000" cy="504056"/>
          </a:xfrm>
          <a:prstGeom prst="rect">
            <a:avLst/>
          </a:prstGeom>
        </p:spPr>
        <p:txBody>
          <a:bodyPr anchor="t"/>
          <a:lstStyle>
            <a:lvl1pPr>
              <a:lnSpc>
                <a:spcPct val="90000"/>
              </a:lnSpc>
              <a:defRPr sz="1800">
                <a:solidFill>
                  <a:schemeClr val="bg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  <a:lvl5pPr>
              <a:defRPr/>
            </a:lvl5pPr>
          </a:lstStyle>
          <a:p>
            <a:pPr lvl="0"/>
            <a:r>
              <a:rPr lang="en-AU" noProof="0" dirty="0"/>
              <a:t>Sub title</a:t>
            </a:r>
          </a:p>
        </p:txBody>
      </p:sp>
      <p:sp>
        <p:nvSpPr>
          <p:cNvPr id="18" name="Source">
            <a:extLst>
              <a:ext uri="{FF2B5EF4-FFF2-40B4-BE49-F238E27FC236}">
                <a16:creationId xmlns:a16="http://schemas.microsoft.com/office/drawing/2014/main" id="{DAE70FE4-FE12-4A33-8091-C32619BC42D5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39999" y="5882795"/>
            <a:ext cx="8820000" cy="276985"/>
          </a:xfrm>
        </p:spPr>
        <p:txBody>
          <a:bodyPr anchor="ctr">
            <a:spAutoFit/>
          </a:bodyPr>
          <a:lstStyle>
            <a:lvl1pPr>
              <a:defRPr sz="1200"/>
            </a:lvl1pPr>
          </a:lstStyle>
          <a:p>
            <a:pPr lvl="0"/>
            <a:r>
              <a:rPr lang="en-AU" noProof="0" dirty="0"/>
              <a:t>Source</a:t>
            </a:r>
          </a:p>
        </p:txBody>
      </p:sp>
    </p:spTree>
    <p:extLst>
      <p:ext uri="{BB962C8B-B14F-4D97-AF65-F5344CB8AC3E}">
        <p14:creationId xmlns:p14="http://schemas.microsoft.com/office/powerpoint/2010/main" val="220085763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 page colour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BEB08B54-CFC9-4D42-B3D7-0CC48363F82A}"/>
              </a:ext>
            </a:extLst>
          </p:cNvPr>
          <p:cNvSpPr/>
          <p:nvPr userDrawn="1"/>
        </p:nvSpPr>
        <p:spPr>
          <a:xfrm>
            <a:off x="0" y="3068960"/>
            <a:ext cx="9906000" cy="323104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AU" noProof="0"/>
          </a:p>
        </p:txBody>
      </p:sp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422585316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10" name="think-cell Slide" r:id="rId4" imgW="270" imgH="270" progId="TCLayout.ActiveDocument.1">
                  <p:embed/>
                </p:oleObj>
              </mc:Choice>
              <mc:Fallback>
                <p:oleObj name="think-cell Slide" r:id="rId4" imgW="270" imgH="270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Picture 5"/>
          <p:cNvPicPr>
            <a:picLocks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5339" cy="109703"/>
          </a:xfrm>
          <a:prstGeom prst="rect">
            <a:avLst/>
          </a:prstGeom>
        </p:spPr>
      </p:pic>
      <p:sp>
        <p:nvSpPr>
          <p:cNvPr id="4" name="Text"/>
          <p:cNvSpPr>
            <a:spLocks noGrp="1"/>
          </p:cNvSpPr>
          <p:nvPr>
            <p:ph sz="quarter" idx="12"/>
          </p:nvPr>
        </p:nvSpPr>
        <p:spPr>
          <a:xfrm>
            <a:off x="540000" y="1772817"/>
            <a:ext cx="8820000" cy="115212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  <a:lvl2pPr>
              <a:buClrTx/>
              <a:defRPr>
                <a:solidFill>
                  <a:schemeClr val="bg2"/>
                </a:solidFill>
              </a:defRPr>
            </a:lvl2pPr>
            <a:lvl3pPr>
              <a:buClrTx/>
              <a:defRPr>
                <a:solidFill>
                  <a:schemeClr val="bg2"/>
                </a:solidFill>
              </a:defRPr>
            </a:lvl3pPr>
            <a:lvl4pPr>
              <a:buClr>
                <a:schemeClr val="bg2"/>
              </a:buClr>
              <a:defRPr>
                <a:solidFill>
                  <a:schemeClr val="bg2"/>
                </a:solidFill>
              </a:defRPr>
            </a:lvl4pPr>
            <a:lvl5pPr>
              <a:buClr>
                <a:schemeClr val="bg2"/>
              </a:buCl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11" name="TextBox 10"/>
          <p:cNvSpPr txBox="1"/>
          <p:nvPr userDrawn="1"/>
        </p:nvSpPr>
        <p:spPr>
          <a:xfrm>
            <a:off x="8841432" y="6392361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E8856DA-B77A-4A94-8E84-45BF77D9376B}" type="slidenum">
              <a:rPr lang="en-AU" sz="1200" noProof="0" smtClean="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AU" sz="1200" noProof="0">
              <a:solidFill>
                <a:schemeClr val="accent3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0" name="Chart 1"/>
          <p:cNvSpPr>
            <a:spLocks noGrp="1"/>
          </p:cNvSpPr>
          <p:nvPr>
            <p:ph sz="quarter" idx="32"/>
          </p:nvPr>
        </p:nvSpPr>
        <p:spPr>
          <a:xfrm>
            <a:off x="540000" y="3356993"/>
            <a:ext cx="8820000" cy="243344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  <a:lvl2pPr>
              <a:buClrTx/>
              <a:defRPr>
                <a:solidFill>
                  <a:schemeClr val="bg2"/>
                </a:solidFill>
              </a:defRPr>
            </a:lvl2pPr>
            <a:lvl3pPr>
              <a:buClrTx/>
              <a:defRPr>
                <a:solidFill>
                  <a:schemeClr val="bg2"/>
                </a:solidFill>
              </a:defRPr>
            </a:lvl3pPr>
            <a:lvl4pPr>
              <a:buClrTx/>
              <a:defRPr>
                <a:solidFill>
                  <a:schemeClr val="bg2"/>
                </a:solidFill>
              </a:defRPr>
            </a:lvl4pPr>
            <a:lvl5pPr>
              <a:buClrTx/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16" name="Governing Thought">
            <a:extLst>
              <a:ext uri="{FF2B5EF4-FFF2-40B4-BE49-F238E27FC236}">
                <a16:creationId xmlns:a16="http://schemas.microsoft.com/office/drawing/2014/main" id="{CAC6E698-F64A-4983-9E64-BD7BD74EAD7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504000"/>
            <a:ext cx="8820000" cy="504056"/>
          </a:xfrm>
        </p:spPr>
        <p:txBody>
          <a:bodyPr anchor="ctr" anchorCtr="0"/>
          <a:lstStyle>
            <a:lvl1pPr marL="0" marR="0" indent="0" algn="l" defTabSz="914349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/>
            </a:lvl1pPr>
          </a:lstStyle>
          <a:p>
            <a:pPr lvl="0"/>
            <a:r>
              <a:rPr lang="en-AU" noProof="0" dirty="0"/>
              <a:t>Governing thought</a:t>
            </a:r>
          </a:p>
        </p:txBody>
      </p:sp>
      <p:sp>
        <p:nvSpPr>
          <p:cNvPr id="17" name="Tagline">
            <a:extLst>
              <a:ext uri="{FF2B5EF4-FFF2-40B4-BE49-F238E27FC236}">
                <a16:creationId xmlns:a16="http://schemas.microsoft.com/office/drawing/2014/main" id="{7D6039FD-70A6-4500-8540-79C58F602ED1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40000" y="1008000"/>
            <a:ext cx="8820000" cy="504056"/>
          </a:xfrm>
          <a:prstGeom prst="rect">
            <a:avLst/>
          </a:prstGeom>
        </p:spPr>
        <p:txBody>
          <a:bodyPr anchor="t"/>
          <a:lstStyle>
            <a:lvl1pPr>
              <a:lnSpc>
                <a:spcPct val="90000"/>
              </a:lnSpc>
              <a:defRPr sz="1800">
                <a:solidFill>
                  <a:schemeClr val="bg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  <a:lvl5pPr>
              <a:defRPr/>
            </a:lvl5pPr>
          </a:lstStyle>
          <a:p>
            <a:pPr lvl="0"/>
            <a:r>
              <a:rPr lang="en-AU" noProof="0" dirty="0"/>
              <a:t>Sub title</a:t>
            </a:r>
          </a:p>
        </p:txBody>
      </p:sp>
      <p:sp>
        <p:nvSpPr>
          <p:cNvPr id="19" name="Source">
            <a:extLst>
              <a:ext uri="{FF2B5EF4-FFF2-40B4-BE49-F238E27FC236}">
                <a16:creationId xmlns:a16="http://schemas.microsoft.com/office/drawing/2014/main" id="{BC7E2E1E-6575-47AE-B752-D6D5AC4A2F3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39999" y="5882795"/>
            <a:ext cx="8820000" cy="276985"/>
          </a:xfrm>
        </p:spPr>
        <p:txBody>
          <a:bodyPr anchor="ctr">
            <a:spAutoFit/>
          </a:bodyPr>
          <a:lstStyle>
            <a:lvl1pPr>
              <a:defRPr sz="1200"/>
            </a:lvl1pPr>
          </a:lstStyle>
          <a:p>
            <a:pPr lvl="0"/>
            <a:r>
              <a:rPr lang="en-AU" noProof="0" dirty="0"/>
              <a:t>Source</a:t>
            </a:r>
          </a:p>
        </p:txBody>
      </p:sp>
    </p:spTree>
    <p:extLst>
      <p:ext uri="{BB962C8B-B14F-4D97-AF65-F5344CB8AC3E}">
        <p14:creationId xmlns:p14="http://schemas.microsoft.com/office/powerpoint/2010/main" val="311321630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 page colour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4445EDC5-E00D-477F-9891-DE34A3D58106}"/>
              </a:ext>
            </a:extLst>
          </p:cNvPr>
          <p:cNvSpPr/>
          <p:nvPr userDrawn="1"/>
        </p:nvSpPr>
        <p:spPr>
          <a:xfrm>
            <a:off x="0" y="3068960"/>
            <a:ext cx="9906000" cy="323104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AU" noProof="0"/>
          </a:p>
        </p:txBody>
      </p:sp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020335717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34" name="think-cell Slide" r:id="rId4" imgW="270" imgH="270" progId="TCLayout.ActiveDocument.1">
                  <p:embed/>
                </p:oleObj>
              </mc:Choice>
              <mc:Fallback>
                <p:oleObj name="think-cell Slide" r:id="rId4" imgW="270" imgH="270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Picture 5"/>
          <p:cNvPicPr>
            <a:picLocks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5339" cy="109703"/>
          </a:xfrm>
          <a:prstGeom prst="rect">
            <a:avLst/>
          </a:prstGeom>
        </p:spPr>
      </p:pic>
      <p:sp>
        <p:nvSpPr>
          <p:cNvPr id="4" name="Text"/>
          <p:cNvSpPr>
            <a:spLocks noGrp="1"/>
          </p:cNvSpPr>
          <p:nvPr>
            <p:ph sz="quarter" idx="12"/>
          </p:nvPr>
        </p:nvSpPr>
        <p:spPr>
          <a:xfrm>
            <a:off x="540000" y="1772817"/>
            <a:ext cx="8820000" cy="115212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  <a:lvl2pPr>
              <a:buClrTx/>
              <a:defRPr>
                <a:solidFill>
                  <a:schemeClr val="bg2"/>
                </a:solidFill>
              </a:defRPr>
            </a:lvl2pPr>
            <a:lvl3pPr>
              <a:buClrTx/>
              <a:defRPr>
                <a:solidFill>
                  <a:schemeClr val="bg2"/>
                </a:solidFill>
              </a:defRPr>
            </a:lvl3pPr>
            <a:lvl4pPr>
              <a:buClr>
                <a:schemeClr val="bg2"/>
              </a:buClr>
              <a:defRPr>
                <a:solidFill>
                  <a:schemeClr val="bg2"/>
                </a:solidFill>
              </a:defRPr>
            </a:lvl4pPr>
            <a:lvl5pPr>
              <a:buClr>
                <a:schemeClr val="bg2"/>
              </a:buCl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11" name="TextBox 10"/>
          <p:cNvSpPr txBox="1"/>
          <p:nvPr userDrawn="1"/>
        </p:nvSpPr>
        <p:spPr>
          <a:xfrm>
            <a:off x="8841432" y="6392361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E8856DA-B77A-4A94-8E84-45BF77D9376B}" type="slidenum">
              <a:rPr lang="en-AU" sz="1200" noProof="0" smtClean="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AU" sz="1200" noProof="0">
              <a:solidFill>
                <a:schemeClr val="accent3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0" name="Chart 1"/>
          <p:cNvSpPr>
            <a:spLocks noGrp="1"/>
          </p:cNvSpPr>
          <p:nvPr>
            <p:ph sz="quarter" idx="32"/>
          </p:nvPr>
        </p:nvSpPr>
        <p:spPr>
          <a:xfrm>
            <a:off x="540000" y="3356993"/>
            <a:ext cx="8820000" cy="243344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buClrTx/>
              <a:defRPr>
                <a:solidFill>
                  <a:schemeClr val="bg1"/>
                </a:solidFill>
              </a:defRPr>
            </a:lvl2pPr>
            <a:lvl3pPr>
              <a:buClrTx/>
              <a:defRPr>
                <a:solidFill>
                  <a:schemeClr val="bg1"/>
                </a:solidFill>
              </a:defRPr>
            </a:lvl3pPr>
            <a:lvl4pPr>
              <a:buClrTx/>
              <a:defRPr>
                <a:solidFill>
                  <a:schemeClr val="bg1"/>
                </a:solidFill>
              </a:defRPr>
            </a:lvl4pPr>
            <a:lvl5pPr>
              <a:buClrTx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16" name="Governing Thought">
            <a:extLst>
              <a:ext uri="{FF2B5EF4-FFF2-40B4-BE49-F238E27FC236}">
                <a16:creationId xmlns:a16="http://schemas.microsoft.com/office/drawing/2014/main" id="{0D955657-F834-447D-BD3F-75205CFDCA2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504000"/>
            <a:ext cx="8820000" cy="504056"/>
          </a:xfrm>
        </p:spPr>
        <p:txBody>
          <a:bodyPr anchor="ctr" anchorCtr="0"/>
          <a:lstStyle>
            <a:lvl1pPr marL="0" marR="0" indent="0" algn="l" defTabSz="914349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/>
            </a:lvl1pPr>
          </a:lstStyle>
          <a:p>
            <a:pPr lvl="0"/>
            <a:r>
              <a:rPr lang="en-AU" noProof="0" dirty="0"/>
              <a:t>Governing thought</a:t>
            </a:r>
          </a:p>
        </p:txBody>
      </p:sp>
      <p:sp>
        <p:nvSpPr>
          <p:cNvPr id="17" name="Tagline">
            <a:extLst>
              <a:ext uri="{FF2B5EF4-FFF2-40B4-BE49-F238E27FC236}">
                <a16:creationId xmlns:a16="http://schemas.microsoft.com/office/drawing/2014/main" id="{813DFE8A-BE83-4705-B0D2-05E83DD5D702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40000" y="1008000"/>
            <a:ext cx="8820000" cy="504056"/>
          </a:xfrm>
          <a:prstGeom prst="rect">
            <a:avLst/>
          </a:prstGeom>
        </p:spPr>
        <p:txBody>
          <a:bodyPr anchor="t"/>
          <a:lstStyle>
            <a:lvl1pPr>
              <a:lnSpc>
                <a:spcPct val="90000"/>
              </a:lnSpc>
              <a:defRPr sz="1800">
                <a:solidFill>
                  <a:schemeClr val="bg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  <a:lvl5pPr>
              <a:defRPr/>
            </a:lvl5pPr>
          </a:lstStyle>
          <a:p>
            <a:pPr lvl="0"/>
            <a:r>
              <a:rPr lang="en-AU" noProof="0" dirty="0"/>
              <a:t>Sub title</a:t>
            </a:r>
          </a:p>
        </p:txBody>
      </p:sp>
      <p:sp>
        <p:nvSpPr>
          <p:cNvPr id="19" name="Source">
            <a:extLst>
              <a:ext uri="{FF2B5EF4-FFF2-40B4-BE49-F238E27FC236}">
                <a16:creationId xmlns:a16="http://schemas.microsoft.com/office/drawing/2014/main" id="{54DD0623-740F-4586-9D33-6ADA6BEAFD0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39999" y="5882795"/>
            <a:ext cx="8820000" cy="276985"/>
          </a:xfrm>
        </p:spPr>
        <p:txBody>
          <a:bodyPr anchor="ctr">
            <a:sp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AU" noProof="0" dirty="0"/>
              <a:t>Source</a:t>
            </a:r>
          </a:p>
        </p:txBody>
      </p:sp>
    </p:spTree>
    <p:extLst>
      <p:ext uri="{BB962C8B-B14F-4D97-AF65-F5344CB8AC3E}">
        <p14:creationId xmlns:p14="http://schemas.microsoft.com/office/powerpoint/2010/main" val="282702034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5339" cy="109703"/>
          </a:xfrm>
          <a:prstGeom prst="rect">
            <a:avLst/>
          </a:prstGeom>
        </p:spPr>
      </p:pic>
      <p:sp>
        <p:nvSpPr>
          <p:cNvPr id="7" name="Chart 1"/>
          <p:cNvSpPr>
            <a:spLocks noGrp="1"/>
          </p:cNvSpPr>
          <p:nvPr>
            <p:ph sz="quarter" idx="12"/>
          </p:nvPr>
        </p:nvSpPr>
        <p:spPr>
          <a:xfrm>
            <a:off x="540000" y="1944000"/>
            <a:ext cx="8820000" cy="3025055"/>
          </a:xfrm>
          <a:prstGeom prst="rect">
            <a:avLst/>
          </a:prstGeom>
        </p:spPr>
        <p:txBody>
          <a:bodyPr/>
          <a:lstStyle>
            <a:lvl2pPr>
              <a:buClrTx/>
              <a:defRPr/>
            </a:lvl2pPr>
            <a:lvl3pPr>
              <a:buClrTx/>
              <a:defRPr/>
            </a:lvl3pPr>
            <a:lvl4pPr>
              <a:buClrTx/>
              <a:defRPr/>
            </a:lvl4pPr>
            <a:lvl5pPr>
              <a:buClrTx/>
              <a:defRPr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9" name="Text"/>
          <p:cNvSpPr>
            <a:spLocks noGrp="1"/>
          </p:cNvSpPr>
          <p:nvPr>
            <p:ph type="body" sz="quarter" idx="31"/>
          </p:nvPr>
        </p:nvSpPr>
        <p:spPr>
          <a:xfrm>
            <a:off x="540000" y="5229225"/>
            <a:ext cx="8820000" cy="10795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8" name="TextBox 7"/>
          <p:cNvSpPr txBox="1"/>
          <p:nvPr userDrawn="1"/>
        </p:nvSpPr>
        <p:spPr>
          <a:xfrm>
            <a:off x="8841432" y="6392361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E8856DA-B77A-4A94-8E84-45BF77D9376B}" type="slidenum">
              <a:rPr lang="en-AU" sz="1200" noProof="0" smtClean="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AU" sz="1200" noProof="0" dirty="0">
              <a:solidFill>
                <a:schemeClr val="accent3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1" name="Governing Thought">
            <a:extLst>
              <a:ext uri="{FF2B5EF4-FFF2-40B4-BE49-F238E27FC236}">
                <a16:creationId xmlns:a16="http://schemas.microsoft.com/office/drawing/2014/main" id="{EBFFB89C-272F-4A77-B4A8-37343FD852C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504000"/>
            <a:ext cx="8820000" cy="504056"/>
          </a:xfrm>
        </p:spPr>
        <p:txBody>
          <a:bodyPr anchor="ctr" anchorCtr="0"/>
          <a:lstStyle>
            <a:lvl1pPr marL="0" marR="0" indent="0" algn="l" defTabSz="914349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/>
            </a:lvl1pPr>
          </a:lstStyle>
          <a:p>
            <a:pPr lvl="0"/>
            <a:r>
              <a:rPr lang="en-AU" noProof="0" dirty="0"/>
              <a:t>Governing thought</a:t>
            </a:r>
          </a:p>
        </p:txBody>
      </p:sp>
      <p:sp>
        <p:nvSpPr>
          <p:cNvPr id="13" name="Tagline">
            <a:extLst>
              <a:ext uri="{FF2B5EF4-FFF2-40B4-BE49-F238E27FC236}">
                <a16:creationId xmlns:a16="http://schemas.microsoft.com/office/drawing/2014/main" id="{14520794-36D1-4CE2-8D99-435B0548D485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40000" y="1008000"/>
            <a:ext cx="8820000" cy="504056"/>
          </a:xfrm>
          <a:prstGeom prst="rect">
            <a:avLst/>
          </a:prstGeom>
        </p:spPr>
        <p:txBody>
          <a:bodyPr anchor="t"/>
          <a:lstStyle>
            <a:lvl1pPr>
              <a:lnSpc>
                <a:spcPct val="90000"/>
              </a:lnSpc>
              <a:defRPr sz="1800">
                <a:solidFill>
                  <a:schemeClr val="bg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  <a:lvl5pPr>
              <a:defRPr/>
            </a:lvl5pPr>
          </a:lstStyle>
          <a:p>
            <a:pPr lvl="0"/>
            <a:r>
              <a:rPr lang="en-AU" noProof="0" dirty="0"/>
              <a:t>Sub title</a:t>
            </a:r>
          </a:p>
        </p:txBody>
      </p:sp>
    </p:spTree>
    <p:extLst>
      <p:ext uri="{BB962C8B-B14F-4D97-AF65-F5344CB8AC3E}">
        <p14:creationId xmlns:p14="http://schemas.microsoft.com/office/powerpoint/2010/main" val="40798689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and content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34527A43-59B4-45DD-B9B5-93C627444766}"/>
              </a:ext>
            </a:extLst>
          </p:cNvPr>
          <p:cNvSpPr/>
          <p:nvPr userDrawn="1"/>
        </p:nvSpPr>
        <p:spPr>
          <a:xfrm>
            <a:off x="0" y="1728000"/>
            <a:ext cx="9906000" cy="4572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AU" noProof="0"/>
          </a:p>
        </p:txBody>
      </p:sp>
      <p:graphicFrame>
        <p:nvGraphicFramePr>
          <p:cNvPr id="2" name="Object 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530954579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58" name="think-cell Slide" r:id="rId4" imgW="270" imgH="270" progId="TCLayout.ActiveDocument.1">
                  <p:embed/>
                </p:oleObj>
              </mc:Choice>
              <mc:Fallback>
                <p:oleObj name="think-cell Slide" r:id="rId4" imgW="270" imgH="270" progId="TCLayout.ActiveDocument.1">
                  <p:embed/>
                  <p:pic>
                    <p:nvPicPr>
                      <p:cNvPr id="2" name="Object 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Picture 3"/>
          <p:cNvPicPr>
            <a:picLocks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5339" cy="109703"/>
          </a:xfrm>
          <a:prstGeom prst="rect">
            <a:avLst/>
          </a:prstGeom>
        </p:spPr>
      </p:pic>
      <p:sp>
        <p:nvSpPr>
          <p:cNvPr id="7" name="Chart 1"/>
          <p:cNvSpPr>
            <a:spLocks noGrp="1"/>
          </p:cNvSpPr>
          <p:nvPr>
            <p:ph sz="quarter" idx="12"/>
          </p:nvPr>
        </p:nvSpPr>
        <p:spPr>
          <a:xfrm>
            <a:off x="540000" y="1944000"/>
            <a:ext cx="8820000" cy="302505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9" name="Text"/>
          <p:cNvSpPr>
            <a:spLocks noGrp="1"/>
          </p:cNvSpPr>
          <p:nvPr>
            <p:ph type="body" sz="quarter" idx="31"/>
          </p:nvPr>
        </p:nvSpPr>
        <p:spPr>
          <a:xfrm>
            <a:off x="540000" y="5229225"/>
            <a:ext cx="8820000" cy="864071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8841432" y="6392361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E8856DA-B77A-4A94-8E84-45BF77D9376B}" type="slidenum">
              <a:rPr lang="en-AU" sz="1200" noProof="0" smtClean="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AU" sz="1200" noProof="0">
              <a:solidFill>
                <a:schemeClr val="accent3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3" name="Governing Thought">
            <a:extLst>
              <a:ext uri="{FF2B5EF4-FFF2-40B4-BE49-F238E27FC236}">
                <a16:creationId xmlns:a16="http://schemas.microsoft.com/office/drawing/2014/main" id="{A33D0AFD-20CD-427D-9E87-F69B6A47B09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504000"/>
            <a:ext cx="8820000" cy="504056"/>
          </a:xfrm>
        </p:spPr>
        <p:txBody>
          <a:bodyPr anchor="ctr" anchorCtr="0"/>
          <a:lstStyle>
            <a:lvl1pPr marL="0" marR="0" indent="0" algn="l" defTabSz="914349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/>
            </a:lvl1pPr>
          </a:lstStyle>
          <a:p>
            <a:pPr lvl="0"/>
            <a:r>
              <a:rPr lang="en-AU" noProof="0" dirty="0"/>
              <a:t>Governing thought</a:t>
            </a:r>
          </a:p>
        </p:txBody>
      </p:sp>
      <p:sp>
        <p:nvSpPr>
          <p:cNvPr id="15" name="Tagline">
            <a:extLst>
              <a:ext uri="{FF2B5EF4-FFF2-40B4-BE49-F238E27FC236}">
                <a16:creationId xmlns:a16="http://schemas.microsoft.com/office/drawing/2014/main" id="{71C0994C-15F8-40F3-A9BB-E19FDF396F80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40000" y="1008000"/>
            <a:ext cx="8820000" cy="504056"/>
          </a:xfrm>
          <a:prstGeom prst="rect">
            <a:avLst/>
          </a:prstGeom>
        </p:spPr>
        <p:txBody>
          <a:bodyPr anchor="t"/>
          <a:lstStyle>
            <a:lvl1pPr>
              <a:lnSpc>
                <a:spcPct val="90000"/>
              </a:lnSpc>
              <a:defRPr sz="1800">
                <a:solidFill>
                  <a:schemeClr val="bg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  <a:lvl5pPr>
              <a:defRPr/>
            </a:lvl5pPr>
          </a:lstStyle>
          <a:p>
            <a:pPr lvl="0"/>
            <a:r>
              <a:rPr lang="en-AU" noProof="0" dirty="0"/>
              <a:t>Sub title</a:t>
            </a:r>
          </a:p>
        </p:txBody>
      </p:sp>
    </p:spTree>
    <p:extLst>
      <p:ext uri="{BB962C8B-B14F-4D97-AF65-F5344CB8AC3E}">
        <p14:creationId xmlns:p14="http://schemas.microsoft.com/office/powerpoint/2010/main" val="120017389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and content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88009F53-A6BC-4C3D-BAF8-C870932B36DE}"/>
              </a:ext>
            </a:extLst>
          </p:cNvPr>
          <p:cNvSpPr/>
          <p:nvPr userDrawn="1"/>
        </p:nvSpPr>
        <p:spPr>
          <a:xfrm>
            <a:off x="0" y="1728000"/>
            <a:ext cx="9906000" cy="45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AU" noProof="0"/>
          </a:p>
        </p:txBody>
      </p:sp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480520151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82" name="think-cell Slide" r:id="rId4" imgW="270" imgH="270" progId="TCLayout.ActiveDocument.1">
                  <p:embed/>
                </p:oleObj>
              </mc:Choice>
              <mc:Fallback>
                <p:oleObj name="think-cell Slide" r:id="rId4" imgW="270" imgH="270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Picture 3"/>
          <p:cNvPicPr>
            <a:picLocks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5339" cy="109703"/>
          </a:xfrm>
          <a:prstGeom prst="rect">
            <a:avLst/>
          </a:prstGeom>
        </p:spPr>
      </p:pic>
      <p:sp>
        <p:nvSpPr>
          <p:cNvPr id="7" name="Chart 1"/>
          <p:cNvSpPr>
            <a:spLocks noGrp="1"/>
          </p:cNvSpPr>
          <p:nvPr>
            <p:ph sz="quarter" idx="12"/>
          </p:nvPr>
        </p:nvSpPr>
        <p:spPr>
          <a:xfrm>
            <a:off x="540000" y="1944000"/>
            <a:ext cx="8820000" cy="302505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buClrTx/>
              <a:defRPr>
                <a:solidFill>
                  <a:schemeClr val="bg1"/>
                </a:solidFill>
              </a:defRPr>
            </a:lvl2pPr>
            <a:lvl3pPr>
              <a:buClrTx/>
              <a:defRPr>
                <a:solidFill>
                  <a:schemeClr val="bg1"/>
                </a:solidFill>
              </a:defRPr>
            </a:lvl3pPr>
            <a:lvl4pPr>
              <a:buClrTx/>
              <a:defRPr>
                <a:solidFill>
                  <a:schemeClr val="bg1"/>
                </a:solidFill>
              </a:defRPr>
            </a:lvl4pPr>
            <a:lvl5pPr>
              <a:buClrTx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9" name="Text"/>
          <p:cNvSpPr>
            <a:spLocks noGrp="1"/>
          </p:cNvSpPr>
          <p:nvPr>
            <p:ph type="body" sz="quarter" idx="31"/>
          </p:nvPr>
        </p:nvSpPr>
        <p:spPr>
          <a:xfrm>
            <a:off x="540000" y="5229225"/>
            <a:ext cx="8820000" cy="86407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buClrTx/>
              <a:defRPr>
                <a:solidFill>
                  <a:schemeClr val="bg1"/>
                </a:solidFill>
              </a:defRPr>
            </a:lvl2pPr>
            <a:lvl3pPr>
              <a:buClrTx/>
              <a:defRPr>
                <a:solidFill>
                  <a:schemeClr val="bg1"/>
                </a:solidFill>
              </a:defRPr>
            </a:lvl3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8841432" y="6392361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E8856DA-B77A-4A94-8E84-45BF77D9376B}" type="slidenum">
              <a:rPr lang="en-AU" sz="1200" noProof="0" smtClean="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AU" sz="1200" noProof="0">
              <a:solidFill>
                <a:schemeClr val="accent3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3" name="Governing Thought">
            <a:extLst>
              <a:ext uri="{FF2B5EF4-FFF2-40B4-BE49-F238E27FC236}">
                <a16:creationId xmlns:a16="http://schemas.microsoft.com/office/drawing/2014/main" id="{8D3AE73A-B66C-4E86-A337-9D466809D4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504000"/>
            <a:ext cx="8820000" cy="504056"/>
          </a:xfrm>
        </p:spPr>
        <p:txBody>
          <a:bodyPr anchor="ctr" anchorCtr="0"/>
          <a:lstStyle>
            <a:lvl1pPr marL="0" marR="0" indent="0" algn="l" defTabSz="914349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/>
            </a:lvl1pPr>
          </a:lstStyle>
          <a:p>
            <a:pPr lvl="0"/>
            <a:r>
              <a:rPr lang="en-AU" noProof="0" dirty="0"/>
              <a:t>Governing thought</a:t>
            </a:r>
          </a:p>
        </p:txBody>
      </p:sp>
      <p:sp>
        <p:nvSpPr>
          <p:cNvPr id="15" name="Tagline">
            <a:extLst>
              <a:ext uri="{FF2B5EF4-FFF2-40B4-BE49-F238E27FC236}">
                <a16:creationId xmlns:a16="http://schemas.microsoft.com/office/drawing/2014/main" id="{8CF33F92-FDDA-408B-BAE1-E0A9BDC9BAB4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40000" y="1008000"/>
            <a:ext cx="8820000" cy="504056"/>
          </a:xfrm>
          <a:prstGeom prst="rect">
            <a:avLst/>
          </a:prstGeom>
        </p:spPr>
        <p:txBody>
          <a:bodyPr anchor="t"/>
          <a:lstStyle>
            <a:lvl1pPr>
              <a:lnSpc>
                <a:spcPct val="90000"/>
              </a:lnSpc>
              <a:defRPr sz="1800">
                <a:solidFill>
                  <a:schemeClr val="bg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  <a:lvl5pPr>
              <a:defRPr/>
            </a:lvl5pPr>
          </a:lstStyle>
          <a:p>
            <a:pPr lvl="0"/>
            <a:r>
              <a:rPr lang="en-AU" noProof="0" dirty="0"/>
              <a:t>Sub title</a:t>
            </a:r>
          </a:p>
        </p:txBody>
      </p:sp>
    </p:spTree>
    <p:extLst>
      <p:ext uri="{BB962C8B-B14F-4D97-AF65-F5344CB8AC3E}">
        <p14:creationId xmlns:p14="http://schemas.microsoft.com/office/powerpoint/2010/main" val="147314951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hen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5339" cy="109703"/>
          </a:xfrm>
          <a:prstGeom prst="rect">
            <a:avLst/>
          </a:prstGeom>
        </p:spPr>
      </p:pic>
      <p:sp>
        <p:nvSpPr>
          <p:cNvPr id="7" name="Chart 1"/>
          <p:cNvSpPr>
            <a:spLocks noGrp="1"/>
          </p:cNvSpPr>
          <p:nvPr>
            <p:ph sz="quarter" idx="12"/>
          </p:nvPr>
        </p:nvSpPr>
        <p:spPr>
          <a:xfrm>
            <a:off x="540000" y="3284984"/>
            <a:ext cx="8820000" cy="302505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9" name="Text"/>
          <p:cNvSpPr>
            <a:spLocks noGrp="1"/>
          </p:cNvSpPr>
          <p:nvPr>
            <p:ph type="body" sz="quarter" idx="31"/>
          </p:nvPr>
        </p:nvSpPr>
        <p:spPr>
          <a:xfrm>
            <a:off x="540000" y="1916832"/>
            <a:ext cx="8820000" cy="1079500"/>
          </a:xfrm>
        </p:spPr>
        <p:txBody>
          <a:bodyPr/>
          <a:lstStyle>
            <a:lvl2pPr>
              <a:buClrTx/>
              <a:defRPr/>
            </a:lvl2pPr>
            <a:lvl3pPr>
              <a:buClrTx/>
              <a:defRPr/>
            </a:lvl3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8" name="TextBox 7"/>
          <p:cNvSpPr txBox="1"/>
          <p:nvPr userDrawn="1"/>
        </p:nvSpPr>
        <p:spPr>
          <a:xfrm>
            <a:off x="8841432" y="6392361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E8856DA-B77A-4A94-8E84-45BF77D9376B}" type="slidenum">
              <a:rPr lang="en-AU" sz="1200" noProof="0" smtClean="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AU" sz="1200" noProof="0" dirty="0">
              <a:solidFill>
                <a:schemeClr val="accent3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1" name="Governing Thought">
            <a:extLst>
              <a:ext uri="{FF2B5EF4-FFF2-40B4-BE49-F238E27FC236}">
                <a16:creationId xmlns:a16="http://schemas.microsoft.com/office/drawing/2014/main" id="{8219F972-BAAF-4254-9064-CF318DC8888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504000"/>
            <a:ext cx="8820000" cy="504056"/>
          </a:xfrm>
        </p:spPr>
        <p:txBody>
          <a:bodyPr anchor="ctr" anchorCtr="0"/>
          <a:lstStyle>
            <a:lvl1pPr marL="0" marR="0" indent="0" algn="l" defTabSz="914349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/>
            </a:lvl1pPr>
          </a:lstStyle>
          <a:p>
            <a:pPr lvl="0"/>
            <a:r>
              <a:rPr lang="en-AU" noProof="0" dirty="0"/>
              <a:t>Governing thought</a:t>
            </a:r>
          </a:p>
        </p:txBody>
      </p:sp>
      <p:sp>
        <p:nvSpPr>
          <p:cNvPr id="13" name="Tagline">
            <a:extLst>
              <a:ext uri="{FF2B5EF4-FFF2-40B4-BE49-F238E27FC236}">
                <a16:creationId xmlns:a16="http://schemas.microsoft.com/office/drawing/2014/main" id="{90FA493F-4693-4DD3-BDB6-CB3D458DAE70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40000" y="1008000"/>
            <a:ext cx="8820000" cy="504056"/>
          </a:xfrm>
          <a:prstGeom prst="rect">
            <a:avLst/>
          </a:prstGeom>
        </p:spPr>
        <p:txBody>
          <a:bodyPr anchor="t"/>
          <a:lstStyle>
            <a:lvl1pPr>
              <a:lnSpc>
                <a:spcPct val="90000"/>
              </a:lnSpc>
              <a:defRPr sz="1800">
                <a:solidFill>
                  <a:schemeClr val="bg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  <a:lvl5pPr>
              <a:defRPr/>
            </a:lvl5pPr>
          </a:lstStyle>
          <a:p>
            <a:pPr lvl="0"/>
            <a:r>
              <a:rPr lang="en-AU" noProof="0" dirty="0"/>
              <a:t>Sub title</a:t>
            </a:r>
          </a:p>
        </p:txBody>
      </p:sp>
    </p:spTree>
    <p:extLst>
      <p:ext uri="{BB962C8B-B14F-4D97-AF65-F5344CB8AC3E}">
        <p14:creationId xmlns:p14="http://schemas.microsoft.com/office/powerpoint/2010/main" val="303834767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hen chart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7C60B666-ED45-4958-9B3C-FC6AE3174DCD}"/>
              </a:ext>
            </a:extLst>
          </p:cNvPr>
          <p:cNvSpPr/>
          <p:nvPr userDrawn="1"/>
        </p:nvSpPr>
        <p:spPr>
          <a:xfrm>
            <a:off x="0" y="1728000"/>
            <a:ext cx="9906000" cy="4572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AU" noProof="0"/>
          </a:p>
        </p:txBody>
      </p:sp>
      <p:graphicFrame>
        <p:nvGraphicFramePr>
          <p:cNvPr id="2" name="Object 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837676844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06" name="think-cell Slide" r:id="rId4" imgW="270" imgH="270" progId="TCLayout.ActiveDocument.1">
                  <p:embed/>
                </p:oleObj>
              </mc:Choice>
              <mc:Fallback>
                <p:oleObj name="think-cell Slide" r:id="rId4" imgW="270" imgH="270" progId="TCLayout.ActiveDocument.1">
                  <p:embed/>
                  <p:pic>
                    <p:nvPicPr>
                      <p:cNvPr id="2" name="Object 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Picture 3"/>
          <p:cNvPicPr>
            <a:picLocks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5339" cy="109703"/>
          </a:xfrm>
          <a:prstGeom prst="rect">
            <a:avLst/>
          </a:prstGeom>
        </p:spPr>
      </p:pic>
      <p:sp>
        <p:nvSpPr>
          <p:cNvPr id="10" name="TextBox 9"/>
          <p:cNvSpPr txBox="1"/>
          <p:nvPr userDrawn="1"/>
        </p:nvSpPr>
        <p:spPr>
          <a:xfrm>
            <a:off x="8841432" y="6392361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E8856DA-B77A-4A94-8E84-45BF77D9376B}" type="slidenum">
              <a:rPr lang="en-AU" sz="1200" noProof="0" smtClean="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AU" sz="1200" noProof="0">
              <a:solidFill>
                <a:schemeClr val="accent3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3" name="Governing Thought">
            <a:extLst>
              <a:ext uri="{FF2B5EF4-FFF2-40B4-BE49-F238E27FC236}">
                <a16:creationId xmlns:a16="http://schemas.microsoft.com/office/drawing/2014/main" id="{205D93F2-C1BA-43B0-99F9-DAF3039892B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504000"/>
            <a:ext cx="8820000" cy="504056"/>
          </a:xfrm>
        </p:spPr>
        <p:txBody>
          <a:bodyPr anchor="ctr" anchorCtr="0"/>
          <a:lstStyle>
            <a:lvl1pPr marL="0" marR="0" indent="0" algn="l" defTabSz="914349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/>
            </a:lvl1pPr>
          </a:lstStyle>
          <a:p>
            <a:pPr lvl="0"/>
            <a:r>
              <a:rPr lang="en-AU" noProof="0" dirty="0"/>
              <a:t>Governing thought</a:t>
            </a:r>
          </a:p>
        </p:txBody>
      </p:sp>
      <p:sp>
        <p:nvSpPr>
          <p:cNvPr id="15" name="Tagline">
            <a:extLst>
              <a:ext uri="{FF2B5EF4-FFF2-40B4-BE49-F238E27FC236}">
                <a16:creationId xmlns:a16="http://schemas.microsoft.com/office/drawing/2014/main" id="{74D37FE9-FB16-40AD-97E4-8BA4E43C73A2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40000" y="1008000"/>
            <a:ext cx="8820000" cy="504056"/>
          </a:xfrm>
          <a:prstGeom prst="rect">
            <a:avLst/>
          </a:prstGeom>
        </p:spPr>
        <p:txBody>
          <a:bodyPr anchor="t"/>
          <a:lstStyle>
            <a:lvl1pPr>
              <a:lnSpc>
                <a:spcPct val="90000"/>
              </a:lnSpc>
              <a:defRPr sz="1800">
                <a:solidFill>
                  <a:schemeClr val="bg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  <a:lvl5pPr>
              <a:defRPr/>
            </a:lvl5pPr>
          </a:lstStyle>
          <a:p>
            <a:pPr lvl="0"/>
            <a:r>
              <a:rPr lang="en-AU" noProof="0" dirty="0"/>
              <a:t>Sub title</a:t>
            </a:r>
          </a:p>
        </p:txBody>
      </p:sp>
      <p:sp>
        <p:nvSpPr>
          <p:cNvPr id="17" name="Chart 1">
            <a:extLst>
              <a:ext uri="{FF2B5EF4-FFF2-40B4-BE49-F238E27FC236}">
                <a16:creationId xmlns:a16="http://schemas.microsoft.com/office/drawing/2014/main" id="{F4ADA4C0-7D89-4CE5-94E2-A796312D411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40000" y="3284984"/>
            <a:ext cx="8820000" cy="2772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18" name="Text">
            <a:extLst>
              <a:ext uri="{FF2B5EF4-FFF2-40B4-BE49-F238E27FC236}">
                <a16:creationId xmlns:a16="http://schemas.microsoft.com/office/drawing/2014/main" id="{50A3C0F5-2C21-4FF8-83F7-9A0EC84BD9E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40000" y="1916832"/>
            <a:ext cx="8820000" cy="10795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45077852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hen chart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7D771456-E2EE-4A71-A3C4-87FE7DF7F0FD}"/>
              </a:ext>
            </a:extLst>
          </p:cNvPr>
          <p:cNvSpPr/>
          <p:nvPr userDrawn="1"/>
        </p:nvSpPr>
        <p:spPr>
          <a:xfrm>
            <a:off x="0" y="1728000"/>
            <a:ext cx="9906000" cy="45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AU" noProof="0"/>
          </a:p>
        </p:txBody>
      </p:sp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576600694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30" name="think-cell Slide" r:id="rId4" imgW="270" imgH="270" progId="TCLayout.ActiveDocument.1">
                  <p:embed/>
                </p:oleObj>
              </mc:Choice>
              <mc:Fallback>
                <p:oleObj name="think-cell Slide" r:id="rId4" imgW="270" imgH="270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Picture 3"/>
          <p:cNvPicPr>
            <a:picLocks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5339" cy="109703"/>
          </a:xfrm>
          <a:prstGeom prst="rect">
            <a:avLst/>
          </a:prstGeom>
        </p:spPr>
      </p:pic>
      <p:sp>
        <p:nvSpPr>
          <p:cNvPr id="10" name="TextBox 9"/>
          <p:cNvSpPr txBox="1"/>
          <p:nvPr userDrawn="1"/>
        </p:nvSpPr>
        <p:spPr>
          <a:xfrm>
            <a:off x="8841432" y="6392361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E8856DA-B77A-4A94-8E84-45BF77D9376B}" type="slidenum">
              <a:rPr lang="en-AU" sz="1200" noProof="0" smtClean="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AU" sz="1200" noProof="0">
              <a:solidFill>
                <a:schemeClr val="accent3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DB95062C-C750-44AA-8448-A0BC224E9FF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504000"/>
            <a:ext cx="8820000" cy="504056"/>
          </a:xfrm>
        </p:spPr>
        <p:txBody>
          <a:bodyPr anchor="ctr" anchorCtr="0"/>
          <a:lstStyle>
            <a:lvl1pPr marL="0" marR="0" indent="0" algn="l" defTabSz="914349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/>
            </a:lvl1pPr>
          </a:lstStyle>
          <a:p>
            <a:pPr lvl="0"/>
            <a:r>
              <a:rPr lang="en-AU" noProof="0" dirty="0"/>
              <a:t>Governing thought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8587FF4F-FFC1-4B10-B2F4-9B8A39192DF1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40000" y="1008000"/>
            <a:ext cx="8820000" cy="504056"/>
          </a:xfrm>
          <a:prstGeom prst="rect">
            <a:avLst/>
          </a:prstGeom>
        </p:spPr>
        <p:txBody>
          <a:bodyPr anchor="t"/>
          <a:lstStyle>
            <a:lvl1pPr>
              <a:lnSpc>
                <a:spcPct val="90000"/>
              </a:lnSpc>
              <a:defRPr sz="1800">
                <a:solidFill>
                  <a:schemeClr val="bg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  <a:lvl5pPr>
              <a:defRPr/>
            </a:lvl5pPr>
          </a:lstStyle>
          <a:p>
            <a:pPr lvl="0"/>
            <a:r>
              <a:rPr lang="en-AU" noProof="0" dirty="0"/>
              <a:t>Sub title</a:t>
            </a:r>
          </a:p>
        </p:txBody>
      </p:sp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455D34FC-B457-42FD-A70D-15A73F6F2308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40000" y="3284984"/>
            <a:ext cx="8820000" cy="2772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18" name="Text Placeholder 8">
            <a:extLst>
              <a:ext uri="{FF2B5EF4-FFF2-40B4-BE49-F238E27FC236}">
                <a16:creationId xmlns:a16="http://schemas.microsoft.com/office/drawing/2014/main" id="{8E5AC9C1-5BCA-4A30-8B81-1261C9C0D71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40000" y="1916832"/>
            <a:ext cx="8820000" cy="10795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77829302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5339" cy="109703"/>
          </a:xfrm>
          <a:prstGeom prst="rect">
            <a:avLst/>
          </a:prstGeom>
        </p:spPr>
      </p:pic>
      <p:sp>
        <p:nvSpPr>
          <p:cNvPr id="4" name="Chart 1"/>
          <p:cNvSpPr>
            <a:spLocks noGrp="1"/>
          </p:cNvSpPr>
          <p:nvPr>
            <p:ph sz="quarter" idx="12"/>
          </p:nvPr>
        </p:nvSpPr>
        <p:spPr>
          <a:xfrm>
            <a:off x="540000" y="1916113"/>
            <a:ext cx="4198969" cy="374513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  <a:lvl2pPr>
              <a:buClrTx/>
              <a:defRPr>
                <a:solidFill>
                  <a:schemeClr val="bg2"/>
                </a:solidFill>
              </a:defRPr>
            </a:lvl2pPr>
            <a:lvl3pPr>
              <a:buClrTx/>
              <a:defRPr>
                <a:solidFill>
                  <a:schemeClr val="bg2"/>
                </a:solidFill>
              </a:defRPr>
            </a:lvl3pPr>
            <a:lvl4pPr>
              <a:buClrTx/>
              <a:defRPr>
                <a:solidFill>
                  <a:schemeClr val="bg2"/>
                </a:solidFill>
              </a:defRPr>
            </a:lvl4pPr>
            <a:lvl5pPr>
              <a:buClrTx/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8841432" y="6392361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E8856DA-B77A-4A94-8E84-45BF77D9376B}" type="slidenum">
              <a:rPr lang="en-AU" sz="1200" noProof="0" smtClean="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AU" sz="1200" noProof="0">
              <a:solidFill>
                <a:schemeClr val="accent3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" name="Chart 2"/>
          <p:cNvSpPr>
            <a:spLocks noGrp="1"/>
          </p:cNvSpPr>
          <p:nvPr>
            <p:ph sz="quarter" idx="13"/>
          </p:nvPr>
        </p:nvSpPr>
        <p:spPr>
          <a:xfrm>
            <a:off x="5161030" y="1916832"/>
            <a:ext cx="4198969" cy="374513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  <a:lvl2pPr>
              <a:buClrTx/>
              <a:defRPr>
                <a:solidFill>
                  <a:schemeClr val="bg2"/>
                </a:solidFill>
              </a:defRPr>
            </a:lvl2pPr>
            <a:lvl3pPr>
              <a:buClrTx/>
              <a:defRPr>
                <a:solidFill>
                  <a:schemeClr val="bg2"/>
                </a:solidFill>
              </a:defRPr>
            </a:lvl3pPr>
            <a:lvl4pPr>
              <a:buClrTx/>
              <a:defRPr>
                <a:solidFill>
                  <a:schemeClr val="bg2"/>
                </a:solidFill>
              </a:defRPr>
            </a:lvl4pPr>
            <a:lvl5pPr>
              <a:buClrTx/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13" name="Governing Thought">
            <a:extLst>
              <a:ext uri="{FF2B5EF4-FFF2-40B4-BE49-F238E27FC236}">
                <a16:creationId xmlns:a16="http://schemas.microsoft.com/office/drawing/2014/main" id="{1817A836-EF4B-444B-8416-46DE40D6746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504000"/>
            <a:ext cx="8820000" cy="504056"/>
          </a:xfrm>
        </p:spPr>
        <p:txBody>
          <a:bodyPr anchor="ctr" anchorCtr="0"/>
          <a:lstStyle>
            <a:lvl1pPr marL="0" marR="0" indent="0" algn="l" defTabSz="914349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/>
            </a:lvl1pPr>
          </a:lstStyle>
          <a:p>
            <a:pPr lvl="0"/>
            <a:r>
              <a:rPr lang="en-AU" noProof="0" dirty="0"/>
              <a:t>Governing thought</a:t>
            </a:r>
          </a:p>
        </p:txBody>
      </p:sp>
      <p:sp>
        <p:nvSpPr>
          <p:cNvPr id="14" name="Tagline">
            <a:extLst>
              <a:ext uri="{FF2B5EF4-FFF2-40B4-BE49-F238E27FC236}">
                <a16:creationId xmlns:a16="http://schemas.microsoft.com/office/drawing/2014/main" id="{B96A2BE8-FEEB-41D1-A377-3BA687EC6750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40000" y="1008000"/>
            <a:ext cx="8820000" cy="504056"/>
          </a:xfrm>
          <a:prstGeom prst="rect">
            <a:avLst/>
          </a:prstGeom>
        </p:spPr>
        <p:txBody>
          <a:bodyPr anchor="t"/>
          <a:lstStyle>
            <a:lvl1pPr>
              <a:lnSpc>
                <a:spcPct val="90000"/>
              </a:lnSpc>
              <a:defRPr sz="1800">
                <a:solidFill>
                  <a:schemeClr val="bg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  <a:lvl5pPr>
              <a:defRPr/>
            </a:lvl5pPr>
          </a:lstStyle>
          <a:p>
            <a:pPr lvl="0"/>
            <a:r>
              <a:rPr lang="en-AU" noProof="0" dirty="0"/>
              <a:t>Sub title</a:t>
            </a:r>
          </a:p>
        </p:txBody>
      </p:sp>
      <p:sp>
        <p:nvSpPr>
          <p:cNvPr id="15" name="Source">
            <a:extLst>
              <a:ext uri="{FF2B5EF4-FFF2-40B4-BE49-F238E27FC236}">
                <a16:creationId xmlns:a16="http://schemas.microsoft.com/office/drawing/2014/main" id="{DCF58D6C-0BB0-4D5F-82D1-7A0C5459D40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39999" y="5918390"/>
            <a:ext cx="8820000" cy="276985"/>
          </a:xfrm>
        </p:spPr>
        <p:txBody>
          <a:bodyPr anchor="ctr">
            <a:spAutoFit/>
          </a:bodyPr>
          <a:lstStyle>
            <a:lvl1pPr>
              <a:defRPr sz="1200"/>
            </a:lvl1pPr>
          </a:lstStyle>
          <a:p>
            <a:pPr lvl="0"/>
            <a:r>
              <a:rPr lang="en-AU" noProof="0" dirty="0"/>
              <a:t>Source</a:t>
            </a:r>
          </a:p>
        </p:txBody>
      </p:sp>
    </p:spTree>
    <p:extLst>
      <p:ext uri="{BB962C8B-B14F-4D97-AF65-F5344CB8AC3E}">
        <p14:creationId xmlns:p14="http://schemas.microsoft.com/office/powerpoint/2010/main" val="97682961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 content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171DE86C-155F-4616-8A97-6CA89012AAE4}"/>
              </a:ext>
            </a:extLst>
          </p:cNvPr>
          <p:cNvSpPr/>
          <p:nvPr userDrawn="1"/>
        </p:nvSpPr>
        <p:spPr>
          <a:xfrm>
            <a:off x="0" y="1728000"/>
            <a:ext cx="9906000" cy="4572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AU" noProof="0"/>
          </a:p>
        </p:txBody>
      </p:sp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884277097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54" name="think-cell Slide" r:id="rId4" imgW="270" imgH="270" progId="TCLayout.ActiveDocument.1">
                  <p:embed/>
                </p:oleObj>
              </mc:Choice>
              <mc:Fallback>
                <p:oleObj name="think-cell Slide" r:id="rId4" imgW="270" imgH="270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Picture 5"/>
          <p:cNvPicPr>
            <a:picLocks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5339" cy="109703"/>
          </a:xfrm>
          <a:prstGeom prst="rect">
            <a:avLst/>
          </a:prstGeom>
        </p:spPr>
      </p:pic>
      <p:sp>
        <p:nvSpPr>
          <p:cNvPr id="11" name="TextBox 10"/>
          <p:cNvSpPr txBox="1"/>
          <p:nvPr userDrawn="1"/>
        </p:nvSpPr>
        <p:spPr>
          <a:xfrm>
            <a:off x="8841432" y="6392361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E8856DA-B77A-4A94-8E84-45BF77D9376B}" type="slidenum">
              <a:rPr lang="en-AU" sz="1200" noProof="0" smtClean="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AU" sz="1200" noProof="0">
              <a:solidFill>
                <a:schemeClr val="accent3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" name="Chart 1">
            <a:extLst>
              <a:ext uri="{FF2B5EF4-FFF2-40B4-BE49-F238E27FC236}">
                <a16:creationId xmlns:a16="http://schemas.microsoft.com/office/drawing/2014/main" id="{D0C703A3-DEB2-49B9-896C-35FD2FDD6254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40000" y="1916113"/>
            <a:ext cx="4198969" cy="374513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  <a:lvl2pPr>
              <a:buClrTx/>
              <a:defRPr>
                <a:solidFill>
                  <a:schemeClr val="bg2"/>
                </a:solidFill>
              </a:defRPr>
            </a:lvl2pPr>
            <a:lvl3pPr>
              <a:buClrTx/>
              <a:defRPr>
                <a:solidFill>
                  <a:schemeClr val="bg2"/>
                </a:solidFill>
              </a:defRPr>
            </a:lvl3pPr>
            <a:lvl4pPr>
              <a:buClrTx/>
              <a:defRPr>
                <a:solidFill>
                  <a:schemeClr val="bg2"/>
                </a:solidFill>
              </a:defRPr>
            </a:lvl4pPr>
            <a:lvl5pPr>
              <a:buClrTx/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9" name="Chart 2">
            <a:extLst>
              <a:ext uri="{FF2B5EF4-FFF2-40B4-BE49-F238E27FC236}">
                <a16:creationId xmlns:a16="http://schemas.microsoft.com/office/drawing/2014/main" id="{672A081B-9651-4BD7-BDC2-F10932E1660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61030" y="1916832"/>
            <a:ext cx="4198969" cy="374513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  <a:lvl2pPr>
              <a:buClrTx/>
              <a:defRPr>
                <a:solidFill>
                  <a:schemeClr val="bg2"/>
                </a:solidFill>
              </a:defRPr>
            </a:lvl2pPr>
            <a:lvl3pPr>
              <a:buClrTx/>
              <a:defRPr>
                <a:solidFill>
                  <a:schemeClr val="bg2"/>
                </a:solidFill>
              </a:defRPr>
            </a:lvl3pPr>
            <a:lvl4pPr>
              <a:buClrTx/>
              <a:defRPr>
                <a:solidFill>
                  <a:schemeClr val="bg2"/>
                </a:solidFill>
              </a:defRPr>
            </a:lvl4pPr>
            <a:lvl5pPr>
              <a:buClrTx/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10" name="Governing Thought">
            <a:extLst>
              <a:ext uri="{FF2B5EF4-FFF2-40B4-BE49-F238E27FC236}">
                <a16:creationId xmlns:a16="http://schemas.microsoft.com/office/drawing/2014/main" id="{C8D47D15-B996-4A64-A736-25DB8D40370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504000"/>
            <a:ext cx="8820000" cy="504056"/>
          </a:xfrm>
        </p:spPr>
        <p:txBody>
          <a:bodyPr anchor="ctr" anchorCtr="0"/>
          <a:lstStyle>
            <a:lvl1pPr marL="0" marR="0" indent="0" algn="l" defTabSz="914349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/>
            </a:lvl1pPr>
          </a:lstStyle>
          <a:p>
            <a:pPr lvl="0"/>
            <a:r>
              <a:rPr lang="en-AU" noProof="0" dirty="0"/>
              <a:t>Governing thought</a:t>
            </a:r>
          </a:p>
        </p:txBody>
      </p:sp>
      <p:sp>
        <p:nvSpPr>
          <p:cNvPr id="12" name="Tagline">
            <a:extLst>
              <a:ext uri="{FF2B5EF4-FFF2-40B4-BE49-F238E27FC236}">
                <a16:creationId xmlns:a16="http://schemas.microsoft.com/office/drawing/2014/main" id="{A98BCF11-1B2D-40B9-B8B6-66C9493B221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40000" y="1008000"/>
            <a:ext cx="8820000" cy="504056"/>
          </a:xfrm>
          <a:prstGeom prst="rect">
            <a:avLst/>
          </a:prstGeom>
        </p:spPr>
        <p:txBody>
          <a:bodyPr anchor="t"/>
          <a:lstStyle>
            <a:lvl1pPr>
              <a:lnSpc>
                <a:spcPct val="90000"/>
              </a:lnSpc>
              <a:defRPr sz="1800">
                <a:solidFill>
                  <a:schemeClr val="bg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  <a:lvl5pPr>
              <a:defRPr/>
            </a:lvl5pPr>
          </a:lstStyle>
          <a:p>
            <a:pPr lvl="0"/>
            <a:r>
              <a:rPr lang="en-AU" noProof="0" dirty="0"/>
              <a:t>Sub title</a:t>
            </a:r>
          </a:p>
        </p:txBody>
      </p:sp>
      <p:sp>
        <p:nvSpPr>
          <p:cNvPr id="14" name="Source">
            <a:extLst>
              <a:ext uri="{FF2B5EF4-FFF2-40B4-BE49-F238E27FC236}">
                <a16:creationId xmlns:a16="http://schemas.microsoft.com/office/drawing/2014/main" id="{A9B5A437-7B08-4A44-B779-48F99BF4A98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39999" y="5918390"/>
            <a:ext cx="8820000" cy="276985"/>
          </a:xfrm>
        </p:spPr>
        <p:txBody>
          <a:bodyPr anchor="ctr">
            <a:spAutoFit/>
          </a:bodyPr>
          <a:lstStyle>
            <a:lvl1pPr>
              <a:defRPr sz="1200"/>
            </a:lvl1pPr>
          </a:lstStyle>
          <a:p>
            <a:pPr lvl="0"/>
            <a:r>
              <a:rPr lang="en-AU" noProof="0" dirty="0"/>
              <a:t>Source</a:t>
            </a:r>
          </a:p>
        </p:txBody>
      </p:sp>
    </p:spTree>
    <p:extLst>
      <p:ext uri="{BB962C8B-B14F-4D97-AF65-F5344CB8AC3E}">
        <p14:creationId xmlns:p14="http://schemas.microsoft.com/office/powerpoint/2010/main" val="157789281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content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72207BC6-D0F1-4E06-87F2-78260EE2E07E}"/>
              </a:ext>
            </a:extLst>
          </p:cNvPr>
          <p:cNvSpPr/>
          <p:nvPr userDrawn="1"/>
        </p:nvSpPr>
        <p:spPr>
          <a:xfrm>
            <a:off x="0" y="1728000"/>
            <a:ext cx="9906000" cy="45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AU" noProof="0"/>
          </a:p>
        </p:txBody>
      </p:sp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274295513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78" name="think-cell Slide" r:id="rId4" imgW="270" imgH="270" progId="TCLayout.ActiveDocument.1">
                  <p:embed/>
                </p:oleObj>
              </mc:Choice>
              <mc:Fallback>
                <p:oleObj name="think-cell Slide" r:id="rId4" imgW="270" imgH="270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Picture 5"/>
          <p:cNvPicPr>
            <a:picLocks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5339" cy="109703"/>
          </a:xfrm>
          <a:prstGeom prst="rect">
            <a:avLst/>
          </a:prstGeom>
        </p:spPr>
      </p:pic>
      <p:sp>
        <p:nvSpPr>
          <p:cNvPr id="4" name="Chart 1"/>
          <p:cNvSpPr>
            <a:spLocks noGrp="1"/>
          </p:cNvSpPr>
          <p:nvPr>
            <p:ph sz="quarter" idx="12"/>
          </p:nvPr>
        </p:nvSpPr>
        <p:spPr>
          <a:xfrm>
            <a:off x="540000" y="1916113"/>
            <a:ext cx="4198969" cy="374513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buClrTx/>
              <a:defRPr>
                <a:solidFill>
                  <a:schemeClr val="bg1"/>
                </a:solidFill>
              </a:defRPr>
            </a:lvl2pPr>
            <a:lvl3pPr>
              <a:buClrTx/>
              <a:defRPr>
                <a:solidFill>
                  <a:schemeClr val="bg1"/>
                </a:solidFill>
              </a:defRPr>
            </a:lvl3pPr>
            <a:lvl4pPr>
              <a:buClrTx/>
              <a:defRPr>
                <a:solidFill>
                  <a:schemeClr val="bg1"/>
                </a:solidFill>
              </a:defRPr>
            </a:lvl4pPr>
            <a:lvl5pPr>
              <a:buClrTx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8841432" y="6392361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E8856DA-B77A-4A94-8E84-45BF77D9376B}" type="slidenum">
              <a:rPr lang="en-AU" sz="1200" noProof="0" smtClean="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AU" sz="1200" noProof="0">
              <a:solidFill>
                <a:schemeClr val="accent3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" name="Chart 2"/>
          <p:cNvSpPr>
            <a:spLocks noGrp="1"/>
          </p:cNvSpPr>
          <p:nvPr>
            <p:ph sz="quarter" idx="13"/>
          </p:nvPr>
        </p:nvSpPr>
        <p:spPr>
          <a:xfrm>
            <a:off x="5167033" y="1916832"/>
            <a:ext cx="4198969" cy="374513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buClrTx/>
              <a:defRPr>
                <a:solidFill>
                  <a:schemeClr val="bg1"/>
                </a:solidFill>
              </a:defRPr>
            </a:lvl2pPr>
            <a:lvl3pPr>
              <a:buClrTx/>
              <a:defRPr>
                <a:solidFill>
                  <a:schemeClr val="bg1"/>
                </a:solidFill>
              </a:defRPr>
            </a:lvl3pPr>
            <a:lvl4pPr>
              <a:buClrTx/>
              <a:defRPr>
                <a:solidFill>
                  <a:schemeClr val="bg1"/>
                </a:solidFill>
              </a:defRPr>
            </a:lvl4pPr>
            <a:lvl5pPr>
              <a:buClrTx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13" name="Governing Thought">
            <a:extLst>
              <a:ext uri="{FF2B5EF4-FFF2-40B4-BE49-F238E27FC236}">
                <a16:creationId xmlns:a16="http://schemas.microsoft.com/office/drawing/2014/main" id="{CCA17992-92CB-43BD-A819-E3617D65C6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504000"/>
            <a:ext cx="8820000" cy="504056"/>
          </a:xfrm>
        </p:spPr>
        <p:txBody>
          <a:bodyPr anchor="ctr" anchorCtr="0"/>
          <a:lstStyle>
            <a:lvl1pPr marL="0" marR="0" indent="0" algn="l" defTabSz="914349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/>
            </a:lvl1pPr>
          </a:lstStyle>
          <a:p>
            <a:pPr lvl="0"/>
            <a:r>
              <a:rPr lang="en-AU" noProof="0" dirty="0"/>
              <a:t>Governing thought</a:t>
            </a:r>
          </a:p>
        </p:txBody>
      </p:sp>
      <p:sp>
        <p:nvSpPr>
          <p:cNvPr id="15" name="Tagline">
            <a:extLst>
              <a:ext uri="{FF2B5EF4-FFF2-40B4-BE49-F238E27FC236}">
                <a16:creationId xmlns:a16="http://schemas.microsoft.com/office/drawing/2014/main" id="{A3EDF980-B214-40BB-A8CD-99DD9BB78873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40000" y="1008000"/>
            <a:ext cx="8820000" cy="504056"/>
          </a:xfrm>
          <a:prstGeom prst="rect">
            <a:avLst/>
          </a:prstGeom>
        </p:spPr>
        <p:txBody>
          <a:bodyPr anchor="t"/>
          <a:lstStyle>
            <a:lvl1pPr>
              <a:lnSpc>
                <a:spcPct val="90000"/>
              </a:lnSpc>
              <a:defRPr sz="1800">
                <a:solidFill>
                  <a:schemeClr val="bg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  <a:lvl5pPr>
              <a:defRPr/>
            </a:lvl5pPr>
          </a:lstStyle>
          <a:p>
            <a:pPr lvl="0"/>
            <a:r>
              <a:rPr lang="en-AU" noProof="0" dirty="0"/>
              <a:t>Sub title</a:t>
            </a:r>
          </a:p>
        </p:txBody>
      </p:sp>
      <p:sp>
        <p:nvSpPr>
          <p:cNvPr id="20" name="Source">
            <a:extLst>
              <a:ext uri="{FF2B5EF4-FFF2-40B4-BE49-F238E27FC236}">
                <a16:creationId xmlns:a16="http://schemas.microsoft.com/office/drawing/2014/main" id="{7060639F-944C-40E2-8F60-0E769990FBE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39999" y="5882795"/>
            <a:ext cx="8820000" cy="276985"/>
          </a:xfrm>
        </p:spPr>
        <p:txBody>
          <a:bodyPr anchor="ctr">
            <a:sp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AU" noProof="0" dirty="0"/>
              <a:t>Source</a:t>
            </a:r>
          </a:p>
        </p:txBody>
      </p:sp>
    </p:spTree>
    <p:extLst>
      <p:ext uri="{BB962C8B-B14F-4D97-AF65-F5344CB8AC3E}">
        <p14:creationId xmlns:p14="http://schemas.microsoft.com/office/powerpoint/2010/main" val="396100610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13442117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02" name="think-cell Slide" r:id="rId5" imgW="270" imgH="270" progId="TCLayout.ActiveDocument.1">
                  <p:embed/>
                </p:oleObj>
              </mc:Choice>
              <mc:Fallback>
                <p:oleObj name="think-cell Slide" r:id="rId5" imgW="270" imgH="270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AU" sz="2800" b="0" i="0" baseline="0" dirty="0">
              <a:latin typeface="Segoe UI Semibold"/>
              <a:ea typeface="+mj-ea"/>
              <a:cs typeface="+mj-cs"/>
              <a:sym typeface="Segoe UI Semibold"/>
            </a:endParaRPr>
          </a:p>
        </p:txBody>
      </p:sp>
      <p:pic>
        <p:nvPicPr>
          <p:cNvPr id="4" name="Picture 3"/>
          <p:cNvPicPr>
            <a:picLocks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5339" cy="109703"/>
          </a:xfrm>
          <a:prstGeom prst="rect">
            <a:avLst/>
          </a:prstGeom>
        </p:spPr>
      </p:pic>
      <p:sp>
        <p:nvSpPr>
          <p:cNvPr id="11" name="Chart 1"/>
          <p:cNvSpPr>
            <a:spLocks noGrp="1"/>
          </p:cNvSpPr>
          <p:nvPr>
            <p:ph sz="quarter" idx="13"/>
          </p:nvPr>
        </p:nvSpPr>
        <p:spPr>
          <a:xfrm>
            <a:off x="541454" y="1700808"/>
            <a:ext cx="4248596" cy="4535872"/>
          </a:xfrm>
        </p:spPr>
        <p:txBody>
          <a:bodyPr/>
          <a:lstStyle>
            <a:lvl2pPr>
              <a:buClrTx/>
              <a:defRPr/>
            </a:lvl2pPr>
            <a:lvl3pPr>
              <a:buClrTx/>
              <a:defRPr/>
            </a:lvl3pPr>
            <a:lvl4pPr>
              <a:buClrTx/>
              <a:defRPr/>
            </a:lvl4pPr>
            <a:lvl5pPr>
              <a:buClrTx/>
              <a:defRPr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12" name="Chart 2"/>
          <p:cNvSpPr>
            <a:spLocks noGrp="1"/>
          </p:cNvSpPr>
          <p:nvPr>
            <p:ph sz="quarter" idx="14"/>
          </p:nvPr>
        </p:nvSpPr>
        <p:spPr>
          <a:xfrm>
            <a:off x="5111404" y="548680"/>
            <a:ext cx="4248596" cy="56880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7" name="TextBox 6"/>
          <p:cNvSpPr txBox="1"/>
          <p:nvPr userDrawn="1"/>
        </p:nvSpPr>
        <p:spPr>
          <a:xfrm>
            <a:off x="8841432" y="6392361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E8856DA-B77A-4A94-8E84-45BF77D9376B}" type="slidenum">
              <a:rPr lang="en-AU" sz="1200" noProof="0" smtClean="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AU" sz="1200" noProof="0" dirty="0">
              <a:solidFill>
                <a:schemeClr val="accent3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0" name="Governing Thought">
            <a:extLst>
              <a:ext uri="{FF2B5EF4-FFF2-40B4-BE49-F238E27FC236}">
                <a16:creationId xmlns:a16="http://schemas.microsoft.com/office/drawing/2014/main" id="{BC624E14-0657-4E67-B2C9-C7B707744F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504000"/>
            <a:ext cx="4259144" cy="504056"/>
          </a:xfrm>
        </p:spPr>
        <p:txBody>
          <a:bodyPr anchor="ctr" anchorCtr="0"/>
          <a:lstStyle>
            <a:lvl1pPr marL="0" marR="0" indent="0" algn="l" defTabSz="914349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/>
            </a:lvl1pPr>
          </a:lstStyle>
          <a:p>
            <a:pPr lvl="0"/>
            <a:r>
              <a:rPr lang="en-AU" noProof="0" dirty="0"/>
              <a:t>Governing thought</a:t>
            </a:r>
          </a:p>
        </p:txBody>
      </p:sp>
      <p:sp>
        <p:nvSpPr>
          <p:cNvPr id="14" name="Tagline">
            <a:extLst>
              <a:ext uri="{FF2B5EF4-FFF2-40B4-BE49-F238E27FC236}">
                <a16:creationId xmlns:a16="http://schemas.microsoft.com/office/drawing/2014/main" id="{4BCE3792-08C1-47DF-995D-4C9B94A23FA6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40000" y="1008000"/>
            <a:ext cx="4259144" cy="504056"/>
          </a:xfrm>
          <a:prstGeom prst="rect">
            <a:avLst/>
          </a:prstGeom>
        </p:spPr>
        <p:txBody>
          <a:bodyPr anchor="t"/>
          <a:lstStyle>
            <a:lvl1pPr>
              <a:lnSpc>
                <a:spcPct val="90000"/>
              </a:lnSpc>
              <a:defRPr sz="1800">
                <a:solidFill>
                  <a:schemeClr val="bg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  <a:lvl5pPr>
              <a:defRPr/>
            </a:lvl5pPr>
          </a:lstStyle>
          <a:p>
            <a:pPr lvl="0"/>
            <a:r>
              <a:rPr lang="en-AU" noProof="0" dirty="0"/>
              <a:t>Sub title</a:t>
            </a:r>
          </a:p>
        </p:txBody>
      </p:sp>
    </p:spTree>
    <p:extLst>
      <p:ext uri="{BB962C8B-B14F-4D97-AF65-F5344CB8AC3E}">
        <p14:creationId xmlns:p14="http://schemas.microsoft.com/office/powerpoint/2010/main" val="3221537051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sm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84658776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26" name="think-cell Slide" r:id="rId5" imgW="270" imgH="270" progId="TCLayout.ActiveDocument.1">
                  <p:embed/>
                </p:oleObj>
              </mc:Choice>
              <mc:Fallback>
                <p:oleObj name="think-cell Slide" r:id="rId5" imgW="270" imgH="270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AU" sz="2800" b="0" i="0" baseline="0" dirty="0">
              <a:latin typeface="Segoe UI Semibold"/>
              <a:ea typeface="+mj-ea"/>
              <a:cs typeface="+mj-cs"/>
              <a:sym typeface="Segoe UI Semibold"/>
            </a:endParaRPr>
          </a:p>
        </p:txBody>
      </p:sp>
      <p:pic>
        <p:nvPicPr>
          <p:cNvPr id="4" name="Picture 3"/>
          <p:cNvPicPr>
            <a:picLocks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5339" cy="109703"/>
          </a:xfrm>
          <a:prstGeom prst="rect">
            <a:avLst/>
          </a:prstGeom>
        </p:spPr>
      </p:pic>
      <p:sp>
        <p:nvSpPr>
          <p:cNvPr id="11" name="Chart 2"/>
          <p:cNvSpPr>
            <a:spLocks noGrp="1"/>
          </p:cNvSpPr>
          <p:nvPr>
            <p:ph sz="quarter" idx="13"/>
          </p:nvPr>
        </p:nvSpPr>
        <p:spPr>
          <a:xfrm>
            <a:off x="540000" y="548680"/>
            <a:ext cx="2664296" cy="56880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12" name="Chart 1"/>
          <p:cNvSpPr>
            <a:spLocks noGrp="1"/>
          </p:cNvSpPr>
          <p:nvPr>
            <p:ph sz="quarter" idx="14"/>
          </p:nvPr>
        </p:nvSpPr>
        <p:spPr>
          <a:xfrm>
            <a:off x="3584848" y="1702172"/>
            <a:ext cx="5775152" cy="4534508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7" name="TextBox 6"/>
          <p:cNvSpPr txBox="1"/>
          <p:nvPr userDrawn="1"/>
        </p:nvSpPr>
        <p:spPr>
          <a:xfrm>
            <a:off x="8841432" y="6392361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E8856DA-B77A-4A94-8E84-45BF77D9376B}" type="slidenum">
              <a:rPr lang="en-AU" sz="1200" noProof="0" smtClean="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AU" sz="1200" noProof="0" dirty="0">
              <a:solidFill>
                <a:schemeClr val="accent3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0" name="Governing Thought">
            <a:extLst>
              <a:ext uri="{FF2B5EF4-FFF2-40B4-BE49-F238E27FC236}">
                <a16:creationId xmlns:a16="http://schemas.microsoft.com/office/drawing/2014/main" id="{A7750C84-DC10-4039-8497-5089CB54D59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84848" y="504000"/>
            <a:ext cx="5775152" cy="504056"/>
          </a:xfrm>
        </p:spPr>
        <p:txBody>
          <a:bodyPr anchor="ctr" anchorCtr="0"/>
          <a:lstStyle>
            <a:lvl1pPr marL="0" marR="0" indent="0" algn="l" defTabSz="914349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/>
            </a:lvl1pPr>
          </a:lstStyle>
          <a:p>
            <a:pPr lvl="0"/>
            <a:r>
              <a:rPr lang="en-AU" noProof="0" dirty="0"/>
              <a:t>Governing thought</a:t>
            </a:r>
          </a:p>
        </p:txBody>
      </p:sp>
      <p:sp>
        <p:nvSpPr>
          <p:cNvPr id="14" name="Tagline">
            <a:extLst>
              <a:ext uri="{FF2B5EF4-FFF2-40B4-BE49-F238E27FC236}">
                <a16:creationId xmlns:a16="http://schemas.microsoft.com/office/drawing/2014/main" id="{066DEF2E-9824-45FE-83CE-E2F5B4BD4411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584848" y="1008000"/>
            <a:ext cx="5775152" cy="504056"/>
          </a:xfrm>
          <a:prstGeom prst="rect">
            <a:avLst/>
          </a:prstGeom>
        </p:spPr>
        <p:txBody>
          <a:bodyPr anchor="t"/>
          <a:lstStyle>
            <a:lvl1pPr>
              <a:lnSpc>
                <a:spcPct val="90000"/>
              </a:lnSpc>
              <a:defRPr sz="1800">
                <a:solidFill>
                  <a:schemeClr val="bg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  <a:lvl5pPr>
              <a:defRPr/>
            </a:lvl5pPr>
          </a:lstStyle>
          <a:p>
            <a:pPr lvl="0"/>
            <a:r>
              <a:rPr lang="en-AU" noProof="0" dirty="0"/>
              <a:t>Sub title</a:t>
            </a:r>
          </a:p>
        </p:txBody>
      </p:sp>
    </p:spTree>
    <p:extLst>
      <p:ext uri="{BB962C8B-B14F-4D97-AF65-F5344CB8AC3E}">
        <p14:creationId xmlns:p14="http://schemas.microsoft.com/office/powerpoint/2010/main" val="3814841535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small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48204884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50" name="think-cell Slide" r:id="rId5" imgW="270" imgH="270" progId="TCLayout.ActiveDocument.1">
                  <p:embed/>
                </p:oleObj>
              </mc:Choice>
              <mc:Fallback>
                <p:oleObj name="think-cell Slide" r:id="rId5" imgW="270" imgH="270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AU" sz="2800" b="0" i="0" baseline="0" dirty="0">
              <a:latin typeface="Segoe UI Semibold"/>
              <a:ea typeface="+mj-ea"/>
              <a:cs typeface="+mj-cs"/>
              <a:sym typeface="Segoe UI Semibold"/>
            </a:endParaRPr>
          </a:p>
        </p:txBody>
      </p:sp>
      <p:pic>
        <p:nvPicPr>
          <p:cNvPr id="4" name="Picture 3"/>
          <p:cNvPicPr>
            <a:picLocks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5339" cy="109703"/>
          </a:xfrm>
          <a:prstGeom prst="rect">
            <a:avLst/>
          </a:prstGeom>
        </p:spPr>
      </p:pic>
      <p:sp>
        <p:nvSpPr>
          <p:cNvPr id="11" name="Chart 2"/>
          <p:cNvSpPr>
            <a:spLocks noGrp="1"/>
          </p:cNvSpPr>
          <p:nvPr>
            <p:ph sz="quarter" idx="13"/>
          </p:nvPr>
        </p:nvSpPr>
        <p:spPr>
          <a:xfrm>
            <a:off x="6681192" y="548680"/>
            <a:ext cx="2664296" cy="56880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7" name="TextBox 6"/>
          <p:cNvSpPr txBox="1"/>
          <p:nvPr userDrawn="1"/>
        </p:nvSpPr>
        <p:spPr>
          <a:xfrm>
            <a:off x="8841432" y="6392361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E8856DA-B77A-4A94-8E84-45BF77D9376B}" type="slidenum">
              <a:rPr lang="en-AU" sz="1200" noProof="0" smtClean="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AU" sz="1200" noProof="0" dirty="0">
              <a:solidFill>
                <a:schemeClr val="accent3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5" name="Chart 1">
            <a:extLst>
              <a:ext uri="{FF2B5EF4-FFF2-40B4-BE49-F238E27FC236}">
                <a16:creationId xmlns:a16="http://schemas.microsoft.com/office/drawing/2014/main" id="{9963EDF5-1C87-4957-9C63-8FC4D8C79194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41454" y="1700808"/>
            <a:ext cx="5851706" cy="4535872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16" name="Governing Thought">
            <a:extLst>
              <a:ext uri="{FF2B5EF4-FFF2-40B4-BE49-F238E27FC236}">
                <a16:creationId xmlns:a16="http://schemas.microsoft.com/office/drawing/2014/main" id="{1B282EE3-2178-4F9C-9FD8-91B022EA64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504000"/>
            <a:ext cx="5866234" cy="504056"/>
          </a:xfrm>
        </p:spPr>
        <p:txBody>
          <a:bodyPr anchor="ctr" anchorCtr="0"/>
          <a:lstStyle>
            <a:lvl1pPr marL="0" marR="0" indent="0" algn="l" defTabSz="914349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/>
            </a:lvl1pPr>
          </a:lstStyle>
          <a:p>
            <a:pPr lvl="0"/>
            <a:r>
              <a:rPr lang="en-AU" noProof="0" dirty="0"/>
              <a:t>Governing thought</a:t>
            </a:r>
          </a:p>
        </p:txBody>
      </p:sp>
      <p:sp>
        <p:nvSpPr>
          <p:cNvPr id="17" name="Tagline">
            <a:extLst>
              <a:ext uri="{FF2B5EF4-FFF2-40B4-BE49-F238E27FC236}">
                <a16:creationId xmlns:a16="http://schemas.microsoft.com/office/drawing/2014/main" id="{FF3B5C0A-8CE1-47F1-869F-FDFEA1EF9FFF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40000" y="1008000"/>
            <a:ext cx="5866234" cy="504056"/>
          </a:xfrm>
          <a:prstGeom prst="rect">
            <a:avLst/>
          </a:prstGeom>
        </p:spPr>
        <p:txBody>
          <a:bodyPr anchor="t"/>
          <a:lstStyle>
            <a:lvl1pPr>
              <a:lnSpc>
                <a:spcPct val="90000"/>
              </a:lnSpc>
              <a:defRPr sz="1800">
                <a:solidFill>
                  <a:schemeClr val="bg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  <a:lvl5pPr>
              <a:defRPr/>
            </a:lvl5pPr>
          </a:lstStyle>
          <a:p>
            <a:pPr lvl="0"/>
            <a:r>
              <a:rPr lang="en-AU" noProof="0" dirty="0"/>
              <a:t>Sub title</a:t>
            </a:r>
          </a:p>
        </p:txBody>
      </p:sp>
    </p:spTree>
    <p:extLst>
      <p:ext uri="{BB962C8B-B14F-4D97-AF65-F5344CB8AC3E}">
        <p14:creationId xmlns:p14="http://schemas.microsoft.com/office/powerpoint/2010/main" val="1030743607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diagr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5339" cy="109703"/>
          </a:xfrm>
          <a:prstGeom prst="rect">
            <a:avLst/>
          </a:prstGeom>
        </p:spPr>
      </p:pic>
      <p:sp>
        <p:nvSpPr>
          <p:cNvPr id="4" name="Chart 1"/>
          <p:cNvSpPr>
            <a:spLocks noGrp="1"/>
          </p:cNvSpPr>
          <p:nvPr>
            <p:ph sz="quarter" idx="12"/>
          </p:nvPr>
        </p:nvSpPr>
        <p:spPr>
          <a:xfrm>
            <a:off x="540000" y="1916113"/>
            <a:ext cx="4198969" cy="374513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8841432" y="6392361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E8856DA-B77A-4A94-8E84-45BF77D9376B}" type="slidenum">
              <a:rPr lang="en-AU" sz="1200" noProof="0" smtClean="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AU" sz="1200" noProof="0">
              <a:solidFill>
                <a:schemeClr val="accent3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2" name="Chart 2"/>
          <p:cNvSpPr>
            <a:spLocks noGrp="1"/>
          </p:cNvSpPr>
          <p:nvPr>
            <p:ph sz="quarter" idx="13"/>
          </p:nvPr>
        </p:nvSpPr>
        <p:spPr>
          <a:xfrm>
            <a:off x="5163884" y="1916832"/>
            <a:ext cx="4198969" cy="208823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15" name="Chart 3"/>
          <p:cNvSpPr>
            <a:spLocks noGrp="1"/>
          </p:cNvSpPr>
          <p:nvPr>
            <p:ph sz="quarter" idx="14"/>
          </p:nvPr>
        </p:nvSpPr>
        <p:spPr>
          <a:xfrm>
            <a:off x="5186389" y="4221088"/>
            <a:ext cx="4198969" cy="197428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14" name="Governing Thought">
            <a:extLst>
              <a:ext uri="{FF2B5EF4-FFF2-40B4-BE49-F238E27FC236}">
                <a16:creationId xmlns:a16="http://schemas.microsoft.com/office/drawing/2014/main" id="{6FF53B31-16E9-4224-82ED-ABC697466A4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504000"/>
            <a:ext cx="8820000" cy="504056"/>
          </a:xfrm>
        </p:spPr>
        <p:txBody>
          <a:bodyPr anchor="ctr" anchorCtr="0"/>
          <a:lstStyle>
            <a:lvl1pPr marL="0" marR="0" indent="0" algn="l" defTabSz="914349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/>
            </a:lvl1pPr>
          </a:lstStyle>
          <a:p>
            <a:pPr lvl="0"/>
            <a:r>
              <a:rPr lang="en-AU" noProof="0" dirty="0"/>
              <a:t>Governing thought</a:t>
            </a:r>
          </a:p>
        </p:txBody>
      </p:sp>
      <p:sp>
        <p:nvSpPr>
          <p:cNvPr id="16" name="Tagline">
            <a:extLst>
              <a:ext uri="{FF2B5EF4-FFF2-40B4-BE49-F238E27FC236}">
                <a16:creationId xmlns:a16="http://schemas.microsoft.com/office/drawing/2014/main" id="{21C142A2-A42C-45B3-A6F8-0CEB12421C4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40000" y="1008000"/>
            <a:ext cx="8820000" cy="504056"/>
          </a:xfrm>
          <a:prstGeom prst="rect">
            <a:avLst/>
          </a:prstGeom>
        </p:spPr>
        <p:txBody>
          <a:bodyPr anchor="t"/>
          <a:lstStyle>
            <a:lvl1pPr>
              <a:lnSpc>
                <a:spcPct val="90000"/>
              </a:lnSpc>
              <a:defRPr sz="1800">
                <a:solidFill>
                  <a:schemeClr val="bg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  <a:lvl5pPr>
              <a:defRPr/>
            </a:lvl5pPr>
          </a:lstStyle>
          <a:p>
            <a:pPr lvl="0"/>
            <a:r>
              <a:rPr lang="en-AU" noProof="0" dirty="0"/>
              <a:t>Sub title</a:t>
            </a:r>
          </a:p>
        </p:txBody>
      </p:sp>
      <p:sp>
        <p:nvSpPr>
          <p:cNvPr id="17" name="Source">
            <a:extLst>
              <a:ext uri="{FF2B5EF4-FFF2-40B4-BE49-F238E27FC236}">
                <a16:creationId xmlns:a16="http://schemas.microsoft.com/office/drawing/2014/main" id="{FD2354B0-ECDF-41E9-8601-7584A63703E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39999" y="5918390"/>
            <a:ext cx="4198969" cy="276985"/>
          </a:xfrm>
        </p:spPr>
        <p:txBody>
          <a:bodyPr wrap="square" anchor="ctr">
            <a:spAutoFit/>
          </a:bodyPr>
          <a:lstStyle>
            <a:lvl1pPr>
              <a:defRPr sz="1200"/>
            </a:lvl1pPr>
          </a:lstStyle>
          <a:p>
            <a:pPr lvl="0"/>
            <a:r>
              <a:rPr lang="en-AU" noProof="0" dirty="0"/>
              <a:t>Source</a:t>
            </a:r>
          </a:p>
        </p:txBody>
      </p:sp>
    </p:spTree>
    <p:extLst>
      <p:ext uri="{BB962C8B-B14F-4D97-AF65-F5344CB8AC3E}">
        <p14:creationId xmlns:p14="http://schemas.microsoft.com/office/powerpoint/2010/main" val="2285523709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 and two char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5339" cy="109703"/>
          </a:xfrm>
          <a:prstGeom prst="rect">
            <a:avLst/>
          </a:prstGeom>
        </p:spPr>
      </p:pic>
      <p:sp>
        <p:nvSpPr>
          <p:cNvPr id="11" name="Chart 1"/>
          <p:cNvSpPr>
            <a:spLocks noGrp="1"/>
          </p:cNvSpPr>
          <p:nvPr>
            <p:ph sz="quarter" idx="13"/>
          </p:nvPr>
        </p:nvSpPr>
        <p:spPr>
          <a:xfrm>
            <a:off x="540000" y="3356992"/>
            <a:ext cx="4248596" cy="2881684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12" name="Chart 2"/>
          <p:cNvSpPr>
            <a:spLocks noGrp="1"/>
          </p:cNvSpPr>
          <p:nvPr>
            <p:ph sz="quarter" idx="14"/>
          </p:nvPr>
        </p:nvSpPr>
        <p:spPr>
          <a:xfrm>
            <a:off x="5117406" y="3355628"/>
            <a:ext cx="4248596" cy="2881684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9" name="Text"/>
          <p:cNvSpPr>
            <a:spLocks noGrp="1"/>
          </p:cNvSpPr>
          <p:nvPr>
            <p:ph type="body" sz="quarter" idx="31"/>
          </p:nvPr>
        </p:nvSpPr>
        <p:spPr>
          <a:xfrm>
            <a:off x="540000" y="1916832"/>
            <a:ext cx="8820000" cy="10795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8841432" y="6392361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E8856DA-B77A-4A94-8E84-45BF77D9376B}" type="slidenum">
              <a:rPr lang="en-AU" sz="1200" noProof="0" smtClean="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AU" sz="1200" noProof="0" dirty="0">
              <a:solidFill>
                <a:schemeClr val="accent3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4" name="Governing Thought">
            <a:extLst>
              <a:ext uri="{FF2B5EF4-FFF2-40B4-BE49-F238E27FC236}">
                <a16:creationId xmlns:a16="http://schemas.microsoft.com/office/drawing/2014/main" id="{AA66AC44-400F-43B8-8A05-BF3AECCD239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504000"/>
            <a:ext cx="8820000" cy="504056"/>
          </a:xfrm>
        </p:spPr>
        <p:txBody>
          <a:bodyPr anchor="ctr" anchorCtr="0"/>
          <a:lstStyle>
            <a:lvl1pPr marL="0" marR="0" indent="0" algn="l" defTabSz="914349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/>
            </a:lvl1pPr>
          </a:lstStyle>
          <a:p>
            <a:pPr lvl="0"/>
            <a:r>
              <a:rPr lang="en-AU" noProof="0" dirty="0"/>
              <a:t>Governing thought</a:t>
            </a:r>
          </a:p>
        </p:txBody>
      </p:sp>
      <p:sp>
        <p:nvSpPr>
          <p:cNvPr id="16" name="Tagline">
            <a:extLst>
              <a:ext uri="{FF2B5EF4-FFF2-40B4-BE49-F238E27FC236}">
                <a16:creationId xmlns:a16="http://schemas.microsoft.com/office/drawing/2014/main" id="{3EC09068-4141-40E8-9FC8-77B5AA40667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40000" y="1008000"/>
            <a:ext cx="8820000" cy="504056"/>
          </a:xfrm>
          <a:prstGeom prst="rect">
            <a:avLst/>
          </a:prstGeom>
        </p:spPr>
        <p:txBody>
          <a:bodyPr anchor="t"/>
          <a:lstStyle>
            <a:lvl1pPr>
              <a:lnSpc>
                <a:spcPct val="90000"/>
              </a:lnSpc>
              <a:defRPr sz="1800">
                <a:solidFill>
                  <a:schemeClr val="bg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  <a:lvl5pPr>
              <a:defRPr/>
            </a:lvl5pPr>
          </a:lstStyle>
          <a:p>
            <a:pPr lvl="0"/>
            <a:r>
              <a:rPr lang="en-AU" noProof="0" dirty="0"/>
              <a:t>Sub title</a:t>
            </a:r>
          </a:p>
        </p:txBody>
      </p:sp>
    </p:spTree>
    <p:extLst>
      <p:ext uri="{BB962C8B-B14F-4D97-AF65-F5344CB8AC3E}">
        <p14:creationId xmlns:p14="http://schemas.microsoft.com/office/powerpoint/2010/main" val="3005743129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two charts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5BD201AF-117C-40A5-B86C-C0639109E6C6}"/>
              </a:ext>
            </a:extLst>
          </p:cNvPr>
          <p:cNvSpPr/>
          <p:nvPr userDrawn="1"/>
        </p:nvSpPr>
        <p:spPr>
          <a:xfrm>
            <a:off x="0" y="1728000"/>
            <a:ext cx="9906000" cy="4572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AU" noProof="0"/>
          </a:p>
        </p:txBody>
      </p:sp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013207989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674" name="think-cell Slide" r:id="rId4" imgW="270" imgH="270" progId="TCLayout.ActiveDocument.1">
                  <p:embed/>
                </p:oleObj>
              </mc:Choice>
              <mc:Fallback>
                <p:oleObj name="think-cell Slide" r:id="rId4" imgW="270" imgH="270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Picture 3"/>
          <p:cNvPicPr>
            <a:picLocks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5339" cy="109703"/>
          </a:xfrm>
          <a:prstGeom prst="rect">
            <a:avLst/>
          </a:prstGeom>
        </p:spPr>
      </p:pic>
      <p:sp>
        <p:nvSpPr>
          <p:cNvPr id="11" name="Chart 1"/>
          <p:cNvSpPr>
            <a:spLocks noGrp="1"/>
          </p:cNvSpPr>
          <p:nvPr>
            <p:ph sz="quarter" idx="13"/>
          </p:nvPr>
        </p:nvSpPr>
        <p:spPr>
          <a:xfrm>
            <a:off x="540000" y="3356992"/>
            <a:ext cx="4248596" cy="2736304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12" name="Chart 2"/>
          <p:cNvSpPr>
            <a:spLocks noGrp="1"/>
          </p:cNvSpPr>
          <p:nvPr>
            <p:ph sz="quarter" idx="14"/>
          </p:nvPr>
        </p:nvSpPr>
        <p:spPr>
          <a:xfrm>
            <a:off x="5120712" y="3355628"/>
            <a:ext cx="4248596" cy="2736304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9" name="Text"/>
          <p:cNvSpPr>
            <a:spLocks noGrp="1"/>
          </p:cNvSpPr>
          <p:nvPr>
            <p:ph type="body" sz="quarter" idx="31"/>
          </p:nvPr>
        </p:nvSpPr>
        <p:spPr>
          <a:xfrm>
            <a:off x="540000" y="1916832"/>
            <a:ext cx="8820000" cy="10795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8841432" y="6392361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E8856DA-B77A-4A94-8E84-45BF77D9376B}" type="slidenum">
              <a:rPr lang="en-AU" sz="1200" noProof="0" smtClean="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AU" sz="1200" noProof="0">
              <a:solidFill>
                <a:schemeClr val="accent3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5" name="Governing Thought">
            <a:extLst>
              <a:ext uri="{FF2B5EF4-FFF2-40B4-BE49-F238E27FC236}">
                <a16:creationId xmlns:a16="http://schemas.microsoft.com/office/drawing/2014/main" id="{E6593DDB-B5B4-472C-8373-C69BA13714F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504000"/>
            <a:ext cx="8820000" cy="504056"/>
          </a:xfrm>
        </p:spPr>
        <p:txBody>
          <a:bodyPr anchor="ctr" anchorCtr="0"/>
          <a:lstStyle>
            <a:lvl1pPr marL="0" marR="0" indent="0" algn="l" defTabSz="914349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/>
            </a:lvl1pPr>
          </a:lstStyle>
          <a:p>
            <a:pPr lvl="0"/>
            <a:r>
              <a:rPr lang="en-AU" noProof="0" dirty="0"/>
              <a:t>Governing thought</a:t>
            </a:r>
          </a:p>
        </p:txBody>
      </p:sp>
      <p:sp>
        <p:nvSpPr>
          <p:cNvPr id="17" name="Tagline">
            <a:extLst>
              <a:ext uri="{FF2B5EF4-FFF2-40B4-BE49-F238E27FC236}">
                <a16:creationId xmlns:a16="http://schemas.microsoft.com/office/drawing/2014/main" id="{79F5FEAA-83A6-46B6-A298-7AD2184F1096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40000" y="1008000"/>
            <a:ext cx="8820000" cy="504056"/>
          </a:xfrm>
          <a:prstGeom prst="rect">
            <a:avLst/>
          </a:prstGeom>
        </p:spPr>
        <p:txBody>
          <a:bodyPr anchor="t"/>
          <a:lstStyle>
            <a:lvl1pPr>
              <a:lnSpc>
                <a:spcPct val="90000"/>
              </a:lnSpc>
              <a:defRPr sz="1800">
                <a:solidFill>
                  <a:schemeClr val="bg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  <a:lvl5pPr>
              <a:defRPr/>
            </a:lvl5pPr>
          </a:lstStyle>
          <a:p>
            <a:pPr lvl="0"/>
            <a:r>
              <a:rPr lang="en-AU" noProof="0" dirty="0"/>
              <a:t>Sub title</a:t>
            </a:r>
          </a:p>
        </p:txBody>
      </p:sp>
    </p:spTree>
    <p:extLst>
      <p:ext uri="{BB962C8B-B14F-4D97-AF65-F5344CB8AC3E}">
        <p14:creationId xmlns:p14="http://schemas.microsoft.com/office/powerpoint/2010/main" val="826902024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two charts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131F2B23-E854-4534-AA15-CD05BAEF60A0}"/>
              </a:ext>
            </a:extLst>
          </p:cNvPr>
          <p:cNvSpPr/>
          <p:nvPr userDrawn="1"/>
        </p:nvSpPr>
        <p:spPr>
          <a:xfrm>
            <a:off x="0" y="1728000"/>
            <a:ext cx="9906000" cy="45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AU" noProof="0"/>
          </a:p>
        </p:txBody>
      </p:sp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90633546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698" name="think-cell Slide" r:id="rId4" imgW="270" imgH="270" progId="TCLayout.ActiveDocument.1">
                  <p:embed/>
                </p:oleObj>
              </mc:Choice>
              <mc:Fallback>
                <p:oleObj name="think-cell Slide" r:id="rId4" imgW="270" imgH="270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Picture 3"/>
          <p:cNvPicPr>
            <a:picLocks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5339" cy="109703"/>
          </a:xfrm>
          <a:prstGeom prst="rect">
            <a:avLst/>
          </a:prstGeom>
        </p:spPr>
      </p:pic>
      <p:sp>
        <p:nvSpPr>
          <p:cNvPr id="11" name="Chart 1"/>
          <p:cNvSpPr>
            <a:spLocks noGrp="1"/>
          </p:cNvSpPr>
          <p:nvPr>
            <p:ph sz="quarter" idx="13"/>
          </p:nvPr>
        </p:nvSpPr>
        <p:spPr>
          <a:xfrm>
            <a:off x="540000" y="3356992"/>
            <a:ext cx="4248596" cy="273630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buClrTx/>
              <a:defRPr>
                <a:solidFill>
                  <a:schemeClr val="bg1"/>
                </a:solidFill>
              </a:defRPr>
            </a:lvl2pPr>
            <a:lvl3pPr>
              <a:buClrTx/>
              <a:defRPr>
                <a:solidFill>
                  <a:schemeClr val="bg1"/>
                </a:solidFill>
              </a:defRPr>
            </a:lvl3pPr>
            <a:lvl4pPr>
              <a:buClrTx/>
              <a:defRPr>
                <a:solidFill>
                  <a:schemeClr val="bg1"/>
                </a:solidFill>
              </a:defRPr>
            </a:lvl4pPr>
            <a:lvl5pPr>
              <a:buClrTx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12" name="Chart 2"/>
          <p:cNvSpPr>
            <a:spLocks noGrp="1"/>
          </p:cNvSpPr>
          <p:nvPr>
            <p:ph sz="quarter" idx="14"/>
          </p:nvPr>
        </p:nvSpPr>
        <p:spPr>
          <a:xfrm>
            <a:off x="5117406" y="3355628"/>
            <a:ext cx="4248596" cy="273630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buClrTx/>
              <a:defRPr>
                <a:solidFill>
                  <a:schemeClr val="bg1"/>
                </a:solidFill>
              </a:defRPr>
            </a:lvl2pPr>
            <a:lvl3pPr>
              <a:buClrTx/>
              <a:defRPr>
                <a:solidFill>
                  <a:schemeClr val="bg1"/>
                </a:solidFill>
              </a:defRPr>
            </a:lvl3pPr>
            <a:lvl4pPr>
              <a:buClrTx/>
              <a:defRPr>
                <a:solidFill>
                  <a:schemeClr val="bg1"/>
                </a:solidFill>
              </a:defRPr>
            </a:lvl4pPr>
            <a:lvl5pPr>
              <a:buClrTx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10" name="Text"/>
          <p:cNvSpPr>
            <a:spLocks noGrp="1"/>
          </p:cNvSpPr>
          <p:nvPr>
            <p:ph type="body" sz="quarter" idx="31"/>
          </p:nvPr>
        </p:nvSpPr>
        <p:spPr>
          <a:xfrm>
            <a:off x="540000" y="1916832"/>
            <a:ext cx="8820000" cy="10795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buClrTx/>
              <a:defRPr>
                <a:solidFill>
                  <a:schemeClr val="bg1"/>
                </a:solidFill>
              </a:defRPr>
            </a:lvl2pPr>
            <a:lvl3pPr>
              <a:buClrTx/>
              <a:defRPr>
                <a:solidFill>
                  <a:schemeClr val="bg1"/>
                </a:solidFill>
              </a:defRPr>
            </a:lvl3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8841432" y="6392361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E8856DA-B77A-4A94-8E84-45BF77D9376B}" type="slidenum">
              <a:rPr lang="en-AU" sz="1200" noProof="0" smtClean="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AU" sz="1200" noProof="0">
              <a:solidFill>
                <a:schemeClr val="accent3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5" name="Governing Thought">
            <a:extLst>
              <a:ext uri="{FF2B5EF4-FFF2-40B4-BE49-F238E27FC236}">
                <a16:creationId xmlns:a16="http://schemas.microsoft.com/office/drawing/2014/main" id="{38C58B60-6EB6-4A4E-90F5-ED8E51CF9F2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504000"/>
            <a:ext cx="8820000" cy="504056"/>
          </a:xfrm>
        </p:spPr>
        <p:txBody>
          <a:bodyPr anchor="ctr" anchorCtr="0"/>
          <a:lstStyle>
            <a:lvl1pPr marL="0" marR="0" indent="0" algn="l" defTabSz="914349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/>
            </a:lvl1pPr>
          </a:lstStyle>
          <a:p>
            <a:pPr lvl="0"/>
            <a:r>
              <a:rPr lang="en-AU" noProof="0" dirty="0"/>
              <a:t>Governing thought</a:t>
            </a:r>
          </a:p>
        </p:txBody>
      </p:sp>
      <p:sp>
        <p:nvSpPr>
          <p:cNvPr id="17" name="Tagline">
            <a:extLst>
              <a:ext uri="{FF2B5EF4-FFF2-40B4-BE49-F238E27FC236}">
                <a16:creationId xmlns:a16="http://schemas.microsoft.com/office/drawing/2014/main" id="{4FACF19B-0502-4F6A-9742-61DA3462D7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40000" y="1008000"/>
            <a:ext cx="8820000" cy="504056"/>
          </a:xfrm>
          <a:prstGeom prst="rect">
            <a:avLst/>
          </a:prstGeom>
        </p:spPr>
        <p:txBody>
          <a:bodyPr anchor="t"/>
          <a:lstStyle>
            <a:lvl1pPr>
              <a:lnSpc>
                <a:spcPct val="90000"/>
              </a:lnSpc>
              <a:defRPr sz="1800">
                <a:solidFill>
                  <a:schemeClr val="bg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  <a:lvl5pPr>
              <a:defRPr/>
            </a:lvl5pPr>
          </a:lstStyle>
          <a:p>
            <a:pPr lvl="0"/>
            <a:r>
              <a:rPr lang="en-AU" noProof="0" dirty="0"/>
              <a:t>Sub title</a:t>
            </a:r>
          </a:p>
        </p:txBody>
      </p:sp>
    </p:spTree>
    <p:extLst>
      <p:ext uri="{BB962C8B-B14F-4D97-AF65-F5344CB8AC3E}">
        <p14:creationId xmlns:p14="http://schemas.microsoft.com/office/powerpoint/2010/main" val="3064317865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harts the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5339" cy="109703"/>
          </a:xfrm>
          <a:prstGeom prst="rect">
            <a:avLst/>
          </a:prstGeom>
        </p:spPr>
      </p:pic>
      <p:sp>
        <p:nvSpPr>
          <p:cNvPr id="11" name="Chart 1"/>
          <p:cNvSpPr>
            <a:spLocks noGrp="1"/>
          </p:cNvSpPr>
          <p:nvPr>
            <p:ph sz="quarter" idx="13"/>
          </p:nvPr>
        </p:nvSpPr>
        <p:spPr>
          <a:xfrm>
            <a:off x="540000" y="1916832"/>
            <a:ext cx="4248596" cy="288032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12" name="Chart 2"/>
          <p:cNvSpPr>
            <a:spLocks noGrp="1"/>
          </p:cNvSpPr>
          <p:nvPr>
            <p:ph sz="quarter" idx="14"/>
          </p:nvPr>
        </p:nvSpPr>
        <p:spPr>
          <a:xfrm>
            <a:off x="5117406" y="1915468"/>
            <a:ext cx="4248596" cy="288032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9" name="Text"/>
          <p:cNvSpPr>
            <a:spLocks noGrp="1"/>
          </p:cNvSpPr>
          <p:nvPr>
            <p:ph type="body" sz="quarter" idx="31"/>
          </p:nvPr>
        </p:nvSpPr>
        <p:spPr>
          <a:xfrm>
            <a:off x="540000" y="5085184"/>
            <a:ext cx="8820000" cy="10795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8" name="TextBox 7"/>
          <p:cNvSpPr txBox="1"/>
          <p:nvPr userDrawn="1"/>
        </p:nvSpPr>
        <p:spPr>
          <a:xfrm>
            <a:off x="8841432" y="6392361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E8856DA-B77A-4A94-8E84-45BF77D9376B}" type="slidenum">
              <a:rPr lang="en-AU" sz="1200" noProof="0" smtClean="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AU" sz="1200" noProof="0" dirty="0">
              <a:solidFill>
                <a:schemeClr val="accent3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3" name="Governing Thought">
            <a:extLst>
              <a:ext uri="{FF2B5EF4-FFF2-40B4-BE49-F238E27FC236}">
                <a16:creationId xmlns:a16="http://schemas.microsoft.com/office/drawing/2014/main" id="{FD12A96F-5F70-465A-9AD8-423DBDD2E9F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504000"/>
            <a:ext cx="8820000" cy="504056"/>
          </a:xfrm>
        </p:spPr>
        <p:txBody>
          <a:bodyPr anchor="ctr" anchorCtr="0"/>
          <a:lstStyle>
            <a:lvl1pPr marL="0" marR="0" indent="0" algn="l" defTabSz="914349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/>
            </a:lvl1pPr>
          </a:lstStyle>
          <a:p>
            <a:pPr lvl="0"/>
            <a:r>
              <a:rPr lang="en-AU" noProof="0" dirty="0"/>
              <a:t>Governing thought</a:t>
            </a:r>
          </a:p>
        </p:txBody>
      </p:sp>
      <p:sp>
        <p:nvSpPr>
          <p:cNvPr id="15" name="Tagline">
            <a:extLst>
              <a:ext uri="{FF2B5EF4-FFF2-40B4-BE49-F238E27FC236}">
                <a16:creationId xmlns:a16="http://schemas.microsoft.com/office/drawing/2014/main" id="{5B448D9D-364C-480B-AFE8-0E657B607765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40000" y="1008000"/>
            <a:ext cx="8820000" cy="504056"/>
          </a:xfrm>
          <a:prstGeom prst="rect">
            <a:avLst/>
          </a:prstGeom>
        </p:spPr>
        <p:txBody>
          <a:bodyPr anchor="t"/>
          <a:lstStyle>
            <a:lvl1pPr>
              <a:lnSpc>
                <a:spcPct val="90000"/>
              </a:lnSpc>
              <a:defRPr sz="1800">
                <a:solidFill>
                  <a:schemeClr val="bg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  <a:lvl5pPr>
              <a:defRPr/>
            </a:lvl5pPr>
          </a:lstStyle>
          <a:p>
            <a:pPr lvl="0"/>
            <a:r>
              <a:rPr lang="en-AU" noProof="0" dirty="0"/>
              <a:t>Sub title</a:t>
            </a:r>
          </a:p>
        </p:txBody>
      </p:sp>
    </p:spTree>
    <p:extLst>
      <p:ext uri="{BB962C8B-B14F-4D97-AF65-F5344CB8AC3E}">
        <p14:creationId xmlns:p14="http://schemas.microsoft.com/office/powerpoint/2010/main" val="3083015660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harts then content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84D17BA4-5936-4893-8E82-309C94CFBD51}"/>
              </a:ext>
            </a:extLst>
          </p:cNvPr>
          <p:cNvSpPr/>
          <p:nvPr userDrawn="1"/>
        </p:nvSpPr>
        <p:spPr>
          <a:xfrm>
            <a:off x="0" y="1728000"/>
            <a:ext cx="9906000" cy="4572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AU" noProof="0"/>
          </a:p>
        </p:txBody>
      </p:sp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092856907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22" name="think-cell Slide" r:id="rId4" imgW="270" imgH="270" progId="TCLayout.ActiveDocument.1">
                  <p:embed/>
                </p:oleObj>
              </mc:Choice>
              <mc:Fallback>
                <p:oleObj name="think-cell Slide" r:id="rId4" imgW="270" imgH="270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Picture 3"/>
          <p:cNvPicPr>
            <a:picLocks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5339" cy="109703"/>
          </a:xfrm>
          <a:prstGeom prst="rect">
            <a:avLst/>
          </a:prstGeom>
        </p:spPr>
      </p:pic>
      <p:sp>
        <p:nvSpPr>
          <p:cNvPr id="10" name="TextBox 9"/>
          <p:cNvSpPr txBox="1"/>
          <p:nvPr userDrawn="1"/>
        </p:nvSpPr>
        <p:spPr>
          <a:xfrm>
            <a:off x="8841432" y="6392361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E8856DA-B77A-4A94-8E84-45BF77D9376B}" type="slidenum">
              <a:rPr lang="en-AU" sz="1200" noProof="0" smtClean="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AU" sz="1200" noProof="0">
              <a:solidFill>
                <a:schemeClr val="accent3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5" name="Governing Thought">
            <a:extLst>
              <a:ext uri="{FF2B5EF4-FFF2-40B4-BE49-F238E27FC236}">
                <a16:creationId xmlns:a16="http://schemas.microsoft.com/office/drawing/2014/main" id="{7CD87972-B698-438A-AA9B-78090C65AA0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504000"/>
            <a:ext cx="8820000" cy="504056"/>
          </a:xfrm>
        </p:spPr>
        <p:txBody>
          <a:bodyPr anchor="ctr" anchorCtr="0"/>
          <a:lstStyle>
            <a:lvl1pPr marL="0" marR="0" indent="0" algn="l" defTabSz="914349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/>
            </a:lvl1pPr>
          </a:lstStyle>
          <a:p>
            <a:pPr lvl="0"/>
            <a:r>
              <a:rPr lang="en-AU" noProof="0" dirty="0"/>
              <a:t>Governing thought</a:t>
            </a:r>
          </a:p>
        </p:txBody>
      </p:sp>
      <p:sp>
        <p:nvSpPr>
          <p:cNvPr id="17" name="Tagline">
            <a:extLst>
              <a:ext uri="{FF2B5EF4-FFF2-40B4-BE49-F238E27FC236}">
                <a16:creationId xmlns:a16="http://schemas.microsoft.com/office/drawing/2014/main" id="{A3FFE4AC-8E8E-470A-91DA-F274CB0366F4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40000" y="1008000"/>
            <a:ext cx="8820000" cy="504056"/>
          </a:xfrm>
          <a:prstGeom prst="rect">
            <a:avLst/>
          </a:prstGeom>
        </p:spPr>
        <p:txBody>
          <a:bodyPr anchor="t"/>
          <a:lstStyle>
            <a:lvl1pPr>
              <a:lnSpc>
                <a:spcPct val="90000"/>
              </a:lnSpc>
              <a:defRPr sz="1800">
                <a:solidFill>
                  <a:schemeClr val="bg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  <a:lvl5pPr>
              <a:defRPr/>
            </a:lvl5pPr>
          </a:lstStyle>
          <a:p>
            <a:pPr lvl="0"/>
            <a:r>
              <a:rPr lang="en-AU" noProof="0" dirty="0"/>
              <a:t>Sub title</a:t>
            </a:r>
          </a:p>
        </p:txBody>
      </p:sp>
      <p:sp>
        <p:nvSpPr>
          <p:cNvPr id="19" name="Chart 1">
            <a:extLst>
              <a:ext uri="{FF2B5EF4-FFF2-40B4-BE49-F238E27FC236}">
                <a16:creationId xmlns:a16="http://schemas.microsoft.com/office/drawing/2014/main" id="{D1E425C9-1779-4B0E-B1DE-A8F8DD960D5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0000" y="1916832"/>
            <a:ext cx="4248596" cy="2880320"/>
          </a:xfrm>
        </p:spPr>
        <p:txBody>
          <a:bodyPr/>
          <a:lstStyle>
            <a:lvl2pPr>
              <a:buClrTx/>
              <a:defRPr/>
            </a:lvl2pPr>
            <a:lvl3pPr>
              <a:buClrTx/>
              <a:defRPr/>
            </a:lvl3pPr>
            <a:lvl4pPr>
              <a:buClrTx/>
              <a:defRPr/>
            </a:lvl4pPr>
            <a:lvl5pPr>
              <a:buClrTx/>
              <a:defRPr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20" name="Chart 2">
            <a:extLst>
              <a:ext uri="{FF2B5EF4-FFF2-40B4-BE49-F238E27FC236}">
                <a16:creationId xmlns:a16="http://schemas.microsoft.com/office/drawing/2014/main" id="{973F9612-E969-4D71-83A7-88E26DFBF65D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17406" y="1915468"/>
            <a:ext cx="4248596" cy="2880320"/>
          </a:xfrm>
        </p:spPr>
        <p:txBody>
          <a:bodyPr/>
          <a:lstStyle>
            <a:lvl2pPr>
              <a:buClrTx/>
              <a:defRPr/>
            </a:lvl2pPr>
            <a:lvl3pPr>
              <a:buClrTx/>
              <a:defRPr/>
            </a:lvl3pPr>
            <a:lvl4pPr>
              <a:buClrTx/>
              <a:defRPr/>
            </a:lvl4pPr>
            <a:lvl5pPr>
              <a:buClrTx/>
              <a:defRPr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21" name="Text">
            <a:extLst>
              <a:ext uri="{FF2B5EF4-FFF2-40B4-BE49-F238E27FC236}">
                <a16:creationId xmlns:a16="http://schemas.microsoft.com/office/drawing/2014/main" id="{2CA975DB-909D-425A-95C1-B740E5562AED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40000" y="5085184"/>
            <a:ext cx="8820000" cy="10795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88791115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harts then content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746173F9-56D6-4AAB-80A6-1A8D41D67ABF}"/>
              </a:ext>
            </a:extLst>
          </p:cNvPr>
          <p:cNvSpPr/>
          <p:nvPr userDrawn="1"/>
        </p:nvSpPr>
        <p:spPr>
          <a:xfrm>
            <a:off x="0" y="1728000"/>
            <a:ext cx="9906000" cy="45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AU" noProof="0"/>
          </a:p>
        </p:txBody>
      </p:sp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687870867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46" name="think-cell Slide" r:id="rId4" imgW="270" imgH="270" progId="TCLayout.ActiveDocument.1">
                  <p:embed/>
                </p:oleObj>
              </mc:Choice>
              <mc:Fallback>
                <p:oleObj name="think-cell Slide" r:id="rId4" imgW="270" imgH="270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Picture 3"/>
          <p:cNvPicPr>
            <a:picLocks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5339" cy="109703"/>
          </a:xfrm>
          <a:prstGeom prst="rect">
            <a:avLst/>
          </a:prstGeom>
        </p:spPr>
      </p:pic>
      <p:sp>
        <p:nvSpPr>
          <p:cNvPr id="10" name="TextBox 9"/>
          <p:cNvSpPr txBox="1"/>
          <p:nvPr userDrawn="1"/>
        </p:nvSpPr>
        <p:spPr>
          <a:xfrm>
            <a:off x="8841432" y="6392361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E8856DA-B77A-4A94-8E84-45BF77D9376B}" type="slidenum">
              <a:rPr lang="en-AU" sz="1200" noProof="0" smtClean="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AU" sz="1200" noProof="0">
              <a:solidFill>
                <a:schemeClr val="accent3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5" name="Governing Thought">
            <a:extLst>
              <a:ext uri="{FF2B5EF4-FFF2-40B4-BE49-F238E27FC236}">
                <a16:creationId xmlns:a16="http://schemas.microsoft.com/office/drawing/2014/main" id="{6B010F08-D6B8-4905-9E76-DF42ADE2533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504000"/>
            <a:ext cx="8820000" cy="504056"/>
          </a:xfrm>
        </p:spPr>
        <p:txBody>
          <a:bodyPr anchor="ctr" anchorCtr="0"/>
          <a:lstStyle>
            <a:lvl1pPr marL="0" marR="0" indent="0" algn="l" defTabSz="914349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/>
            </a:lvl1pPr>
          </a:lstStyle>
          <a:p>
            <a:pPr lvl="0"/>
            <a:r>
              <a:rPr lang="en-AU" noProof="0" dirty="0"/>
              <a:t>Governing thought</a:t>
            </a:r>
          </a:p>
        </p:txBody>
      </p:sp>
      <p:sp>
        <p:nvSpPr>
          <p:cNvPr id="17" name="Tagline">
            <a:extLst>
              <a:ext uri="{FF2B5EF4-FFF2-40B4-BE49-F238E27FC236}">
                <a16:creationId xmlns:a16="http://schemas.microsoft.com/office/drawing/2014/main" id="{9FFADA6C-8F71-49F5-866F-4B648DE92F7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40000" y="1008000"/>
            <a:ext cx="8820000" cy="504056"/>
          </a:xfrm>
          <a:prstGeom prst="rect">
            <a:avLst/>
          </a:prstGeom>
        </p:spPr>
        <p:txBody>
          <a:bodyPr anchor="t"/>
          <a:lstStyle>
            <a:lvl1pPr>
              <a:lnSpc>
                <a:spcPct val="90000"/>
              </a:lnSpc>
              <a:defRPr sz="1800">
                <a:solidFill>
                  <a:schemeClr val="bg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  <a:lvl5pPr>
              <a:defRPr/>
            </a:lvl5pPr>
          </a:lstStyle>
          <a:p>
            <a:pPr lvl="0"/>
            <a:r>
              <a:rPr lang="en-AU" noProof="0" dirty="0"/>
              <a:t>Sub title</a:t>
            </a:r>
          </a:p>
        </p:txBody>
      </p:sp>
      <p:sp>
        <p:nvSpPr>
          <p:cNvPr id="19" name="Chart 1">
            <a:extLst>
              <a:ext uri="{FF2B5EF4-FFF2-40B4-BE49-F238E27FC236}">
                <a16:creationId xmlns:a16="http://schemas.microsoft.com/office/drawing/2014/main" id="{52AC3C4A-067C-442B-BE2A-F0775AC7140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0000" y="1916832"/>
            <a:ext cx="4248596" cy="288032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buClrTx/>
              <a:defRPr>
                <a:solidFill>
                  <a:schemeClr val="bg1"/>
                </a:solidFill>
              </a:defRPr>
            </a:lvl2pPr>
            <a:lvl3pPr>
              <a:buClrTx/>
              <a:defRPr>
                <a:solidFill>
                  <a:schemeClr val="bg1"/>
                </a:solidFill>
              </a:defRPr>
            </a:lvl3pPr>
            <a:lvl4pPr>
              <a:buClrTx/>
              <a:defRPr>
                <a:solidFill>
                  <a:schemeClr val="bg1"/>
                </a:solidFill>
              </a:defRPr>
            </a:lvl4pPr>
            <a:lvl5pPr>
              <a:buClrTx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20" name="Chart 2">
            <a:extLst>
              <a:ext uri="{FF2B5EF4-FFF2-40B4-BE49-F238E27FC236}">
                <a16:creationId xmlns:a16="http://schemas.microsoft.com/office/drawing/2014/main" id="{D039F133-E877-497A-A58D-05743631AC0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17406" y="1915468"/>
            <a:ext cx="4248596" cy="288032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buClrTx/>
              <a:defRPr>
                <a:solidFill>
                  <a:schemeClr val="bg1"/>
                </a:solidFill>
              </a:defRPr>
            </a:lvl2pPr>
            <a:lvl3pPr>
              <a:buClrTx/>
              <a:defRPr>
                <a:solidFill>
                  <a:schemeClr val="bg1"/>
                </a:solidFill>
              </a:defRPr>
            </a:lvl3pPr>
            <a:lvl4pPr>
              <a:buClrTx/>
              <a:defRPr>
                <a:solidFill>
                  <a:schemeClr val="bg1"/>
                </a:solidFill>
              </a:defRPr>
            </a:lvl4pPr>
            <a:lvl5pPr>
              <a:buClrTx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21" name="Text">
            <a:extLst>
              <a:ext uri="{FF2B5EF4-FFF2-40B4-BE49-F238E27FC236}">
                <a16:creationId xmlns:a16="http://schemas.microsoft.com/office/drawing/2014/main" id="{BF57B9D4-3FDF-4C59-A0B6-F5A22DA574E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40000" y="5085184"/>
            <a:ext cx="8820000" cy="10795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089512276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 icon panel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44A5B302-7EA9-4F59-B7EB-275E23AD8507}"/>
              </a:ext>
            </a:extLst>
          </p:cNvPr>
          <p:cNvSpPr/>
          <p:nvPr userDrawn="1"/>
        </p:nvSpPr>
        <p:spPr>
          <a:xfrm>
            <a:off x="0" y="1728000"/>
            <a:ext cx="9906000" cy="4572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AU" noProof="0"/>
          </a:p>
        </p:txBody>
      </p:sp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880853083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70" name="think-cell Slide" r:id="rId4" imgW="270" imgH="270" progId="TCLayout.ActiveDocument.1">
                  <p:embed/>
                </p:oleObj>
              </mc:Choice>
              <mc:Fallback>
                <p:oleObj name="think-cell Slide" r:id="rId4" imgW="270" imgH="270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Picture 4"/>
          <p:cNvPicPr>
            <a:picLocks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5339" cy="109703"/>
          </a:xfrm>
          <a:prstGeom prst="rect">
            <a:avLst/>
          </a:prstGeom>
        </p:spPr>
      </p:pic>
      <p:sp>
        <p:nvSpPr>
          <p:cNvPr id="21" name="Picture Placeholder 20"/>
          <p:cNvSpPr>
            <a:spLocks noGrp="1" noChangeAspect="1"/>
          </p:cNvSpPr>
          <p:nvPr>
            <p:ph type="pic" sz="quarter" idx="10" hasCustomPrompt="1"/>
          </p:nvPr>
        </p:nvSpPr>
        <p:spPr>
          <a:xfrm>
            <a:off x="1223793" y="3356992"/>
            <a:ext cx="540000" cy="540000"/>
          </a:xfrm>
        </p:spPr>
        <p:txBody>
          <a:bodyPr/>
          <a:lstStyle>
            <a:lvl1pPr algn="ctr">
              <a:defRPr sz="1000" b="0" baseline="0"/>
            </a:lvl1pPr>
          </a:lstStyle>
          <a:p>
            <a:r>
              <a:rPr lang="en-AU" noProof="0" dirty="0"/>
              <a:t>Icon</a:t>
            </a:r>
          </a:p>
        </p:txBody>
      </p:sp>
      <p:sp>
        <p:nvSpPr>
          <p:cNvPr id="22" name="Text Placeholder 32"/>
          <p:cNvSpPr>
            <a:spLocks noGrp="1"/>
          </p:cNvSpPr>
          <p:nvPr>
            <p:ph type="body" sz="quarter" idx="19" hasCustomPrompt="1"/>
          </p:nvPr>
        </p:nvSpPr>
        <p:spPr>
          <a:xfrm>
            <a:off x="776536" y="4154986"/>
            <a:ext cx="1434514" cy="276985"/>
          </a:xfrm>
        </p:spPr>
        <p:txBody>
          <a:bodyPr>
            <a:spAutoFit/>
          </a:bodyPr>
          <a:lstStyle>
            <a:lvl1pPr algn="ctr">
              <a:defRPr sz="1200" b="1">
                <a:solidFill>
                  <a:schemeClr val="accent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AU" noProof="0" dirty="0"/>
              <a:t>CONTENT</a:t>
            </a:r>
          </a:p>
        </p:txBody>
      </p:sp>
      <p:sp>
        <p:nvSpPr>
          <p:cNvPr id="25" name="Picture Placeholder 20"/>
          <p:cNvSpPr>
            <a:spLocks noGrp="1" noChangeAspect="1"/>
          </p:cNvSpPr>
          <p:nvPr>
            <p:ph type="pic" sz="quarter" idx="20" hasCustomPrompt="1"/>
          </p:nvPr>
        </p:nvSpPr>
        <p:spPr>
          <a:xfrm>
            <a:off x="3498642" y="3356992"/>
            <a:ext cx="540000" cy="540000"/>
          </a:xfrm>
        </p:spPr>
        <p:txBody>
          <a:bodyPr/>
          <a:lstStyle>
            <a:lvl1pPr algn="ctr">
              <a:defRPr sz="1000" b="0" baseline="0"/>
            </a:lvl1pPr>
          </a:lstStyle>
          <a:p>
            <a:r>
              <a:rPr lang="en-AU" noProof="0"/>
              <a:t>Icon</a:t>
            </a:r>
          </a:p>
        </p:txBody>
      </p:sp>
      <p:sp>
        <p:nvSpPr>
          <p:cNvPr id="26" name="Text Placeholder 32"/>
          <p:cNvSpPr>
            <a:spLocks noGrp="1"/>
          </p:cNvSpPr>
          <p:nvPr>
            <p:ph type="body" sz="quarter" idx="21" hasCustomPrompt="1"/>
          </p:nvPr>
        </p:nvSpPr>
        <p:spPr>
          <a:xfrm>
            <a:off x="3051385" y="4154986"/>
            <a:ext cx="1434514" cy="276985"/>
          </a:xfrm>
        </p:spPr>
        <p:txBody>
          <a:bodyPr>
            <a:spAutoFit/>
          </a:bodyPr>
          <a:lstStyle>
            <a:lvl1pPr algn="ctr">
              <a:defRPr sz="1200" b="1">
                <a:solidFill>
                  <a:schemeClr val="accent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AU" noProof="0" dirty="0"/>
              <a:t>CONTENT</a:t>
            </a:r>
          </a:p>
        </p:txBody>
      </p:sp>
      <p:sp>
        <p:nvSpPr>
          <p:cNvPr id="27" name="Picture Placeholder 20"/>
          <p:cNvSpPr>
            <a:spLocks noGrp="1" noChangeAspect="1"/>
          </p:cNvSpPr>
          <p:nvPr>
            <p:ph type="pic" sz="quarter" idx="22" hasCustomPrompt="1"/>
          </p:nvPr>
        </p:nvSpPr>
        <p:spPr>
          <a:xfrm>
            <a:off x="5773491" y="3356992"/>
            <a:ext cx="540000" cy="540000"/>
          </a:xfrm>
        </p:spPr>
        <p:txBody>
          <a:bodyPr/>
          <a:lstStyle>
            <a:lvl1pPr algn="ctr">
              <a:defRPr sz="1000" b="0" baseline="0"/>
            </a:lvl1pPr>
          </a:lstStyle>
          <a:p>
            <a:r>
              <a:rPr lang="en-AU" noProof="0"/>
              <a:t>Icon</a:t>
            </a:r>
          </a:p>
        </p:txBody>
      </p:sp>
      <p:sp>
        <p:nvSpPr>
          <p:cNvPr id="28" name="Text Placeholder 32"/>
          <p:cNvSpPr>
            <a:spLocks noGrp="1"/>
          </p:cNvSpPr>
          <p:nvPr>
            <p:ph type="body" sz="quarter" idx="23" hasCustomPrompt="1"/>
          </p:nvPr>
        </p:nvSpPr>
        <p:spPr>
          <a:xfrm>
            <a:off x="5326234" y="4154986"/>
            <a:ext cx="1434514" cy="276985"/>
          </a:xfrm>
        </p:spPr>
        <p:txBody>
          <a:bodyPr>
            <a:spAutoFit/>
          </a:bodyPr>
          <a:lstStyle>
            <a:lvl1pPr algn="ctr">
              <a:defRPr sz="1200" b="1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AU" noProof="0" dirty="0"/>
              <a:t>CONTENT</a:t>
            </a:r>
          </a:p>
        </p:txBody>
      </p:sp>
      <p:sp>
        <p:nvSpPr>
          <p:cNvPr id="30" name="Picture Placeholder 20"/>
          <p:cNvSpPr>
            <a:spLocks noGrp="1" noChangeAspect="1"/>
          </p:cNvSpPr>
          <p:nvPr>
            <p:ph type="pic" sz="quarter" idx="31" hasCustomPrompt="1"/>
          </p:nvPr>
        </p:nvSpPr>
        <p:spPr>
          <a:xfrm>
            <a:off x="8048340" y="3356992"/>
            <a:ext cx="540000" cy="540000"/>
          </a:xfrm>
        </p:spPr>
        <p:txBody>
          <a:bodyPr/>
          <a:lstStyle>
            <a:lvl1pPr algn="ctr">
              <a:defRPr sz="1000" b="0" baseline="0"/>
            </a:lvl1pPr>
          </a:lstStyle>
          <a:p>
            <a:r>
              <a:rPr lang="en-AU" noProof="0"/>
              <a:t>Icon</a:t>
            </a:r>
          </a:p>
        </p:txBody>
      </p:sp>
      <p:sp>
        <p:nvSpPr>
          <p:cNvPr id="31" name="Text Placeholder 32"/>
          <p:cNvSpPr>
            <a:spLocks noGrp="1"/>
          </p:cNvSpPr>
          <p:nvPr>
            <p:ph type="body" sz="quarter" idx="32" hasCustomPrompt="1"/>
          </p:nvPr>
        </p:nvSpPr>
        <p:spPr>
          <a:xfrm>
            <a:off x="7601083" y="4154986"/>
            <a:ext cx="1434514" cy="276985"/>
          </a:xfrm>
        </p:spPr>
        <p:txBody>
          <a:bodyPr>
            <a:spAutoFit/>
          </a:bodyPr>
          <a:lstStyle>
            <a:lvl1pPr algn="ctr">
              <a:defRPr sz="1200" b="1">
                <a:solidFill>
                  <a:schemeClr val="accent6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AU" noProof="0" dirty="0"/>
              <a:t>CONTENT</a:t>
            </a:r>
          </a:p>
        </p:txBody>
      </p:sp>
      <p:sp>
        <p:nvSpPr>
          <p:cNvPr id="15" name="TextBox 14"/>
          <p:cNvSpPr txBox="1"/>
          <p:nvPr userDrawn="1"/>
        </p:nvSpPr>
        <p:spPr>
          <a:xfrm>
            <a:off x="8841432" y="6392361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E8856DA-B77A-4A94-8E84-45BF77D9376B}" type="slidenum">
              <a:rPr lang="en-AU" sz="1200" noProof="0" smtClean="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AU" sz="1200" noProof="0" dirty="0">
              <a:solidFill>
                <a:schemeClr val="accent3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8E3E784B-A5AF-47EB-8B3C-35C787B69F9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504000"/>
            <a:ext cx="8820000" cy="504056"/>
          </a:xfrm>
        </p:spPr>
        <p:txBody>
          <a:bodyPr anchor="ctr" anchorCtr="0"/>
          <a:lstStyle>
            <a:lvl1pPr marL="0" marR="0" indent="0" algn="l" defTabSz="914349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/>
            </a:lvl1pPr>
          </a:lstStyle>
          <a:p>
            <a:pPr lvl="0"/>
            <a:r>
              <a:rPr lang="en-AU" noProof="0" dirty="0"/>
              <a:t>Governing thought</a:t>
            </a:r>
          </a:p>
        </p:txBody>
      </p:sp>
      <p:sp>
        <p:nvSpPr>
          <p:cNvPr id="20" name="Text Placeholder 10">
            <a:extLst>
              <a:ext uri="{FF2B5EF4-FFF2-40B4-BE49-F238E27FC236}">
                <a16:creationId xmlns:a16="http://schemas.microsoft.com/office/drawing/2014/main" id="{50C3F918-7B06-43E6-8C4F-B45521A501D2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40000" y="1008000"/>
            <a:ext cx="8820000" cy="504056"/>
          </a:xfrm>
          <a:prstGeom prst="rect">
            <a:avLst/>
          </a:prstGeom>
        </p:spPr>
        <p:txBody>
          <a:bodyPr anchor="t"/>
          <a:lstStyle>
            <a:lvl1pPr>
              <a:lnSpc>
                <a:spcPct val="90000"/>
              </a:lnSpc>
              <a:defRPr sz="1800">
                <a:solidFill>
                  <a:schemeClr val="bg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  <a:lvl5pPr>
              <a:defRPr/>
            </a:lvl5pPr>
          </a:lstStyle>
          <a:p>
            <a:pPr lvl="0"/>
            <a:r>
              <a:rPr lang="en-AU" noProof="0" dirty="0"/>
              <a:t>Sub title</a:t>
            </a:r>
          </a:p>
        </p:txBody>
      </p:sp>
    </p:spTree>
    <p:extLst>
      <p:ext uri="{BB962C8B-B14F-4D97-AF65-F5344CB8AC3E}">
        <p14:creationId xmlns:p14="http://schemas.microsoft.com/office/powerpoint/2010/main" val="2246208980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 icon panel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477480361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794" name="think-cell Slide" r:id="rId4" imgW="270" imgH="270" progId="TCLayout.ActiveDocument.1">
                  <p:embed/>
                </p:oleObj>
              </mc:Choice>
              <mc:Fallback>
                <p:oleObj name="think-cell Slide" r:id="rId4" imgW="270" imgH="270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Picture 4"/>
          <p:cNvPicPr>
            <a:picLocks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5339" cy="109703"/>
          </a:xfrm>
          <a:prstGeom prst="rect">
            <a:avLst/>
          </a:prstGeom>
        </p:spPr>
      </p:pic>
      <p:sp>
        <p:nvSpPr>
          <p:cNvPr id="15" name="TextBox 14"/>
          <p:cNvSpPr txBox="1"/>
          <p:nvPr userDrawn="1"/>
        </p:nvSpPr>
        <p:spPr>
          <a:xfrm>
            <a:off x="8841432" y="6392361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E8856DA-B77A-4A94-8E84-45BF77D9376B}" type="slidenum">
              <a:rPr lang="en-AU" sz="1200" noProof="0" smtClean="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AU" sz="1200" noProof="0" dirty="0">
              <a:solidFill>
                <a:schemeClr val="accent3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C0D88815-3A15-4E37-81D8-2952143FD0C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504000"/>
            <a:ext cx="8820000" cy="504056"/>
          </a:xfrm>
        </p:spPr>
        <p:txBody>
          <a:bodyPr anchor="ctr" anchorCtr="0"/>
          <a:lstStyle>
            <a:lvl1pPr marL="0" marR="0" indent="0" algn="l" defTabSz="914349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/>
            </a:lvl1pPr>
          </a:lstStyle>
          <a:p>
            <a:pPr lvl="0"/>
            <a:r>
              <a:rPr lang="en-AU" noProof="0" dirty="0"/>
              <a:t>Governing thought</a:t>
            </a:r>
          </a:p>
        </p:txBody>
      </p:sp>
      <p:sp>
        <p:nvSpPr>
          <p:cNvPr id="20" name="Text Placeholder 10">
            <a:extLst>
              <a:ext uri="{FF2B5EF4-FFF2-40B4-BE49-F238E27FC236}">
                <a16:creationId xmlns:a16="http://schemas.microsoft.com/office/drawing/2014/main" id="{050E46B6-0A76-4E5A-8F25-676FA8C42E3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40000" y="1008000"/>
            <a:ext cx="8820000" cy="504056"/>
          </a:xfrm>
          <a:prstGeom prst="rect">
            <a:avLst/>
          </a:prstGeom>
        </p:spPr>
        <p:txBody>
          <a:bodyPr anchor="t"/>
          <a:lstStyle>
            <a:lvl1pPr>
              <a:lnSpc>
                <a:spcPct val="90000"/>
              </a:lnSpc>
              <a:defRPr sz="1800">
                <a:solidFill>
                  <a:schemeClr val="bg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  <a:lvl5pPr>
              <a:defRPr/>
            </a:lvl5pPr>
          </a:lstStyle>
          <a:p>
            <a:pPr lvl="0"/>
            <a:r>
              <a:rPr lang="en-AU" noProof="0" dirty="0"/>
              <a:t>Sub title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6B10377-A2C4-4C9F-874F-20F1A5329928}"/>
              </a:ext>
            </a:extLst>
          </p:cNvPr>
          <p:cNvSpPr/>
          <p:nvPr userDrawn="1"/>
        </p:nvSpPr>
        <p:spPr>
          <a:xfrm>
            <a:off x="0" y="1728000"/>
            <a:ext cx="9906000" cy="45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AU" noProof="0"/>
          </a:p>
        </p:txBody>
      </p:sp>
      <p:sp>
        <p:nvSpPr>
          <p:cNvPr id="24" name="Picture Placeholder 20">
            <a:extLst>
              <a:ext uri="{FF2B5EF4-FFF2-40B4-BE49-F238E27FC236}">
                <a16:creationId xmlns:a16="http://schemas.microsoft.com/office/drawing/2014/main" id="{84B266B7-C8E5-44B9-81DF-B93391053F9D}"/>
              </a:ext>
            </a:extLst>
          </p:cNvPr>
          <p:cNvSpPr>
            <a:spLocks noGrp="1" noChangeAspect="1"/>
          </p:cNvSpPr>
          <p:nvPr>
            <p:ph type="pic" sz="quarter" idx="10" hasCustomPrompt="1"/>
          </p:nvPr>
        </p:nvSpPr>
        <p:spPr>
          <a:xfrm>
            <a:off x="1223793" y="3356992"/>
            <a:ext cx="540000" cy="540000"/>
          </a:xfrm>
        </p:spPr>
        <p:txBody>
          <a:bodyPr/>
          <a:lstStyle>
            <a:lvl1pPr algn="ctr">
              <a:defRPr sz="1000" b="0" baseline="0">
                <a:solidFill>
                  <a:schemeClr val="bg1"/>
                </a:solidFill>
              </a:defRPr>
            </a:lvl1pPr>
          </a:lstStyle>
          <a:p>
            <a:r>
              <a:rPr lang="en-AU" noProof="0" dirty="0"/>
              <a:t>Icon</a:t>
            </a:r>
          </a:p>
        </p:txBody>
      </p:sp>
      <p:sp>
        <p:nvSpPr>
          <p:cNvPr id="29" name="Text Placeholder 32">
            <a:extLst>
              <a:ext uri="{FF2B5EF4-FFF2-40B4-BE49-F238E27FC236}">
                <a16:creationId xmlns:a16="http://schemas.microsoft.com/office/drawing/2014/main" id="{BB4EB60C-3BFC-4EB9-9940-2969FCCE24E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76536" y="4154986"/>
            <a:ext cx="1434514" cy="276985"/>
          </a:xfrm>
        </p:spPr>
        <p:txBody>
          <a:bodyPr>
            <a:spAutoFit/>
          </a:bodyPr>
          <a:lstStyle>
            <a:lvl1pPr algn="ctr">
              <a:defRPr sz="1200" b="1">
                <a:solidFill>
                  <a:schemeClr val="accent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AU" noProof="0" dirty="0"/>
              <a:t>CONTENT</a:t>
            </a:r>
          </a:p>
        </p:txBody>
      </p:sp>
      <p:sp>
        <p:nvSpPr>
          <p:cNvPr id="32" name="Picture Placeholder 20">
            <a:extLst>
              <a:ext uri="{FF2B5EF4-FFF2-40B4-BE49-F238E27FC236}">
                <a16:creationId xmlns:a16="http://schemas.microsoft.com/office/drawing/2014/main" id="{8731DDFB-791F-4DDC-98EC-AC1EBB6EDDE2}"/>
              </a:ext>
            </a:extLst>
          </p:cNvPr>
          <p:cNvSpPr>
            <a:spLocks noGrp="1" noChangeAspect="1"/>
          </p:cNvSpPr>
          <p:nvPr>
            <p:ph type="pic" sz="quarter" idx="20" hasCustomPrompt="1"/>
          </p:nvPr>
        </p:nvSpPr>
        <p:spPr>
          <a:xfrm>
            <a:off x="3498642" y="3356992"/>
            <a:ext cx="540000" cy="540000"/>
          </a:xfrm>
        </p:spPr>
        <p:txBody>
          <a:bodyPr/>
          <a:lstStyle>
            <a:lvl1pPr algn="ctr">
              <a:defRPr sz="1000" b="0" baseline="0">
                <a:solidFill>
                  <a:schemeClr val="bg1"/>
                </a:solidFill>
              </a:defRPr>
            </a:lvl1pPr>
          </a:lstStyle>
          <a:p>
            <a:r>
              <a:rPr lang="en-AU" noProof="0"/>
              <a:t>Icon</a:t>
            </a:r>
          </a:p>
        </p:txBody>
      </p:sp>
      <p:sp>
        <p:nvSpPr>
          <p:cNvPr id="33" name="Text Placeholder 32">
            <a:extLst>
              <a:ext uri="{FF2B5EF4-FFF2-40B4-BE49-F238E27FC236}">
                <a16:creationId xmlns:a16="http://schemas.microsoft.com/office/drawing/2014/main" id="{64E1AC42-6F3B-4595-A932-22FE51A6B85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051385" y="4154986"/>
            <a:ext cx="1434514" cy="276985"/>
          </a:xfrm>
        </p:spPr>
        <p:txBody>
          <a:bodyPr>
            <a:spAutoFit/>
          </a:bodyPr>
          <a:lstStyle>
            <a:lvl1pPr algn="ctr">
              <a:defRPr sz="1200" b="1">
                <a:solidFill>
                  <a:schemeClr val="accent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AU" noProof="0" dirty="0"/>
              <a:t>CONTENT</a:t>
            </a:r>
          </a:p>
        </p:txBody>
      </p:sp>
      <p:sp>
        <p:nvSpPr>
          <p:cNvPr id="34" name="Picture Placeholder 20">
            <a:extLst>
              <a:ext uri="{FF2B5EF4-FFF2-40B4-BE49-F238E27FC236}">
                <a16:creationId xmlns:a16="http://schemas.microsoft.com/office/drawing/2014/main" id="{2C7AAEED-82FF-4E7C-BFAE-6D89BAA22ABE}"/>
              </a:ext>
            </a:extLst>
          </p:cNvPr>
          <p:cNvSpPr>
            <a:spLocks noGrp="1" noChangeAspect="1"/>
          </p:cNvSpPr>
          <p:nvPr>
            <p:ph type="pic" sz="quarter" idx="22" hasCustomPrompt="1"/>
          </p:nvPr>
        </p:nvSpPr>
        <p:spPr>
          <a:xfrm>
            <a:off x="5773491" y="3356992"/>
            <a:ext cx="540000" cy="540000"/>
          </a:xfrm>
        </p:spPr>
        <p:txBody>
          <a:bodyPr/>
          <a:lstStyle>
            <a:lvl1pPr algn="ctr">
              <a:defRPr sz="1000" b="0" baseline="0">
                <a:solidFill>
                  <a:schemeClr val="bg1"/>
                </a:solidFill>
              </a:defRPr>
            </a:lvl1pPr>
          </a:lstStyle>
          <a:p>
            <a:r>
              <a:rPr lang="en-AU" noProof="0"/>
              <a:t>Icon</a:t>
            </a:r>
          </a:p>
        </p:txBody>
      </p:sp>
      <p:sp>
        <p:nvSpPr>
          <p:cNvPr id="35" name="Text Placeholder 32">
            <a:extLst>
              <a:ext uri="{FF2B5EF4-FFF2-40B4-BE49-F238E27FC236}">
                <a16:creationId xmlns:a16="http://schemas.microsoft.com/office/drawing/2014/main" id="{B0BCB05E-988B-4741-A221-A8D68F356C4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326234" y="4154986"/>
            <a:ext cx="1434514" cy="276985"/>
          </a:xfrm>
        </p:spPr>
        <p:txBody>
          <a:bodyPr>
            <a:spAutoFit/>
          </a:bodyPr>
          <a:lstStyle>
            <a:lvl1pPr algn="ctr">
              <a:defRPr sz="1200" b="1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AU" noProof="0" dirty="0"/>
              <a:t>CONTENT</a:t>
            </a:r>
          </a:p>
        </p:txBody>
      </p:sp>
      <p:sp>
        <p:nvSpPr>
          <p:cNvPr id="36" name="Picture Placeholder 20">
            <a:extLst>
              <a:ext uri="{FF2B5EF4-FFF2-40B4-BE49-F238E27FC236}">
                <a16:creationId xmlns:a16="http://schemas.microsoft.com/office/drawing/2014/main" id="{3CC657C0-767D-49A2-BAE2-7C9760AF5F85}"/>
              </a:ext>
            </a:extLst>
          </p:cNvPr>
          <p:cNvSpPr>
            <a:spLocks noGrp="1" noChangeAspect="1"/>
          </p:cNvSpPr>
          <p:nvPr>
            <p:ph type="pic" sz="quarter" idx="31" hasCustomPrompt="1"/>
          </p:nvPr>
        </p:nvSpPr>
        <p:spPr>
          <a:xfrm>
            <a:off x="8048340" y="3356992"/>
            <a:ext cx="540000" cy="540000"/>
          </a:xfrm>
        </p:spPr>
        <p:txBody>
          <a:bodyPr/>
          <a:lstStyle>
            <a:lvl1pPr algn="ctr">
              <a:defRPr sz="1000" b="0" baseline="0">
                <a:solidFill>
                  <a:schemeClr val="bg1"/>
                </a:solidFill>
              </a:defRPr>
            </a:lvl1pPr>
          </a:lstStyle>
          <a:p>
            <a:r>
              <a:rPr lang="en-AU" noProof="0"/>
              <a:t>Icon</a:t>
            </a:r>
          </a:p>
        </p:txBody>
      </p:sp>
      <p:sp>
        <p:nvSpPr>
          <p:cNvPr id="37" name="Text Placeholder 32">
            <a:extLst>
              <a:ext uri="{FF2B5EF4-FFF2-40B4-BE49-F238E27FC236}">
                <a16:creationId xmlns:a16="http://schemas.microsoft.com/office/drawing/2014/main" id="{D6BC1127-1DDA-4942-862C-5F9C179559D3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601083" y="4154986"/>
            <a:ext cx="1434514" cy="276985"/>
          </a:xfrm>
        </p:spPr>
        <p:txBody>
          <a:bodyPr>
            <a:spAutoFit/>
          </a:bodyPr>
          <a:lstStyle>
            <a:lvl1pPr algn="ctr">
              <a:defRPr sz="1200" b="1">
                <a:solidFill>
                  <a:schemeClr val="accent6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AU" noProof="0" dirty="0"/>
              <a:t>CONTENT</a:t>
            </a:r>
          </a:p>
        </p:txBody>
      </p:sp>
    </p:spTree>
    <p:extLst>
      <p:ext uri="{BB962C8B-B14F-4D97-AF65-F5344CB8AC3E}">
        <p14:creationId xmlns:p14="http://schemas.microsoft.com/office/powerpoint/2010/main" val="1946744956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with icons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679FA6F4-A25A-423A-A8CC-458D821DA987}"/>
              </a:ext>
            </a:extLst>
          </p:cNvPr>
          <p:cNvSpPr/>
          <p:nvPr userDrawn="1"/>
        </p:nvSpPr>
        <p:spPr>
          <a:xfrm>
            <a:off x="0" y="1728000"/>
            <a:ext cx="9906000" cy="45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AU" noProof="0"/>
          </a:p>
        </p:txBody>
      </p:sp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008440714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18" name="think-cell Slide" r:id="rId4" imgW="270" imgH="270" progId="TCLayout.ActiveDocument.1">
                  <p:embed/>
                </p:oleObj>
              </mc:Choice>
              <mc:Fallback>
                <p:oleObj name="think-cell Slide" r:id="rId4" imgW="270" imgH="270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0" name="Picture 19"/>
          <p:cNvPicPr>
            <a:picLocks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5339" cy="109703"/>
          </a:xfrm>
          <a:prstGeom prst="rect">
            <a:avLst/>
          </a:prstGeom>
        </p:spPr>
      </p:pic>
      <p:sp>
        <p:nvSpPr>
          <p:cNvPr id="13" name="Text Placeholder 12"/>
          <p:cNvSpPr>
            <a:spLocks noGrp="1"/>
          </p:cNvSpPr>
          <p:nvPr>
            <p:ph type="body" sz="quarter" idx="12" hasCustomPrompt="1"/>
          </p:nvPr>
        </p:nvSpPr>
        <p:spPr>
          <a:xfrm>
            <a:off x="1296000" y="2407324"/>
            <a:ext cx="3503144" cy="576064"/>
          </a:xfrm>
          <a:prstGeom prst="rect">
            <a:avLst/>
          </a:prstGeom>
          <a:noFill/>
          <a:ln>
            <a:noFill/>
          </a:ln>
        </p:spPr>
        <p:txBody>
          <a:bodyPr lIns="0" tIns="72000" rIns="0" bIns="72000" anchor="ctr"/>
          <a:lstStyle>
            <a:lvl1pPr algn="l">
              <a:defRPr sz="1600">
                <a:solidFill>
                  <a:schemeClr val="accent2"/>
                </a:solidFill>
                <a:latin typeface="Segoe UI Semibold" panose="020B0702040204020203" pitchFamily="34" charset="0"/>
              </a:defRPr>
            </a:lvl1pPr>
          </a:lstStyle>
          <a:p>
            <a:pPr lvl="0"/>
            <a:r>
              <a:rPr lang="en-AU" noProof="0" dirty="0"/>
              <a:t>TITLE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4"/>
          </p:nvPr>
        </p:nvSpPr>
        <p:spPr>
          <a:xfrm>
            <a:off x="539999" y="3127404"/>
            <a:ext cx="4248000" cy="2303999"/>
          </a:xfrm>
          <a:prstGeom prst="rect">
            <a:avLst/>
          </a:prstGeom>
        </p:spPr>
        <p:txBody>
          <a:bodyPr/>
          <a:lstStyle>
            <a:lvl1pPr>
              <a:lnSpc>
                <a:spcPts val="1400"/>
              </a:lnSpc>
              <a:defRPr sz="1200">
                <a:solidFill>
                  <a:schemeClr val="bg1"/>
                </a:solidFill>
              </a:defRPr>
            </a:lvl1pPr>
            <a:lvl2pPr>
              <a:buClrTx/>
              <a:defRPr sz="1200">
                <a:solidFill>
                  <a:schemeClr val="bg1"/>
                </a:solidFill>
              </a:defRPr>
            </a:lvl2pPr>
            <a:lvl3pPr>
              <a:buClrTx/>
              <a:defRPr sz="1200">
                <a:solidFill>
                  <a:schemeClr val="bg1"/>
                </a:solidFill>
              </a:defRPr>
            </a:lvl3pPr>
            <a:lvl4pPr>
              <a:buClrTx/>
              <a:defRPr sz="1200">
                <a:solidFill>
                  <a:schemeClr val="bg1"/>
                </a:solidFill>
              </a:defRPr>
            </a:lvl4pPr>
            <a:lvl5pPr>
              <a:buClrTx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19" name="Picture Placeholder 18"/>
          <p:cNvSpPr>
            <a:spLocks noGrp="1"/>
          </p:cNvSpPr>
          <p:nvPr>
            <p:ph type="pic" sz="quarter" idx="16" hasCustomPrompt="1"/>
          </p:nvPr>
        </p:nvSpPr>
        <p:spPr>
          <a:xfrm>
            <a:off x="540000" y="2407324"/>
            <a:ext cx="540000" cy="540000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AU" noProof="0" dirty="0"/>
              <a:t>Icon</a:t>
            </a:r>
          </a:p>
        </p:txBody>
      </p:sp>
      <p:sp>
        <p:nvSpPr>
          <p:cNvPr id="14" name="TextBox 13"/>
          <p:cNvSpPr txBox="1"/>
          <p:nvPr userDrawn="1"/>
        </p:nvSpPr>
        <p:spPr>
          <a:xfrm>
            <a:off x="8841432" y="6392361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E8856DA-B77A-4A94-8E84-45BF77D9376B}" type="slidenum">
              <a:rPr lang="en-AU" sz="1200" noProof="0" smtClean="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AU" sz="1200" noProof="0">
              <a:solidFill>
                <a:schemeClr val="accent3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BA67FB26-43B3-4024-9647-3543C0CA3B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504000"/>
            <a:ext cx="8820000" cy="504056"/>
          </a:xfrm>
        </p:spPr>
        <p:txBody>
          <a:bodyPr anchor="ctr" anchorCtr="0"/>
          <a:lstStyle>
            <a:lvl1pPr marL="0" marR="0" indent="0" algn="l" defTabSz="914349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/>
            </a:lvl1pPr>
          </a:lstStyle>
          <a:p>
            <a:pPr lvl="0"/>
            <a:r>
              <a:rPr lang="en-AU" noProof="0" dirty="0"/>
              <a:t>Governing thought</a:t>
            </a:r>
          </a:p>
        </p:txBody>
      </p:sp>
      <p:sp>
        <p:nvSpPr>
          <p:cNvPr id="22" name="Text Placeholder 10">
            <a:extLst>
              <a:ext uri="{FF2B5EF4-FFF2-40B4-BE49-F238E27FC236}">
                <a16:creationId xmlns:a16="http://schemas.microsoft.com/office/drawing/2014/main" id="{9957BFF4-0EEE-4EAE-B1F0-8AC871F79A00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40000" y="1008000"/>
            <a:ext cx="8820000" cy="504056"/>
          </a:xfrm>
          <a:prstGeom prst="rect">
            <a:avLst/>
          </a:prstGeom>
        </p:spPr>
        <p:txBody>
          <a:bodyPr anchor="t"/>
          <a:lstStyle>
            <a:lvl1pPr>
              <a:lnSpc>
                <a:spcPct val="90000"/>
              </a:lnSpc>
              <a:defRPr sz="1800">
                <a:solidFill>
                  <a:schemeClr val="bg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  <a:lvl5pPr>
              <a:defRPr/>
            </a:lvl5pPr>
          </a:lstStyle>
          <a:p>
            <a:pPr lvl="0"/>
            <a:r>
              <a:rPr lang="en-AU" noProof="0" dirty="0"/>
              <a:t>Sub title</a:t>
            </a:r>
          </a:p>
        </p:txBody>
      </p:sp>
      <p:sp>
        <p:nvSpPr>
          <p:cNvPr id="27" name="Text Placeholder 12">
            <a:extLst>
              <a:ext uri="{FF2B5EF4-FFF2-40B4-BE49-F238E27FC236}">
                <a16:creationId xmlns:a16="http://schemas.microsoft.com/office/drawing/2014/main" id="{6B15A176-D340-4BC9-8E40-46C708C8DD55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862859" y="2407324"/>
            <a:ext cx="3503144" cy="576064"/>
          </a:xfrm>
          <a:prstGeom prst="rect">
            <a:avLst/>
          </a:prstGeom>
          <a:noFill/>
          <a:ln>
            <a:noFill/>
          </a:ln>
        </p:spPr>
        <p:txBody>
          <a:bodyPr lIns="0" tIns="72000" rIns="0" bIns="72000" anchor="ctr"/>
          <a:lstStyle>
            <a:lvl1pPr algn="l">
              <a:defRPr sz="1600">
                <a:solidFill>
                  <a:schemeClr val="accent3"/>
                </a:solidFill>
                <a:latin typeface="Segoe UI Semibold" panose="020B0702040204020203" pitchFamily="34" charset="0"/>
              </a:defRPr>
            </a:lvl1pPr>
          </a:lstStyle>
          <a:p>
            <a:pPr lvl="0"/>
            <a:r>
              <a:rPr lang="en-AU" noProof="0" dirty="0"/>
              <a:t>TITLE</a:t>
            </a:r>
          </a:p>
        </p:txBody>
      </p:sp>
      <p:sp>
        <p:nvSpPr>
          <p:cNvPr id="28" name="Text Placeholder 15">
            <a:extLst>
              <a:ext uri="{FF2B5EF4-FFF2-40B4-BE49-F238E27FC236}">
                <a16:creationId xmlns:a16="http://schemas.microsoft.com/office/drawing/2014/main" id="{6E40A7D8-DE1B-4855-BA30-18BE38435F3A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106858" y="3127404"/>
            <a:ext cx="4248000" cy="2303999"/>
          </a:xfrm>
          <a:prstGeom prst="rect">
            <a:avLst/>
          </a:prstGeom>
        </p:spPr>
        <p:txBody>
          <a:bodyPr/>
          <a:lstStyle>
            <a:lvl1pPr>
              <a:lnSpc>
                <a:spcPts val="1400"/>
              </a:lnSpc>
              <a:defRPr sz="1200">
                <a:solidFill>
                  <a:schemeClr val="bg1"/>
                </a:solidFill>
              </a:defRPr>
            </a:lvl1pPr>
            <a:lvl2pPr>
              <a:buClrTx/>
              <a:defRPr sz="1200">
                <a:solidFill>
                  <a:schemeClr val="bg1"/>
                </a:solidFill>
              </a:defRPr>
            </a:lvl2pPr>
            <a:lvl3pPr>
              <a:buClrTx/>
              <a:defRPr sz="1200">
                <a:solidFill>
                  <a:schemeClr val="bg1"/>
                </a:solidFill>
              </a:defRPr>
            </a:lvl3pPr>
            <a:lvl4pPr>
              <a:buClrTx/>
              <a:defRPr sz="1200">
                <a:solidFill>
                  <a:schemeClr val="bg1"/>
                </a:solidFill>
              </a:defRPr>
            </a:lvl4pPr>
            <a:lvl5pPr>
              <a:buClrTx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en-AU" noProof="0" dirty="0"/>
          </a:p>
        </p:txBody>
      </p:sp>
      <p:sp>
        <p:nvSpPr>
          <p:cNvPr id="29" name="Picture Placeholder 18">
            <a:extLst>
              <a:ext uri="{FF2B5EF4-FFF2-40B4-BE49-F238E27FC236}">
                <a16:creationId xmlns:a16="http://schemas.microsoft.com/office/drawing/2014/main" id="{63463B01-E7F1-4D75-8E36-5E7AFA05A4E1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5106859" y="2407324"/>
            <a:ext cx="540000" cy="540000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AU" noProof="0"/>
              <a:t>Icon</a:t>
            </a:r>
          </a:p>
        </p:txBody>
      </p:sp>
    </p:spTree>
    <p:extLst>
      <p:ext uri="{BB962C8B-B14F-4D97-AF65-F5344CB8AC3E}">
        <p14:creationId xmlns:p14="http://schemas.microsoft.com/office/powerpoint/2010/main" val="780355146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with icons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72FD48F6-BE22-4A2D-8B16-730DAC7D1A39}"/>
              </a:ext>
            </a:extLst>
          </p:cNvPr>
          <p:cNvSpPr/>
          <p:nvPr userDrawn="1"/>
        </p:nvSpPr>
        <p:spPr>
          <a:xfrm>
            <a:off x="0" y="1728000"/>
            <a:ext cx="9906000" cy="4572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AU" noProof="0"/>
          </a:p>
        </p:txBody>
      </p:sp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490636958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842" name="think-cell Slide" r:id="rId4" imgW="270" imgH="270" progId="TCLayout.ActiveDocument.1">
                  <p:embed/>
                </p:oleObj>
              </mc:Choice>
              <mc:Fallback>
                <p:oleObj name="think-cell Slide" r:id="rId4" imgW="270" imgH="270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0" name="Picture 19"/>
          <p:cNvPicPr>
            <a:picLocks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5339" cy="109703"/>
          </a:xfrm>
          <a:prstGeom prst="rect">
            <a:avLst/>
          </a:prstGeom>
        </p:spPr>
      </p:pic>
      <p:sp>
        <p:nvSpPr>
          <p:cNvPr id="15" name="TextBox 14"/>
          <p:cNvSpPr txBox="1"/>
          <p:nvPr userDrawn="1"/>
        </p:nvSpPr>
        <p:spPr>
          <a:xfrm>
            <a:off x="8841432" y="6392361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E8856DA-B77A-4A94-8E84-45BF77D9376B}" type="slidenum">
              <a:rPr lang="en-AU" sz="1200" noProof="0" smtClean="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AU" sz="1200" noProof="0">
              <a:solidFill>
                <a:schemeClr val="accent3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1F1C9E52-B9CD-4401-BB40-0C9898E0FE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504000"/>
            <a:ext cx="8820000" cy="504056"/>
          </a:xfrm>
        </p:spPr>
        <p:txBody>
          <a:bodyPr anchor="ctr" anchorCtr="0"/>
          <a:lstStyle>
            <a:lvl1pPr marL="0" marR="0" indent="0" algn="l" defTabSz="914349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/>
            </a:lvl1pPr>
          </a:lstStyle>
          <a:p>
            <a:pPr lvl="0"/>
            <a:r>
              <a:rPr lang="en-AU" noProof="0" dirty="0"/>
              <a:t>Governing thought</a:t>
            </a:r>
          </a:p>
        </p:txBody>
      </p:sp>
      <p:sp>
        <p:nvSpPr>
          <p:cNvPr id="22" name="Text Placeholder 10">
            <a:extLst>
              <a:ext uri="{FF2B5EF4-FFF2-40B4-BE49-F238E27FC236}">
                <a16:creationId xmlns:a16="http://schemas.microsoft.com/office/drawing/2014/main" id="{4AD6FDB2-896B-46F9-A533-C8DF138383D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40000" y="1008000"/>
            <a:ext cx="8820000" cy="504056"/>
          </a:xfrm>
          <a:prstGeom prst="rect">
            <a:avLst/>
          </a:prstGeom>
        </p:spPr>
        <p:txBody>
          <a:bodyPr anchor="t"/>
          <a:lstStyle>
            <a:lvl1pPr>
              <a:lnSpc>
                <a:spcPct val="90000"/>
              </a:lnSpc>
              <a:defRPr sz="1800">
                <a:solidFill>
                  <a:schemeClr val="bg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  <a:lvl5pPr>
              <a:defRPr/>
            </a:lvl5pPr>
          </a:lstStyle>
          <a:p>
            <a:pPr lvl="0"/>
            <a:r>
              <a:rPr lang="en-AU" noProof="0" dirty="0"/>
              <a:t>Sub title</a:t>
            </a:r>
          </a:p>
        </p:txBody>
      </p:sp>
      <p:sp>
        <p:nvSpPr>
          <p:cNvPr id="27" name="Text Placeholder 12">
            <a:extLst>
              <a:ext uri="{FF2B5EF4-FFF2-40B4-BE49-F238E27FC236}">
                <a16:creationId xmlns:a16="http://schemas.microsoft.com/office/drawing/2014/main" id="{67C7C9AC-E4CC-43FD-994F-69FBD83F5D8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96000" y="2407324"/>
            <a:ext cx="3503144" cy="576064"/>
          </a:xfrm>
          <a:prstGeom prst="rect">
            <a:avLst/>
          </a:prstGeom>
          <a:noFill/>
          <a:ln>
            <a:noFill/>
          </a:ln>
        </p:spPr>
        <p:txBody>
          <a:bodyPr lIns="0" tIns="72000" rIns="0" bIns="72000" anchor="ctr"/>
          <a:lstStyle>
            <a:lvl1pPr algn="l">
              <a:defRPr sz="1600">
                <a:solidFill>
                  <a:schemeClr val="accent2"/>
                </a:solidFill>
                <a:latin typeface="Segoe UI Semibold" panose="020B0702040204020203" pitchFamily="34" charset="0"/>
              </a:defRPr>
            </a:lvl1pPr>
          </a:lstStyle>
          <a:p>
            <a:pPr lvl="0"/>
            <a:r>
              <a:rPr lang="en-AU" noProof="0" dirty="0"/>
              <a:t>TITLE</a:t>
            </a:r>
          </a:p>
        </p:txBody>
      </p:sp>
      <p:sp>
        <p:nvSpPr>
          <p:cNvPr id="28" name="Text Placeholder 15">
            <a:extLst>
              <a:ext uri="{FF2B5EF4-FFF2-40B4-BE49-F238E27FC236}">
                <a16:creationId xmlns:a16="http://schemas.microsoft.com/office/drawing/2014/main" id="{5E08F39A-69C7-497A-9177-FCA99A264C8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39999" y="3127404"/>
            <a:ext cx="4248000" cy="2303999"/>
          </a:xfrm>
          <a:prstGeom prst="rect">
            <a:avLst/>
          </a:prstGeom>
        </p:spPr>
        <p:txBody>
          <a:bodyPr/>
          <a:lstStyle>
            <a:lvl1pPr>
              <a:lnSpc>
                <a:spcPts val="1400"/>
              </a:lnSpc>
              <a:defRPr sz="1200">
                <a:solidFill>
                  <a:schemeClr val="bg2"/>
                </a:solidFill>
              </a:defRPr>
            </a:lvl1pPr>
            <a:lvl2pPr>
              <a:buClrTx/>
              <a:defRPr sz="1200">
                <a:solidFill>
                  <a:schemeClr val="bg2"/>
                </a:solidFill>
              </a:defRPr>
            </a:lvl2pPr>
            <a:lvl3pPr>
              <a:buClrTx/>
              <a:defRPr sz="1200">
                <a:solidFill>
                  <a:schemeClr val="bg2"/>
                </a:solidFill>
              </a:defRPr>
            </a:lvl3pPr>
            <a:lvl4pPr>
              <a:buClrTx/>
              <a:defRPr sz="1200">
                <a:solidFill>
                  <a:schemeClr val="bg2"/>
                </a:solidFill>
              </a:defRPr>
            </a:lvl4pPr>
            <a:lvl5pPr>
              <a:buClrTx/>
              <a:defRPr sz="12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29" name="Picture Placeholder 18">
            <a:extLst>
              <a:ext uri="{FF2B5EF4-FFF2-40B4-BE49-F238E27FC236}">
                <a16:creationId xmlns:a16="http://schemas.microsoft.com/office/drawing/2014/main" id="{4423DA73-D7E1-410B-9B7D-D85A346861F3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540000" y="2407324"/>
            <a:ext cx="540000" cy="540000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chemeClr val="bg2"/>
                </a:solidFill>
              </a:defRPr>
            </a:lvl1pPr>
          </a:lstStyle>
          <a:p>
            <a:r>
              <a:rPr lang="en-AU" noProof="0" dirty="0"/>
              <a:t>Icon</a:t>
            </a:r>
          </a:p>
        </p:txBody>
      </p:sp>
      <p:sp>
        <p:nvSpPr>
          <p:cNvPr id="30" name="Text Placeholder 12">
            <a:extLst>
              <a:ext uri="{FF2B5EF4-FFF2-40B4-BE49-F238E27FC236}">
                <a16:creationId xmlns:a16="http://schemas.microsoft.com/office/drawing/2014/main" id="{DC70C639-9D94-4586-8C07-63AAC55A456C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862859" y="2407324"/>
            <a:ext cx="3503144" cy="576064"/>
          </a:xfrm>
          <a:prstGeom prst="rect">
            <a:avLst/>
          </a:prstGeom>
          <a:noFill/>
          <a:ln>
            <a:noFill/>
          </a:ln>
        </p:spPr>
        <p:txBody>
          <a:bodyPr lIns="0" tIns="72000" rIns="0" bIns="72000" anchor="ctr"/>
          <a:lstStyle>
            <a:lvl1pPr algn="l">
              <a:defRPr sz="1600">
                <a:solidFill>
                  <a:schemeClr val="accent3"/>
                </a:solidFill>
                <a:latin typeface="Segoe UI Semibold" panose="020B0702040204020203" pitchFamily="34" charset="0"/>
              </a:defRPr>
            </a:lvl1pPr>
          </a:lstStyle>
          <a:p>
            <a:pPr lvl="0"/>
            <a:r>
              <a:rPr lang="en-AU" noProof="0" dirty="0"/>
              <a:t>TITLE</a:t>
            </a:r>
          </a:p>
        </p:txBody>
      </p:sp>
      <p:sp>
        <p:nvSpPr>
          <p:cNvPr id="31" name="Text Placeholder 15">
            <a:extLst>
              <a:ext uri="{FF2B5EF4-FFF2-40B4-BE49-F238E27FC236}">
                <a16:creationId xmlns:a16="http://schemas.microsoft.com/office/drawing/2014/main" id="{D4426E01-3406-437A-A660-9AFCB6CD33A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106858" y="3127404"/>
            <a:ext cx="4248000" cy="2303999"/>
          </a:xfrm>
          <a:prstGeom prst="rect">
            <a:avLst/>
          </a:prstGeom>
        </p:spPr>
        <p:txBody>
          <a:bodyPr/>
          <a:lstStyle>
            <a:lvl1pPr>
              <a:lnSpc>
                <a:spcPts val="1400"/>
              </a:lnSpc>
              <a:defRPr sz="1200">
                <a:solidFill>
                  <a:schemeClr val="bg2"/>
                </a:solidFill>
              </a:defRPr>
            </a:lvl1pPr>
            <a:lvl2pPr>
              <a:buClrTx/>
              <a:defRPr sz="1200">
                <a:solidFill>
                  <a:schemeClr val="bg2"/>
                </a:solidFill>
              </a:defRPr>
            </a:lvl2pPr>
            <a:lvl3pPr>
              <a:buClrTx/>
              <a:defRPr sz="1200">
                <a:solidFill>
                  <a:schemeClr val="bg2"/>
                </a:solidFill>
              </a:defRPr>
            </a:lvl3pPr>
            <a:lvl4pPr>
              <a:buClrTx/>
              <a:defRPr sz="1200">
                <a:solidFill>
                  <a:schemeClr val="bg2"/>
                </a:solidFill>
              </a:defRPr>
            </a:lvl4pPr>
            <a:lvl5pPr>
              <a:buClrTx/>
              <a:defRPr sz="12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32" name="Picture Placeholder 18">
            <a:extLst>
              <a:ext uri="{FF2B5EF4-FFF2-40B4-BE49-F238E27FC236}">
                <a16:creationId xmlns:a16="http://schemas.microsoft.com/office/drawing/2014/main" id="{A8408330-9564-42D2-A483-7F342A20BBA9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5106859" y="2407324"/>
            <a:ext cx="540000" cy="540000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chemeClr val="bg2"/>
                </a:solidFill>
              </a:defRPr>
            </a:lvl1pPr>
          </a:lstStyle>
          <a:p>
            <a:r>
              <a:rPr lang="en-AU" noProof="0"/>
              <a:t>Icon</a:t>
            </a:r>
          </a:p>
        </p:txBody>
      </p:sp>
    </p:spTree>
    <p:extLst>
      <p:ext uri="{BB962C8B-B14F-4D97-AF65-F5344CB8AC3E}">
        <p14:creationId xmlns:p14="http://schemas.microsoft.com/office/powerpoint/2010/main" val="213847986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/>
          <p:nvPr userDrawn="1"/>
        </p:nvSpPr>
        <p:spPr>
          <a:xfrm>
            <a:off x="27" y="107999"/>
            <a:ext cx="4520925" cy="67536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AU" noProof="0"/>
          </a:p>
        </p:txBody>
      </p:sp>
      <p:pic>
        <p:nvPicPr>
          <p:cNvPr id="18" name="Picture 17"/>
          <p:cNvPicPr>
            <a:picLocks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5339" cy="109703"/>
          </a:xfrm>
          <a:prstGeom prst="rect">
            <a:avLst/>
          </a:prstGeom>
        </p:spPr>
      </p:pic>
      <p:sp>
        <p:nvSpPr>
          <p:cNvPr id="16" name="TextBox 15"/>
          <p:cNvSpPr txBox="1"/>
          <p:nvPr userDrawn="1"/>
        </p:nvSpPr>
        <p:spPr>
          <a:xfrm>
            <a:off x="8841432" y="6392361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E8856DA-B77A-4A94-8E84-45BF77D9376B}" type="slidenum">
              <a:rPr lang="en-AU" sz="1200" noProof="0" smtClean="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AU" sz="1200" noProof="0" dirty="0">
              <a:solidFill>
                <a:schemeClr val="accent3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2" name="Picture Placeholder 2">
            <a:extLst>
              <a:ext uri="{FF2B5EF4-FFF2-40B4-BE49-F238E27FC236}">
                <a16:creationId xmlns:a16="http://schemas.microsoft.com/office/drawing/2014/main" id="{DF08FEA0-E848-4D06-AC24-5D7D512D1FAB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540000" y="697443"/>
            <a:ext cx="540000" cy="540000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AU" noProof="0" dirty="0"/>
              <a:t>Icon</a:t>
            </a:r>
          </a:p>
        </p:txBody>
      </p:sp>
      <p:sp>
        <p:nvSpPr>
          <p:cNvPr id="33" name="Picture Placeholder 2">
            <a:extLst>
              <a:ext uri="{FF2B5EF4-FFF2-40B4-BE49-F238E27FC236}">
                <a16:creationId xmlns:a16="http://schemas.microsoft.com/office/drawing/2014/main" id="{A3F9CF54-5DC7-445D-86FF-1E5F1EAE09CF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540000" y="2772948"/>
            <a:ext cx="540000" cy="540000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AU" noProof="0"/>
              <a:t>Icon</a:t>
            </a:r>
          </a:p>
        </p:txBody>
      </p:sp>
      <p:sp>
        <p:nvSpPr>
          <p:cNvPr id="34" name="Picture Placeholder 2">
            <a:extLst>
              <a:ext uri="{FF2B5EF4-FFF2-40B4-BE49-F238E27FC236}">
                <a16:creationId xmlns:a16="http://schemas.microsoft.com/office/drawing/2014/main" id="{128D66A2-D714-4189-8A75-377039373482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540000" y="4841850"/>
            <a:ext cx="540000" cy="540000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AU" noProof="0" dirty="0"/>
              <a:t>Icon</a:t>
            </a:r>
          </a:p>
        </p:txBody>
      </p:sp>
      <p:sp>
        <p:nvSpPr>
          <p:cNvPr id="35" name="Text Placeholder 4">
            <a:extLst>
              <a:ext uri="{FF2B5EF4-FFF2-40B4-BE49-F238E27FC236}">
                <a16:creationId xmlns:a16="http://schemas.microsoft.com/office/drawing/2014/main" id="{B3ABDF27-B479-4138-951F-CD8E603BB83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440000" y="769451"/>
            <a:ext cx="2376487" cy="387350"/>
          </a:xfrm>
          <a:prstGeom prst="rect">
            <a:avLst/>
          </a:prstGeom>
        </p:spPr>
        <p:txBody>
          <a:bodyPr/>
          <a:lstStyle>
            <a:lvl1pPr>
              <a:lnSpc>
                <a:spcPct val="90000"/>
              </a:lnSpc>
              <a:defRPr sz="2400">
                <a:solidFill>
                  <a:schemeClr val="accent2"/>
                </a:solidFill>
                <a:latin typeface="Segoe UI Semibold" panose="020B0702040204020203" pitchFamily="34" charset="0"/>
              </a:defRPr>
            </a:lvl1pPr>
          </a:lstStyle>
          <a:p>
            <a:pPr lvl="0"/>
            <a:r>
              <a:rPr lang="en-AU" noProof="0" dirty="0"/>
              <a:t>Title</a:t>
            </a:r>
          </a:p>
        </p:txBody>
      </p:sp>
      <p:sp>
        <p:nvSpPr>
          <p:cNvPr id="36" name="Text Placeholder 4">
            <a:extLst>
              <a:ext uri="{FF2B5EF4-FFF2-40B4-BE49-F238E27FC236}">
                <a16:creationId xmlns:a16="http://schemas.microsoft.com/office/drawing/2014/main" id="{852D9626-973E-4FC9-9F46-24861CFB81C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440000" y="1156008"/>
            <a:ext cx="2376487" cy="313918"/>
          </a:xfrm>
          <a:prstGeom prst="rect">
            <a:avLst/>
          </a:prstGeom>
        </p:spPr>
        <p:txBody>
          <a:bodyPr>
            <a:spAutoFit/>
          </a:bodyPr>
          <a:lstStyle>
            <a:lvl1pPr>
              <a:lnSpc>
                <a:spcPct val="90000"/>
              </a:lnSpc>
              <a:defRPr sz="1600">
                <a:solidFill>
                  <a:schemeClr val="accent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AU" noProof="0" dirty="0"/>
              <a:t>Sub title</a:t>
            </a:r>
          </a:p>
        </p:txBody>
      </p:sp>
      <p:sp>
        <p:nvSpPr>
          <p:cNvPr id="37" name="Text Placeholder 4">
            <a:extLst>
              <a:ext uri="{FF2B5EF4-FFF2-40B4-BE49-F238E27FC236}">
                <a16:creationId xmlns:a16="http://schemas.microsoft.com/office/drawing/2014/main" id="{50C3271B-A8AC-4160-A580-75E5539702B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440000" y="2844857"/>
            <a:ext cx="2376487" cy="387350"/>
          </a:xfrm>
          <a:prstGeom prst="rect">
            <a:avLst/>
          </a:prstGeom>
        </p:spPr>
        <p:txBody>
          <a:bodyPr/>
          <a:lstStyle>
            <a:lvl1pPr>
              <a:lnSpc>
                <a:spcPct val="90000"/>
              </a:lnSpc>
              <a:defRPr sz="2400">
                <a:solidFill>
                  <a:schemeClr val="accent3"/>
                </a:solidFill>
                <a:latin typeface="Segoe UI Semibold" panose="020B0702040204020203" pitchFamily="34" charset="0"/>
              </a:defRPr>
            </a:lvl1pPr>
          </a:lstStyle>
          <a:p>
            <a:pPr lvl="0"/>
            <a:r>
              <a:rPr lang="en-AU" noProof="0" dirty="0"/>
              <a:t>Title</a:t>
            </a:r>
          </a:p>
        </p:txBody>
      </p:sp>
      <p:sp>
        <p:nvSpPr>
          <p:cNvPr id="38" name="Text Placeholder 4">
            <a:extLst>
              <a:ext uri="{FF2B5EF4-FFF2-40B4-BE49-F238E27FC236}">
                <a16:creationId xmlns:a16="http://schemas.microsoft.com/office/drawing/2014/main" id="{BA86F39B-CF2C-46BE-9827-FA919C830F9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440000" y="3231414"/>
            <a:ext cx="2376487" cy="313918"/>
          </a:xfrm>
          <a:prstGeom prst="rect">
            <a:avLst/>
          </a:prstGeom>
        </p:spPr>
        <p:txBody>
          <a:bodyPr>
            <a:spAutoFit/>
          </a:bodyPr>
          <a:lstStyle>
            <a:lvl1pPr>
              <a:lnSpc>
                <a:spcPct val="90000"/>
              </a:lnSpc>
              <a:defRPr sz="160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AU" noProof="0" dirty="0"/>
              <a:t>Sub title</a:t>
            </a:r>
          </a:p>
        </p:txBody>
      </p:sp>
      <p:sp>
        <p:nvSpPr>
          <p:cNvPr id="39" name="Text Placeholder 4">
            <a:extLst>
              <a:ext uri="{FF2B5EF4-FFF2-40B4-BE49-F238E27FC236}">
                <a16:creationId xmlns:a16="http://schemas.microsoft.com/office/drawing/2014/main" id="{0095A550-183D-459A-88CC-D96686B3AE7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440000" y="4913858"/>
            <a:ext cx="2376487" cy="387350"/>
          </a:xfrm>
          <a:prstGeom prst="rect">
            <a:avLst/>
          </a:prstGeom>
        </p:spPr>
        <p:txBody>
          <a:bodyPr/>
          <a:lstStyle>
            <a:lvl1pPr>
              <a:lnSpc>
                <a:spcPct val="90000"/>
              </a:lnSpc>
              <a:defRPr sz="2400">
                <a:solidFill>
                  <a:schemeClr val="accent4"/>
                </a:solidFill>
                <a:latin typeface="Segoe UI Semibold" panose="020B0702040204020203" pitchFamily="34" charset="0"/>
              </a:defRPr>
            </a:lvl1pPr>
          </a:lstStyle>
          <a:p>
            <a:pPr lvl="0"/>
            <a:r>
              <a:rPr lang="en-AU" noProof="0" dirty="0"/>
              <a:t>Title</a:t>
            </a:r>
          </a:p>
        </p:txBody>
      </p:sp>
      <p:sp>
        <p:nvSpPr>
          <p:cNvPr id="40" name="Text Placeholder 4">
            <a:extLst>
              <a:ext uri="{FF2B5EF4-FFF2-40B4-BE49-F238E27FC236}">
                <a16:creationId xmlns:a16="http://schemas.microsoft.com/office/drawing/2014/main" id="{E6FF01E6-12EF-4CD6-8180-0FB273040358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440000" y="5300415"/>
            <a:ext cx="2376487" cy="313918"/>
          </a:xfrm>
          <a:prstGeom prst="rect">
            <a:avLst/>
          </a:prstGeom>
        </p:spPr>
        <p:txBody>
          <a:bodyPr>
            <a:spAutoFit/>
          </a:bodyPr>
          <a:lstStyle>
            <a:lvl1pPr>
              <a:lnSpc>
                <a:spcPct val="90000"/>
              </a:lnSpc>
              <a:defRPr sz="1600">
                <a:solidFill>
                  <a:schemeClr val="accent4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AU" noProof="0" dirty="0"/>
              <a:t>Sub title</a:t>
            </a:r>
          </a:p>
        </p:txBody>
      </p:sp>
      <p:sp>
        <p:nvSpPr>
          <p:cNvPr id="41" name="Text Placeholder 7">
            <a:extLst>
              <a:ext uri="{FF2B5EF4-FFF2-40B4-BE49-F238E27FC236}">
                <a16:creationId xmlns:a16="http://schemas.microsoft.com/office/drawing/2014/main" id="{11CB449C-8B66-46CF-BDFD-27D46DB22B5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952669" y="766242"/>
            <a:ext cx="4466107" cy="1220833"/>
          </a:xfrm>
          <a:prstGeom prst="rect">
            <a:avLst/>
          </a:prstGeom>
        </p:spPr>
        <p:txBody>
          <a:bodyPr anchor="t">
            <a:spAutoFit/>
          </a:bodyPr>
          <a:lstStyle>
            <a:lvl1pPr>
              <a:defRPr sz="1200">
                <a:solidFill>
                  <a:schemeClr val="bg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  <a:lvl2pPr>
              <a:buClrTx/>
              <a:defRPr sz="1200">
                <a:solidFill>
                  <a:schemeClr val="bg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2pPr>
            <a:lvl3pPr>
              <a:buClrTx/>
              <a:defRPr sz="1200">
                <a:solidFill>
                  <a:schemeClr val="bg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3pPr>
            <a:lvl4pPr>
              <a:buClrTx/>
              <a:defRPr sz="1200">
                <a:solidFill>
                  <a:schemeClr val="bg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4pPr>
            <a:lvl5pPr>
              <a:buClrTx/>
              <a:defRPr sz="1200">
                <a:solidFill>
                  <a:schemeClr val="bg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en-AU" noProof="0" dirty="0"/>
          </a:p>
        </p:txBody>
      </p:sp>
      <p:sp>
        <p:nvSpPr>
          <p:cNvPr id="42" name="Text Placeholder 7">
            <a:extLst>
              <a:ext uri="{FF2B5EF4-FFF2-40B4-BE49-F238E27FC236}">
                <a16:creationId xmlns:a16="http://schemas.microsoft.com/office/drawing/2014/main" id="{727F2B71-EF06-4DD8-8BAD-D06FD4082E7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952669" y="2841139"/>
            <a:ext cx="4466107" cy="1220833"/>
          </a:xfrm>
          <a:prstGeom prst="rect">
            <a:avLst/>
          </a:prstGeom>
        </p:spPr>
        <p:txBody>
          <a:bodyPr anchor="ctr" anchorCtr="0">
            <a:spAutoFit/>
          </a:bodyPr>
          <a:lstStyle>
            <a:lvl1pPr>
              <a:defRPr sz="1200">
                <a:solidFill>
                  <a:schemeClr val="bg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  <a:lvl2pPr>
              <a:buClrTx/>
              <a:defRPr sz="1200">
                <a:solidFill>
                  <a:schemeClr val="bg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2pPr>
            <a:lvl3pPr>
              <a:buClrTx/>
              <a:defRPr sz="1200">
                <a:solidFill>
                  <a:schemeClr val="bg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3pPr>
            <a:lvl4pPr>
              <a:buClrTx/>
              <a:defRPr sz="1200">
                <a:solidFill>
                  <a:schemeClr val="bg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4pPr>
            <a:lvl5pPr>
              <a:buClrTx/>
              <a:defRPr sz="1200">
                <a:solidFill>
                  <a:schemeClr val="bg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en-AU" noProof="0" dirty="0"/>
          </a:p>
        </p:txBody>
      </p:sp>
      <p:sp>
        <p:nvSpPr>
          <p:cNvPr id="43" name="Text Placeholder 7">
            <a:extLst>
              <a:ext uri="{FF2B5EF4-FFF2-40B4-BE49-F238E27FC236}">
                <a16:creationId xmlns:a16="http://schemas.microsoft.com/office/drawing/2014/main" id="{F8479EC0-E919-42CE-9E11-CEDE84C209E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952669" y="4910169"/>
            <a:ext cx="4466107" cy="1220833"/>
          </a:xfrm>
          <a:prstGeom prst="rect">
            <a:avLst/>
          </a:prstGeom>
        </p:spPr>
        <p:txBody>
          <a:bodyPr anchor="ctr" anchorCtr="0">
            <a:spAutoFit/>
          </a:bodyPr>
          <a:lstStyle>
            <a:lvl1pPr>
              <a:defRPr sz="1200">
                <a:solidFill>
                  <a:schemeClr val="bg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  <a:lvl2pPr>
              <a:buClrTx/>
              <a:defRPr sz="1200">
                <a:solidFill>
                  <a:schemeClr val="bg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2pPr>
            <a:lvl3pPr>
              <a:buClrTx/>
              <a:defRPr sz="1200">
                <a:solidFill>
                  <a:schemeClr val="bg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3pPr>
            <a:lvl4pPr>
              <a:buClrTx/>
              <a:defRPr sz="1200">
                <a:solidFill>
                  <a:schemeClr val="bg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4pPr>
            <a:lvl5pPr>
              <a:buClrTx/>
              <a:defRPr sz="1200">
                <a:solidFill>
                  <a:schemeClr val="bg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en-AU" noProof="0" dirty="0"/>
          </a:p>
        </p:txBody>
      </p:sp>
    </p:spTree>
    <p:extLst>
      <p:ext uri="{BB962C8B-B14F-4D97-AF65-F5344CB8AC3E}">
        <p14:creationId xmlns:p14="http://schemas.microsoft.com/office/powerpoint/2010/main" val="1715607158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/>
          <p:cNvPicPr>
            <a:picLocks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5339" cy="109703"/>
          </a:xfrm>
          <a:prstGeom prst="rect">
            <a:avLst/>
          </a:prstGeom>
        </p:spPr>
      </p:pic>
      <p:sp>
        <p:nvSpPr>
          <p:cNvPr id="16" name="TextBox 15"/>
          <p:cNvSpPr txBox="1"/>
          <p:nvPr userDrawn="1"/>
        </p:nvSpPr>
        <p:spPr>
          <a:xfrm>
            <a:off x="8841432" y="6392361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E8856DA-B77A-4A94-8E84-45BF77D9376B}" type="slidenum">
              <a:rPr lang="en-AU" sz="1200" noProof="0" smtClean="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AU" sz="1200" noProof="0" dirty="0">
              <a:solidFill>
                <a:schemeClr val="accent3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B5E5304-04E7-46B3-9316-7431E15B869A}"/>
              </a:ext>
            </a:extLst>
          </p:cNvPr>
          <p:cNvSpPr/>
          <p:nvPr userDrawn="1"/>
        </p:nvSpPr>
        <p:spPr>
          <a:xfrm>
            <a:off x="27" y="107999"/>
            <a:ext cx="4520925" cy="67536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AU" noProof="0"/>
          </a:p>
        </p:txBody>
      </p:sp>
      <p:sp>
        <p:nvSpPr>
          <p:cNvPr id="29" name="Picture Placeholder 2">
            <a:extLst>
              <a:ext uri="{FF2B5EF4-FFF2-40B4-BE49-F238E27FC236}">
                <a16:creationId xmlns:a16="http://schemas.microsoft.com/office/drawing/2014/main" id="{24EC9722-6BA8-43D0-9D68-BAD0F9DE0219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540000" y="697443"/>
            <a:ext cx="540000" cy="540000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chemeClr val="bg2"/>
                </a:solidFill>
              </a:defRPr>
            </a:lvl1pPr>
          </a:lstStyle>
          <a:p>
            <a:r>
              <a:rPr lang="en-AU" noProof="0" dirty="0"/>
              <a:t>Icon</a:t>
            </a:r>
          </a:p>
        </p:txBody>
      </p:sp>
      <p:sp>
        <p:nvSpPr>
          <p:cNvPr id="30" name="Picture Placeholder 2">
            <a:extLst>
              <a:ext uri="{FF2B5EF4-FFF2-40B4-BE49-F238E27FC236}">
                <a16:creationId xmlns:a16="http://schemas.microsoft.com/office/drawing/2014/main" id="{0D67318D-F85D-42FC-9252-F87EC0D9251E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540000" y="2772948"/>
            <a:ext cx="540000" cy="540000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chemeClr val="bg2"/>
                </a:solidFill>
              </a:defRPr>
            </a:lvl1pPr>
          </a:lstStyle>
          <a:p>
            <a:r>
              <a:rPr lang="en-AU" noProof="0"/>
              <a:t>Icon</a:t>
            </a:r>
          </a:p>
        </p:txBody>
      </p:sp>
      <p:sp>
        <p:nvSpPr>
          <p:cNvPr id="32" name="Picture Placeholder 2">
            <a:extLst>
              <a:ext uri="{FF2B5EF4-FFF2-40B4-BE49-F238E27FC236}">
                <a16:creationId xmlns:a16="http://schemas.microsoft.com/office/drawing/2014/main" id="{885FDA96-1159-404B-9DBF-54A7CBC2A4E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540000" y="4841850"/>
            <a:ext cx="540000" cy="540000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chemeClr val="bg2"/>
                </a:solidFill>
              </a:defRPr>
            </a:lvl1pPr>
          </a:lstStyle>
          <a:p>
            <a:r>
              <a:rPr lang="en-AU" noProof="0" dirty="0"/>
              <a:t>Icon</a:t>
            </a:r>
          </a:p>
        </p:txBody>
      </p:sp>
      <p:sp>
        <p:nvSpPr>
          <p:cNvPr id="33" name="Text Placeholder 4">
            <a:extLst>
              <a:ext uri="{FF2B5EF4-FFF2-40B4-BE49-F238E27FC236}">
                <a16:creationId xmlns:a16="http://schemas.microsoft.com/office/drawing/2014/main" id="{AB58DC58-16E0-4411-B9CE-051FF0CB0CB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440000" y="769451"/>
            <a:ext cx="2376487" cy="387350"/>
          </a:xfrm>
          <a:prstGeom prst="rect">
            <a:avLst/>
          </a:prstGeom>
        </p:spPr>
        <p:txBody>
          <a:bodyPr/>
          <a:lstStyle>
            <a:lvl1pPr>
              <a:lnSpc>
                <a:spcPct val="90000"/>
              </a:lnSpc>
              <a:defRPr sz="2400">
                <a:solidFill>
                  <a:schemeClr val="tx2"/>
                </a:solidFill>
                <a:latin typeface="Segoe UI Semibold" panose="020B0702040204020203" pitchFamily="34" charset="0"/>
              </a:defRPr>
            </a:lvl1pPr>
          </a:lstStyle>
          <a:p>
            <a:pPr lvl="0"/>
            <a:r>
              <a:rPr lang="en-AU" noProof="0" dirty="0"/>
              <a:t>Title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2090E9C3-9848-465D-BA3A-4C452C5ADBE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440000" y="1156008"/>
            <a:ext cx="2376487" cy="313918"/>
          </a:xfrm>
          <a:prstGeom prst="rect">
            <a:avLst/>
          </a:prstGeom>
        </p:spPr>
        <p:txBody>
          <a:bodyPr>
            <a:spAutoFit/>
          </a:bodyPr>
          <a:lstStyle>
            <a:lvl1pPr>
              <a:lnSpc>
                <a:spcPct val="90000"/>
              </a:lnSpc>
              <a:defRPr sz="1600">
                <a:solidFill>
                  <a:schemeClr val="tx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AU" noProof="0" dirty="0"/>
              <a:t>Sub title</a:t>
            </a:r>
          </a:p>
        </p:txBody>
      </p:sp>
      <p:sp>
        <p:nvSpPr>
          <p:cNvPr id="35" name="Text Placeholder 4">
            <a:extLst>
              <a:ext uri="{FF2B5EF4-FFF2-40B4-BE49-F238E27FC236}">
                <a16:creationId xmlns:a16="http://schemas.microsoft.com/office/drawing/2014/main" id="{0C26969D-6B5D-458B-8028-E7EF21E847F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440000" y="2844857"/>
            <a:ext cx="2376487" cy="387350"/>
          </a:xfrm>
          <a:prstGeom prst="rect">
            <a:avLst/>
          </a:prstGeom>
        </p:spPr>
        <p:txBody>
          <a:bodyPr/>
          <a:lstStyle>
            <a:lvl1pPr>
              <a:lnSpc>
                <a:spcPct val="90000"/>
              </a:lnSpc>
              <a:defRPr sz="2400">
                <a:solidFill>
                  <a:srgbClr val="2C71B5"/>
                </a:solidFill>
                <a:latin typeface="Segoe UI Semibold" panose="020B0702040204020203" pitchFamily="34" charset="0"/>
              </a:defRPr>
            </a:lvl1pPr>
          </a:lstStyle>
          <a:p>
            <a:pPr lvl="0"/>
            <a:r>
              <a:rPr lang="en-AU" noProof="0" dirty="0"/>
              <a:t>Title</a:t>
            </a:r>
          </a:p>
        </p:txBody>
      </p:sp>
      <p:sp>
        <p:nvSpPr>
          <p:cNvPr id="36" name="Text Placeholder 4">
            <a:extLst>
              <a:ext uri="{FF2B5EF4-FFF2-40B4-BE49-F238E27FC236}">
                <a16:creationId xmlns:a16="http://schemas.microsoft.com/office/drawing/2014/main" id="{D8073ABE-37CF-4ADE-AB24-A4635CBBFA3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440000" y="3231414"/>
            <a:ext cx="2376487" cy="313918"/>
          </a:xfrm>
          <a:prstGeom prst="rect">
            <a:avLst/>
          </a:prstGeom>
        </p:spPr>
        <p:txBody>
          <a:bodyPr>
            <a:spAutoFit/>
          </a:bodyPr>
          <a:lstStyle>
            <a:lvl1pPr>
              <a:lnSpc>
                <a:spcPct val="90000"/>
              </a:lnSpc>
              <a:defRPr sz="1600">
                <a:solidFill>
                  <a:srgbClr val="2C71B5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AU" noProof="0" dirty="0"/>
              <a:t>Sub title</a:t>
            </a:r>
          </a:p>
        </p:txBody>
      </p:sp>
      <p:sp>
        <p:nvSpPr>
          <p:cNvPr id="37" name="Text Placeholder 4">
            <a:extLst>
              <a:ext uri="{FF2B5EF4-FFF2-40B4-BE49-F238E27FC236}">
                <a16:creationId xmlns:a16="http://schemas.microsoft.com/office/drawing/2014/main" id="{6A9EC94B-F83C-4453-872D-A6AB259E46C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440000" y="4913858"/>
            <a:ext cx="2376487" cy="387350"/>
          </a:xfrm>
          <a:prstGeom prst="rect">
            <a:avLst/>
          </a:prstGeom>
        </p:spPr>
        <p:txBody>
          <a:bodyPr/>
          <a:lstStyle>
            <a:lvl1pPr>
              <a:lnSpc>
                <a:spcPct val="90000"/>
              </a:lnSpc>
              <a:defRPr sz="2400">
                <a:solidFill>
                  <a:schemeClr val="accent6"/>
                </a:solidFill>
                <a:latin typeface="Segoe UI Semibold" panose="020B0702040204020203" pitchFamily="34" charset="0"/>
              </a:defRPr>
            </a:lvl1pPr>
          </a:lstStyle>
          <a:p>
            <a:pPr lvl="0"/>
            <a:r>
              <a:rPr lang="en-AU" noProof="0" dirty="0"/>
              <a:t>Title</a:t>
            </a:r>
          </a:p>
        </p:txBody>
      </p:sp>
      <p:sp>
        <p:nvSpPr>
          <p:cNvPr id="38" name="Text Placeholder 4">
            <a:extLst>
              <a:ext uri="{FF2B5EF4-FFF2-40B4-BE49-F238E27FC236}">
                <a16:creationId xmlns:a16="http://schemas.microsoft.com/office/drawing/2014/main" id="{8E2A4FF4-55EA-4128-A063-E8DAE8F7DA7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440000" y="5300415"/>
            <a:ext cx="2376487" cy="313918"/>
          </a:xfrm>
          <a:prstGeom prst="rect">
            <a:avLst/>
          </a:prstGeom>
        </p:spPr>
        <p:txBody>
          <a:bodyPr>
            <a:spAutoFit/>
          </a:bodyPr>
          <a:lstStyle>
            <a:lvl1pPr>
              <a:lnSpc>
                <a:spcPct val="90000"/>
              </a:lnSpc>
              <a:defRPr sz="1600">
                <a:solidFill>
                  <a:schemeClr val="accent6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AU" noProof="0" dirty="0"/>
              <a:t>Sub title</a:t>
            </a:r>
          </a:p>
        </p:txBody>
      </p:sp>
      <p:sp>
        <p:nvSpPr>
          <p:cNvPr id="39" name="Text Placeholder 7">
            <a:extLst>
              <a:ext uri="{FF2B5EF4-FFF2-40B4-BE49-F238E27FC236}">
                <a16:creationId xmlns:a16="http://schemas.microsoft.com/office/drawing/2014/main" id="{DD7E8F7E-A8E5-494B-8AD9-B084421A27D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952669" y="766242"/>
            <a:ext cx="4466107" cy="1220833"/>
          </a:xfrm>
          <a:prstGeom prst="rect">
            <a:avLst/>
          </a:prstGeom>
        </p:spPr>
        <p:txBody>
          <a:bodyPr anchor="t">
            <a:spAutoFit/>
          </a:bodyPr>
          <a:lstStyle>
            <a:lvl1pPr>
              <a:defRPr sz="1200">
                <a:solidFill>
                  <a:schemeClr val="bg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  <a:lvl2pPr>
              <a:buClrTx/>
              <a:defRPr sz="1200">
                <a:solidFill>
                  <a:schemeClr val="bg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2pPr>
            <a:lvl3pPr>
              <a:buClrTx/>
              <a:defRPr sz="1200">
                <a:solidFill>
                  <a:schemeClr val="bg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3pPr>
            <a:lvl4pPr>
              <a:buClrTx/>
              <a:defRPr sz="1200">
                <a:solidFill>
                  <a:schemeClr val="bg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4pPr>
            <a:lvl5pPr>
              <a:buClrTx/>
              <a:defRPr sz="1200">
                <a:solidFill>
                  <a:schemeClr val="bg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en-AU" noProof="0" dirty="0"/>
          </a:p>
        </p:txBody>
      </p:sp>
      <p:sp>
        <p:nvSpPr>
          <p:cNvPr id="40" name="Text Placeholder 7">
            <a:extLst>
              <a:ext uri="{FF2B5EF4-FFF2-40B4-BE49-F238E27FC236}">
                <a16:creationId xmlns:a16="http://schemas.microsoft.com/office/drawing/2014/main" id="{8E7D0BA1-B5F8-4EA0-9F12-DA5E2D3E6A3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952669" y="2841139"/>
            <a:ext cx="4466107" cy="1220833"/>
          </a:xfrm>
          <a:prstGeom prst="rect">
            <a:avLst/>
          </a:prstGeom>
        </p:spPr>
        <p:txBody>
          <a:bodyPr anchor="ctr" anchorCtr="0">
            <a:spAutoFit/>
          </a:bodyPr>
          <a:lstStyle>
            <a:lvl1pPr>
              <a:defRPr sz="1200">
                <a:solidFill>
                  <a:schemeClr val="bg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  <a:lvl2pPr>
              <a:buClrTx/>
              <a:defRPr sz="1200">
                <a:solidFill>
                  <a:schemeClr val="bg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2pPr>
            <a:lvl3pPr>
              <a:buClrTx/>
              <a:defRPr sz="1200">
                <a:solidFill>
                  <a:schemeClr val="bg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3pPr>
            <a:lvl4pPr>
              <a:buClrTx/>
              <a:defRPr sz="1200">
                <a:solidFill>
                  <a:schemeClr val="bg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4pPr>
            <a:lvl5pPr>
              <a:buClrTx/>
              <a:defRPr sz="1200">
                <a:solidFill>
                  <a:schemeClr val="bg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en-AU" noProof="0" dirty="0"/>
          </a:p>
        </p:txBody>
      </p:sp>
      <p:sp>
        <p:nvSpPr>
          <p:cNvPr id="41" name="Text Placeholder 7">
            <a:extLst>
              <a:ext uri="{FF2B5EF4-FFF2-40B4-BE49-F238E27FC236}">
                <a16:creationId xmlns:a16="http://schemas.microsoft.com/office/drawing/2014/main" id="{E54C256E-9354-4AF5-AE00-7C2E114E960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952669" y="4910169"/>
            <a:ext cx="4466107" cy="1220833"/>
          </a:xfrm>
          <a:prstGeom prst="rect">
            <a:avLst/>
          </a:prstGeom>
        </p:spPr>
        <p:txBody>
          <a:bodyPr anchor="ctr" anchorCtr="0">
            <a:spAutoFit/>
          </a:bodyPr>
          <a:lstStyle>
            <a:lvl1pPr>
              <a:defRPr sz="1200">
                <a:solidFill>
                  <a:schemeClr val="bg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  <a:lvl2pPr>
              <a:buClrTx/>
              <a:defRPr sz="1200">
                <a:solidFill>
                  <a:schemeClr val="bg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2pPr>
            <a:lvl3pPr>
              <a:buClrTx/>
              <a:defRPr sz="1200">
                <a:solidFill>
                  <a:schemeClr val="bg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3pPr>
            <a:lvl4pPr>
              <a:buClrTx/>
              <a:defRPr sz="1200">
                <a:solidFill>
                  <a:schemeClr val="bg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4pPr>
            <a:lvl5pPr>
              <a:buClrTx/>
              <a:defRPr sz="1200">
                <a:solidFill>
                  <a:schemeClr val="bg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en-AU" noProof="0" dirty="0"/>
          </a:p>
        </p:txBody>
      </p:sp>
    </p:spTree>
    <p:extLst>
      <p:ext uri="{BB962C8B-B14F-4D97-AF65-F5344CB8AC3E}">
        <p14:creationId xmlns:p14="http://schemas.microsoft.com/office/powerpoint/2010/main" val="2296043422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hree key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97985658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866" name="think-cell Slide" r:id="rId5" imgW="270" imgH="270" progId="TCLayout.ActiveDocument.1">
                  <p:embed/>
                </p:oleObj>
              </mc:Choice>
              <mc:Fallback>
                <p:oleObj name="think-cell Slide" r:id="rId5" imgW="270" imgH="270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AU" sz="2800" b="0" i="0" baseline="0" dirty="0">
              <a:latin typeface="Segoe UI Semibold"/>
              <a:ea typeface="+mj-ea"/>
              <a:cs typeface="+mj-cs"/>
              <a:sym typeface="Segoe UI Semibold"/>
            </a:endParaRPr>
          </a:p>
        </p:txBody>
      </p:sp>
      <p:pic>
        <p:nvPicPr>
          <p:cNvPr id="4" name="Picture 3"/>
          <p:cNvPicPr>
            <a:picLocks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5339" cy="109703"/>
          </a:xfrm>
          <a:prstGeom prst="rect">
            <a:avLst/>
          </a:prstGeom>
        </p:spPr>
      </p:pic>
      <p:sp>
        <p:nvSpPr>
          <p:cNvPr id="6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920428" y="1557338"/>
            <a:ext cx="8496622" cy="1439862"/>
          </a:xfrm>
        </p:spPr>
        <p:txBody>
          <a:bodyPr anchor="ctr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920552" y="3284984"/>
            <a:ext cx="8496622" cy="1439862"/>
          </a:xfrm>
        </p:spPr>
        <p:txBody>
          <a:bodyPr anchor="ctr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10" name="Text Placeholder 5"/>
          <p:cNvSpPr>
            <a:spLocks noGrp="1"/>
          </p:cNvSpPr>
          <p:nvPr>
            <p:ph type="body" sz="quarter" idx="13"/>
          </p:nvPr>
        </p:nvSpPr>
        <p:spPr>
          <a:xfrm>
            <a:off x="920874" y="5013176"/>
            <a:ext cx="8496622" cy="1439862"/>
          </a:xfrm>
        </p:spPr>
        <p:txBody>
          <a:bodyPr anchor="ctr"/>
          <a:lstStyle>
            <a:lvl5pPr>
              <a:defRPr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11" name="Rectangle 10"/>
          <p:cNvSpPr/>
          <p:nvPr userDrawn="1"/>
        </p:nvSpPr>
        <p:spPr>
          <a:xfrm>
            <a:off x="0" y="109728"/>
            <a:ext cx="347303" cy="674986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AU" noProof="0"/>
          </a:p>
        </p:txBody>
      </p:sp>
      <p:sp>
        <p:nvSpPr>
          <p:cNvPr id="12" name="Oval 11"/>
          <p:cNvSpPr>
            <a:spLocks noChangeAspect="1"/>
          </p:cNvSpPr>
          <p:nvPr userDrawn="1"/>
        </p:nvSpPr>
        <p:spPr>
          <a:xfrm>
            <a:off x="200472" y="2133269"/>
            <a:ext cx="288000" cy="288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AU" noProof="0"/>
          </a:p>
        </p:txBody>
      </p:sp>
      <p:sp>
        <p:nvSpPr>
          <p:cNvPr id="13" name="Oval 12"/>
          <p:cNvSpPr>
            <a:spLocks noChangeAspect="1"/>
          </p:cNvSpPr>
          <p:nvPr userDrawn="1"/>
        </p:nvSpPr>
        <p:spPr>
          <a:xfrm>
            <a:off x="200472" y="3860915"/>
            <a:ext cx="288000" cy="288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AU" noProof="0"/>
          </a:p>
        </p:txBody>
      </p:sp>
      <p:sp>
        <p:nvSpPr>
          <p:cNvPr id="14" name="Oval 13"/>
          <p:cNvSpPr>
            <a:spLocks noChangeAspect="1"/>
          </p:cNvSpPr>
          <p:nvPr userDrawn="1"/>
        </p:nvSpPr>
        <p:spPr>
          <a:xfrm>
            <a:off x="200472" y="5589107"/>
            <a:ext cx="288000" cy="288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AU" noProof="0"/>
          </a:p>
        </p:txBody>
      </p:sp>
      <p:sp>
        <p:nvSpPr>
          <p:cNvPr id="15" name="TextBox 14"/>
          <p:cNvSpPr txBox="1"/>
          <p:nvPr userDrawn="1"/>
        </p:nvSpPr>
        <p:spPr>
          <a:xfrm>
            <a:off x="8841432" y="6392361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E8856DA-B77A-4A94-8E84-45BF77D9376B}" type="slidenum">
              <a:rPr lang="en-AU" sz="1200" noProof="0" smtClean="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AU" sz="1200" noProof="0" dirty="0">
              <a:solidFill>
                <a:schemeClr val="accent3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7AB501AE-F039-4178-84EE-E86A2D4149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20428" y="504000"/>
            <a:ext cx="8439572" cy="504056"/>
          </a:xfrm>
        </p:spPr>
        <p:txBody>
          <a:bodyPr anchor="ctr" anchorCtr="0"/>
          <a:lstStyle>
            <a:lvl1pPr marL="0" marR="0" indent="0" algn="l" defTabSz="914349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/>
            </a:lvl1pPr>
          </a:lstStyle>
          <a:p>
            <a:pPr lvl="0"/>
            <a:r>
              <a:rPr lang="en-AU" noProof="0" dirty="0"/>
              <a:t>Governing thought</a:t>
            </a:r>
          </a:p>
        </p:txBody>
      </p:sp>
    </p:spTree>
    <p:extLst>
      <p:ext uri="{BB962C8B-B14F-4D97-AF65-F5344CB8AC3E}">
        <p14:creationId xmlns:p14="http://schemas.microsoft.com/office/powerpoint/2010/main" val="3172938220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Key points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05033647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890" name="think-cell Slide" r:id="rId5" imgW="270" imgH="270" progId="TCLayout.ActiveDocument.1">
                  <p:embed/>
                </p:oleObj>
              </mc:Choice>
              <mc:Fallback>
                <p:oleObj name="think-cell Slide" r:id="rId5" imgW="270" imgH="270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AU" sz="2800" b="0" i="0" baseline="0" dirty="0">
              <a:latin typeface="Segoe UI Semibold"/>
              <a:ea typeface="+mj-ea"/>
              <a:cs typeface="+mj-cs"/>
              <a:sym typeface="Segoe UI Semibold"/>
            </a:endParaRPr>
          </a:p>
        </p:txBody>
      </p:sp>
      <p:pic>
        <p:nvPicPr>
          <p:cNvPr id="4" name="Picture 3"/>
          <p:cNvPicPr>
            <a:picLocks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5339" cy="109703"/>
          </a:xfrm>
          <a:prstGeom prst="rect">
            <a:avLst/>
          </a:prstGeom>
        </p:spPr>
      </p:pic>
      <p:sp>
        <p:nvSpPr>
          <p:cNvPr id="6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920428" y="1557338"/>
            <a:ext cx="8496622" cy="1008112"/>
          </a:xfrm>
        </p:spPr>
        <p:txBody>
          <a:bodyPr anchor="ctr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920552" y="2780928"/>
            <a:ext cx="8496622" cy="1008112"/>
          </a:xfrm>
        </p:spPr>
        <p:txBody>
          <a:bodyPr anchor="ctr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10" name="Text Placeholder 5"/>
          <p:cNvSpPr>
            <a:spLocks noGrp="1"/>
          </p:cNvSpPr>
          <p:nvPr>
            <p:ph type="body" sz="quarter" idx="13"/>
          </p:nvPr>
        </p:nvSpPr>
        <p:spPr>
          <a:xfrm>
            <a:off x="920552" y="4006144"/>
            <a:ext cx="8496622" cy="1008112"/>
          </a:xfrm>
        </p:spPr>
        <p:txBody>
          <a:bodyPr anchor="ctr"/>
          <a:lstStyle>
            <a:lvl5pPr>
              <a:defRPr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11" name="Rectangle 10"/>
          <p:cNvSpPr/>
          <p:nvPr userDrawn="1"/>
        </p:nvSpPr>
        <p:spPr>
          <a:xfrm>
            <a:off x="0" y="109728"/>
            <a:ext cx="347303" cy="674986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AU" noProof="0"/>
          </a:p>
        </p:txBody>
      </p:sp>
      <p:sp>
        <p:nvSpPr>
          <p:cNvPr id="12" name="Oval 11"/>
          <p:cNvSpPr>
            <a:spLocks noChangeAspect="1"/>
          </p:cNvSpPr>
          <p:nvPr userDrawn="1"/>
        </p:nvSpPr>
        <p:spPr>
          <a:xfrm>
            <a:off x="198855" y="1917394"/>
            <a:ext cx="288000" cy="288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AU" noProof="0"/>
          </a:p>
        </p:txBody>
      </p:sp>
      <p:sp>
        <p:nvSpPr>
          <p:cNvPr id="13" name="Oval 12"/>
          <p:cNvSpPr>
            <a:spLocks noChangeAspect="1"/>
          </p:cNvSpPr>
          <p:nvPr userDrawn="1"/>
        </p:nvSpPr>
        <p:spPr>
          <a:xfrm>
            <a:off x="198855" y="3140984"/>
            <a:ext cx="288000" cy="288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AU" noProof="0"/>
          </a:p>
        </p:txBody>
      </p:sp>
      <p:sp>
        <p:nvSpPr>
          <p:cNvPr id="14" name="Oval 13"/>
          <p:cNvSpPr>
            <a:spLocks noChangeAspect="1"/>
          </p:cNvSpPr>
          <p:nvPr userDrawn="1"/>
        </p:nvSpPr>
        <p:spPr>
          <a:xfrm>
            <a:off x="198855" y="5589256"/>
            <a:ext cx="288000" cy="288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AU" noProof="0"/>
          </a:p>
        </p:txBody>
      </p:sp>
      <p:sp>
        <p:nvSpPr>
          <p:cNvPr id="15" name="TextBox 14"/>
          <p:cNvSpPr txBox="1"/>
          <p:nvPr userDrawn="1"/>
        </p:nvSpPr>
        <p:spPr>
          <a:xfrm>
            <a:off x="8841432" y="6392361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E8856DA-B77A-4A94-8E84-45BF77D9376B}" type="slidenum">
              <a:rPr lang="en-AU" sz="1200" noProof="0" smtClean="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AU" sz="1200" noProof="0" dirty="0">
              <a:solidFill>
                <a:schemeClr val="accent3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6" name="Text Placeholder 5"/>
          <p:cNvSpPr>
            <a:spLocks noGrp="1"/>
          </p:cNvSpPr>
          <p:nvPr>
            <p:ph type="body" sz="quarter" idx="14"/>
          </p:nvPr>
        </p:nvSpPr>
        <p:spPr>
          <a:xfrm>
            <a:off x="920552" y="5229200"/>
            <a:ext cx="8496622" cy="1008112"/>
          </a:xfrm>
        </p:spPr>
        <p:txBody>
          <a:bodyPr anchor="ctr"/>
          <a:lstStyle>
            <a:lvl5pPr>
              <a:defRPr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17" name="Oval 16"/>
          <p:cNvSpPr>
            <a:spLocks noChangeAspect="1"/>
          </p:cNvSpPr>
          <p:nvPr userDrawn="1"/>
        </p:nvSpPr>
        <p:spPr>
          <a:xfrm>
            <a:off x="198855" y="4366200"/>
            <a:ext cx="288000" cy="288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AU" noProof="0"/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B79A85B6-62F8-499C-B696-A7E5A2EF85A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20428" y="504000"/>
            <a:ext cx="8439572" cy="504056"/>
          </a:xfrm>
        </p:spPr>
        <p:txBody>
          <a:bodyPr anchor="ctr" anchorCtr="0"/>
          <a:lstStyle>
            <a:lvl1pPr marL="0" marR="0" indent="0" algn="l" defTabSz="914349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/>
            </a:lvl1pPr>
          </a:lstStyle>
          <a:p>
            <a:pPr lvl="0"/>
            <a:r>
              <a:rPr lang="en-AU" noProof="0" dirty="0"/>
              <a:t>Governing thought</a:t>
            </a:r>
          </a:p>
        </p:txBody>
      </p:sp>
    </p:spTree>
    <p:extLst>
      <p:ext uri="{BB962C8B-B14F-4D97-AF65-F5344CB8AC3E}">
        <p14:creationId xmlns:p14="http://schemas.microsoft.com/office/powerpoint/2010/main" val="1821456644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key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B416D58B-920C-4CFC-AE71-0495B69B6578}"/>
              </a:ext>
            </a:extLst>
          </p:cNvPr>
          <p:cNvSpPr/>
          <p:nvPr userDrawn="1"/>
        </p:nvSpPr>
        <p:spPr>
          <a:xfrm>
            <a:off x="0" y="1728000"/>
            <a:ext cx="9906000" cy="4572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AU" noProof="0"/>
          </a:p>
        </p:txBody>
      </p:sp>
      <p:pic>
        <p:nvPicPr>
          <p:cNvPr id="4" name="Picture 3"/>
          <p:cNvPicPr>
            <a:picLocks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5339" cy="109703"/>
          </a:xfrm>
          <a:prstGeom prst="rect">
            <a:avLst/>
          </a:prstGeom>
        </p:spPr>
      </p:pic>
      <p:sp>
        <p:nvSpPr>
          <p:cNvPr id="8" name="Text Placeholder 3"/>
          <p:cNvSpPr>
            <a:spLocks noGrp="1"/>
          </p:cNvSpPr>
          <p:nvPr>
            <p:ph type="body" sz="quarter" idx="19"/>
          </p:nvPr>
        </p:nvSpPr>
        <p:spPr>
          <a:xfrm>
            <a:off x="1126703" y="2096283"/>
            <a:ext cx="8245898" cy="721854"/>
          </a:xfrm>
          <a:noFill/>
        </p:spPr>
        <p:txBody>
          <a:bodyPr lIns="252000" tIns="180000" rIns="252000" bIns="180000" anchor="ctr"/>
          <a:lstStyle>
            <a:lvl1pPr>
              <a:defRPr sz="1400">
                <a:solidFill>
                  <a:schemeClr val="bg2"/>
                </a:solidFill>
              </a:defRPr>
            </a:lvl1pPr>
            <a:lvl2pPr>
              <a:defRPr sz="1400">
                <a:solidFill>
                  <a:schemeClr val="bg2"/>
                </a:solidFill>
              </a:defRPr>
            </a:lvl2pPr>
            <a:lvl3pPr>
              <a:defRPr>
                <a:solidFill>
                  <a:schemeClr val="bg2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11" name="Text Placeholder 3"/>
          <p:cNvSpPr>
            <a:spLocks noGrp="1"/>
          </p:cNvSpPr>
          <p:nvPr>
            <p:ph type="body" sz="quarter" idx="20"/>
          </p:nvPr>
        </p:nvSpPr>
        <p:spPr>
          <a:xfrm>
            <a:off x="1126655" y="3124678"/>
            <a:ext cx="8245122" cy="721854"/>
          </a:xfrm>
          <a:noFill/>
        </p:spPr>
        <p:txBody>
          <a:bodyPr lIns="252000" tIns="180000" rIns="252000" bIns="180000" anchor="ctr"/>
          <a:lstStyle>
            <a:lvl1pPr>
              <a:defRPr sz="1400">
                <a:solidFill>
                  <a:schemeClr val="bg2"/>
                </a:solidFill>
              </a:defRPr>
            </a:lvl1pPr>
            <a:lvl2pPr>
              <a:defRPr sz="1400">
                <a:solidFill>
                  <a:schemeClr val="bg2"/>
                </a:solidFill>
              </a:defRPr>
            </a:lvl2pPr>
            <a:lvl3pPr>
              <a:defRPr>
                <a:solidFill>
                  <a:schemeClr val="bg2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quarter" idx="21"/>
          </p:nvPr>
        </p:nvSpPr>
        <p:spPr>
          <a:xfrm>
            <a:off x="1126800" y="4153073"/>
            <a:ext cx="8244977" cy="721854"/>
          </a:xfrm>
          <a:noFill/>
        </p:spPr>
        <p:txBody>
          <a:bodyPr lIns="252000" tIns="180000" rIns="252000" bIns="180000" anchor="ctr"/>
          <a:lstStyle>
            <a:lvl1pPr>
              <a:defRPr sz="1400">
                <a:solidFill>
                  <a:schemeClr val="bg2"/>
                </a:solidFill>
              </a:defRPr>
            </a:lvl1pPr>
            <a:lvl2pPr>
              <a:defRPr sz="1400">
                <a:solidFill>
                  <a:schemeClr val="bg2"/>
                </a:solidFill>
              </a:defRPr>
            </a:lvl2pPr>
            <a:lvl3pPr>
              <a:defRPr>
                <a:solidFill>
                  <a:schemeClr val="bg2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13" name="Rectangle 12"/>
          <p:cNvSpPr/>
          <p:nvPr userDrawn="1"/>
        </p:nvSpPr>
        <p:spPr>
          <a:xfrm>
            <a:off x="531591" y="1728000"/>
            <a:ext cx="36000" cy="4571999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50000">
                <a:schemeClr val="accent3"/>
              </a:gs>
              <a:gs pos="100000">
                <a:schemeClr val="accent4"/>
              </a:gs>
            </a:gsLst>
            <a:lin ang="5400000" scaled="1"/>
            <a:tileRect/>
          </a:gra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AU" noProof="0" dirty="0"/>
          </a:p>
        </p:txBody>
      </p:sp>
      <p:sp>
        <p:nvSpPr>
          <p:cNvPr id="14" name="Oval 13"/>
          <p:cNvSpPr/>
          <p:nvPr userDrawn="1"/>
        </p:nvSpPr>
        <p:spPr>
          <a:xfrm>
            <a:off x="435291" y="2342910"/>
            <a:ext cx="228600" cy="228600"/>
          </a:xfrm>
          <a:prstGeom prst="ellipse">
            <a:avLst/>
          </a:prstGeom>
          <a:solidFill>
            <a:schemeClr val="accent5"/>
          </a:solidFill>
          <a:ln w="254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AU" noProof="0"/>
          </a:p>
        </p:txBody>
      </p:sp>
      <p:sp>
        <p:nvSpPr>
          <p:cNvPr id="15" name="Oval 14"/>
          <p:cNvSpPr/>
          <p:nvPr userDrawn="1"/>
        </p:nvSpPr>
        <p:spPr>
          <a:xfrm>
            <a:off x="435291" y="3371305"/>
            <a:ext cx="228600" cy="228600"/>
          </a:xfrm>
          <a:prstGeom prst="ellipse">
            <a:avLst/>
          </a:prstGeom>
          <a:solidFill>
            <a:schemeClr val="accent5"/>
          </a:solidFill>
          <a:ln w="254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AU" noProof="0"/>
          </a:p>
        </p:txBody>
      </p:sp>
      <p:sp>
        <p:nvSpPr>
          <p:cNvPr id="16" name="Oval 15"/>
          <p:cNvSpPr/>
          <p:nvPr userDrawn="1"/>
        </p:nvSpPr>
        <p:spPr>
          <a:xfrm>
            <a:off x="435291" y="4399700"/>
            <a:ext cx="228600" cy="228600"/>
          </a:xfrm>
          <a:prstGeom prst="ellipse">
            <a:avLst/>
          </a:prstGeom>
          <a:solidFill>
            <a:schemeClr val="accent5"/>
          </a:solidFill>
          <a:ln w="254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AU" noProof="0"/>
          </a:p>
        </p:txBody>
      </p:sp>
      <p:sp>
        <p:nvSpPr>
          <p:cNvPr id="17" name="Text Placeholder 3"/>
          <p:cNvSpPr>
            <a:spLocks noGrp="1"/>
          </p:cNvSpPr>
          <p:nvPr>
            <p:ph type="body" sz="quarter" idx="22"/>
          </p:nvPr>
        </p:nvSpPr>
        <p:spPr>
          <a:xfrm>
            <a:off x="1126800" y="5181469"/>
            <a:ext cx="8244977" cy="721854"/>
          </a:xfrm>
          <a:noFill/>
        </p:spPr>
        <p:txBody>
          <a:bodyPr lIns="252000" tIns="180000" rIns="252000" bIns="180000" anchor="ctr"/>
          <a:lstStyle>
            <a:lvl1pPr>
              <a:defRPr sz="1400">
                <a:solidFill>
                  <a:schemeClr val="bg2"/>
                </a:solidFill>
              </a:defRPr>
            </a:lvl1pPr>
            <a:lvl2pPr>
              <a:defRPr sz="1400">
                <a:solidFill>
                  <a:schemeClr val="bg2"/>
                </a:solidFill>
              </a:defRPr>
            </a:lvl2pPr>
            <a:lvl3pPr>
              <a:defRPr>
                <a:solidFill>
                  <a:schemeClr val="bg2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18" name="Oval 17"/>
          <p:cNvSpPr/>
          <p:nvPr userDrawn="1"/>
        </p:nvSpPr>
        <p:spPr>
          <a:xfrm>
            <a:off x="435291" y="5428096"/>
            <a:ext cx="228600" cy="228600"/>
          </a:xfrm>
          <a:prstGeom prst="ellipse">
            <a:avLst/>
          </a:prstGeom>
          <a:solidFill>
            <a:schemeClr val="accent5"/>
          </a:solidFill>
          <a:ln w="254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AU" noProof="0"/>
          </a:p>
        </p:txBody>
      </p:sp>
      <p:sp>
        <p:nvSpPr>
          <p:cNvPr id="19" name="TextBox 18"/>
          <p:cNvSpPr txBox="1"/>
          <p:nvPr userDrawn="1"/>
        </p:nvSpPr>
        <p:spPr>
          <a:xfrm>
            <a:off x="8841432" y="6392361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E8856DA-B77A-4A94-8E84-45BF77D9376B}" type="slidenum">
              <a:rPr lang="en-AU" sz="1200" noProof="0" smtClean="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AU" sz="1200" noProof="0" dirty="0">
              <a:solidFill>
                <a:schemeClr val="accent3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8143C4AD-44D1-4E44-9783-09068D5ECA2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504000"/>
            <a:ext cx="8820000" cy="504056"/>
          </a:xfrm>
        </p:spPr>
        <p:txBody>
          <a:bodyPr anchor="ctr" anchorCtr="0"/>
          <a:lstStyle>
            <a:lvl1pPr marL="0" marR="0" indent="0" algn="l" defTabSz="914349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/>
            </a:lvl1pPr>
          </a:lstStyle>
          <a:p>
            <a:pPr lvl="0"/>
            <a:r>
              <a:rPr lang="en-AU" noProof="0" dirty="0"/>
              <a:t>Governing thought</a:t>
            </a:r>
          </a:p>
        </p:txBody>
      </p:sp>
      <p:sp>
        <p:nvSpPr>
          <p:cNvPr id="23" name="Text Placeholder 10">
            <a:extLst>
              <a:ext uri="{FF2B5EF4-FFF2-40B4-BE49-F238E27FC236}">
                <a16:creationId xmlns:a16="http://schemas.microsoft.com/office/drawing/2014/main" id="{53D3DC2A-C1DA-4A91-8EF0-1E047BE41864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40000" y="1008000"/>
            <a:ext cx="8820000" cy="504056"/>
          </a:xfrm>
          <a:prstGeom prst="rect">
            <a:avLst/>
          </a:prstGeom>
        </p:spPr>
        <p:txBody>
          <a:bodyPr anchor="t"/>
          <a:lstStyle>
            <a:lvl1pPr>
              <a:lnSpc>
                <a:spcPct val="90000"/>
              </a:lnSpc>
              <a:defRPr sz="1800">
                <a:solidFill>
                  <a:schemeClr val="bg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  <a:lvl5pPr>
              <a:defRPr/>
            </a:lvl5pPr>
          </a:lstStyle>
          <a:p>
            <a:pPr lvl="0"/>
            <a:r>
              <a:rPr lang="en-AU" noProof="0" dirty="0"/>
              <a:t>Sub title</a:t>
            </a:r>
          </a:p>
        </p:txBody>
      </p:sp>
    </p:spTree>
    <p:extLst>
      <p:ext uri="{BB962C8B-B14F-4D97-AF65-F5344CB8AC3E}">
        <p14:creationId xmlns:p14="http://schemas.microsoft.com/office/powerpoint/2010/main" val="1869173812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key points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5339" cy="109703"/>
          </a:xfrm>
          <a:prstGeom prst="rect">
            <a:avLst/>
          </a:prstGeom>
        </p:spPr>
      </p:pic>
      <p:sp>
        <p:nvSpPr>
          <p:cNvPr id="12" name="TextBox 11"/>
          <p:cNvSpPr txBox="1"/>
          <p:nvPr userDrawn="1"/>
        </p:nvSpPr>
        <p:spPr>
          <a:xfrm>
            <a:off x="8841432" y="6392361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E8856DA-B77A-4A94-8E84-45BF77D9376B}" type="slidenum">
              <a:rPr lang="en-AU" sz="1200" noProof="0" smtClean="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AU" sz="1200" noProof="0" dirty="0">
              <a:solidFill>
                <a:schemeClr val="accent3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A2B318CE-9697-4712-A5D4-C8E2EABBFBD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504000"/>
            <a:ext cx="8820000" cy="504056"/>
          </a:xfrm>
        </p:spPr>
        <p:txBody>
          <a:bodyPr anchor="ctr" anchorCtr="0"/>
          <a:lstStyle>
            <a:lvl1pPr marL="0" marR="0" indent="0" algn="l" defTabSz="914349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/>
            </a:lvl1pPr>
          </a:lstStyle>
          <a:p>
            <a:pPr lvl="0"/>
            <a:r>
              <a:rPr lang="en-AU" noProof="0" dirty="0"/>
              <a:t>Governing thought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D0D7852-5F7F-40D5-B8FB-2B9409039E5E}"/>
              </a:ext>
            </a:extLst>
          </p:cNvPr>
          <p:cNvSpPr/>
          <p:nvPr userDrawn="1"/>
        </p:nvSpPr>
        <p:spPr>
          <a:xfrm>
            <a:off x="0" y="1728000"/>
            <a:ext cx="9906000" cy="4572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AU" noProof="0"/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DD344F46-ED31-4BB8-A4E3-7730C6B1F13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126703" y="2564904"/>
            <a:ext cx="8245898" cy="721854"/>
          </a:xfrm>
          <a:noFill/>
        </p:spPr>
        <p:txBody>
          <a:bodyPr lIns="252000" tIns="180000" rIns="252000" bIns="180000" anchor="ctr"/>
          <a:lstStyle>
            <a:lvl1pPr>
              <a:defRPr sz="1400">
                <a:solidFill>
                  <a:schemeClr val="bg2"/>
                </a:solidFill>
              </a:defRPr>
            </a:lvl1pPr>
            <a:lvl2pPr>
              <a:defRPr sz="1400">
                <a:solidFill>
                  <a:schemeClr val="bg2"/>
                </a:solidFill>
              </a:defRPr>
            </a:lvl2pPr>
            <a:lvl3pPr>
              <a:defRPr>
                <a:solidFill>
                  <a:schemeClr val="bg2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8CF95009-315F-445F-BE38-3942ACE6440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126655" y="3593299"/>
            <a:ext cx="8245122" cy="721854"/>
          </a:xfrm>
          <a:noFill/>
        </p:spPr>
        <p:txBody>
          <a:bodyPr lIns="252000" tIns="180000" rIns="252000" bIns="180000" anchor="ctr"/>
          <a:lstStyle>
            <a:lvl1pPr>
              <a:defRPr sz="1400">
                <a:solidFill>
                  <a:schemeClr val="bg2"/>
                </a:solidFill>
              </a:defRPr>
            </a:lvl1pPr>
            <a:lvl2pPr>
              <a:defRPr sz="1400">
                <a:solidFill>
                  <a:schemeClr val="bg2"/>
                </a:solidFill>
              </a:defRPr>
            </a:lvl2pPr>
            <a:lvl3pPr>
              <a:defRPr>
                <a:solidFill>
                  <a:schemeClr val="bg2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55DC81ED-55D9-4EF4-8929-79E4A703EAE2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126800" y="4621694"/>
            <a:ext cx="8244977" cy="721854"/>
          </a:xfrm>
          <a:noFill/>
        </p:spPr>
        <p:txBody>
          <a:bodyPr lIns="252000" tIns="180000" rIns="252000" bIns="180000" anchor="ctr"/>
          <a:lstStyle>
            <a:lvl1pPr>
              <a:defRPr sz="1400">
                <a:solidFill>
                  <a:schemeClr val="bg2"/>
                </a:solidFill>
              </a:defRPr>
            </a:lvl1pPr>
            <a:lvl2pPr>
              <a:defRPr sz="1400">
                <a:solidFill>
                  <a:schemeClr val="bg2"/>
                </a:solidFill>
              </a:defRPr>
            </a:lvl2pPr>
            <a:lvl3pPr>
              <a:defRPr>
                <a:solidFill>
                  <a:schemeClr val="bg2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7C3C23C-F16F-4A9D-8FDF-F0314A9005C2}"/>
              </a:ext>
            </a:extLst>
          </p:cNvPr>
          <p:cNvSpPr/>
          <p:nvPr userDrawn="1"/>
        </p:nvSpPr>
        <p:spPr>
          <a:xfrm>
            <a:off x="531591" y="1728000"/>
            <a:ext cx="36000" cy="4571999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50000">
                <a:schemeClr val="accent3"/>
              </a:gs>
              <a:gs pos="100000">
                <a:schemeClr val="accent4"/>
              </a:gs>
            </a:gsLst>
            <a:lin ang="5400000" scaled="1"/>
            <a:tileRect/>
          </a:gra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AU" noProof="0" dirty="0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D264E8D8-319B-4979-93E9-4FA1E4DD3F3B}"/>
              </a:ext>
            </a:extLst>
          </p:cNvPr>
          <p:cNvSpPr/>
          <p:nvPr userDrawn="1"/>
        </p:nvSpPr>
        <p:spPr>
          <a:xfrm>
            <a:off x="435291" y="2811531"/>
            <a:ext cx="228600" cy="228600"/>
          </a:xfrm>
          <a:prstGeom prst="ellipse">
            <a:avLst/>
          </a:prstGeom>
          <a:solidFill>
            <a:schemeClr val="accent5"/>
          </a:solidFill>
          <a:ln w="254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AU" noProof="0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A4BE9461-180C-4C51-8A0F-DD26F3C701ED}"/>
              </a:ext>
            </a:extLst>
          </p:cNvPr>
          <p:cNvSpPr/>
          <p:nvPr userDrawn="1"/>
        </p:nvSpPr>
        <p:spPr>
          <a:xfrm>
            <a:off x="435291" y="3839926"/>
            <a:ext cx="228600" cy="228600"/>
          </a:xfrm>
          <a:prstGeom prst="ellipse">
            <a:avLst/>
          </a:prstGeom>
          <a:solidFill>
            <a:schemeClr val="accent5"/>
          </a:solidFill>
          <a:ln w="254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AU" noProof="0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B608E0FD-AA66-4AAA-9242-1276EE889CB5}"/>
              </a:ext>
            </a:extLst>
          </p:cNvPr>
          <p:cNvSpPr/>
          <p:nvPr userDrawn="1"/>
        </p:nvSpPr>
        <p:spPr>
          <a:xfrm>
            <a:off x="435291" y="4868321"/>
            <a:ext cx="228600" cy="228600"/>
          </a:xfrm>
          <a:prstGeom prst="ellipse">
            <a:avLst/>
          </a:prstGeom>
          <a:solidFill>
            <a:schemeClr val="accent5"/>
          </a:solidFill>
          <a:ln w="254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AU" noProof="0"/>
          </a:p>
        </p:txBody>
      </p:sp>
      <p:sp>
        <p:nvSpPr>
          <p:cNvPr id="33" name="Text Placeholder 10">
            <a:extLst>
              <a:ext uri="{FF2B5EF4-FFF2-40B4-BE49-F238E27FC236}">
                <a16:creationId xmlns:a16="http://schemas.microsoft.com/office/drawing/2014/main" id="{4C4B2D6A-3227-46BE-A311-7A717FCCF27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40000" y="1008000"/>
            <a:ext cx="8820000" cy="504056"/>
          </a:xfrm>
          <a:prstGeom prst="rect">
            <a:avLst/>
          </a:prstGeom>
        </p:spPr>
        <p:txBody>
          <a:bodyPr anchor="t"/>
          <a:lstStyle>
            <a:lvl1pPr>
              <a:lnSpc>
                <a:spcPct val="90000"/>
              </a:lnSpc>
              <a:defRPr sz="1800">
                <a:solidFill>
                  <a:schemeClr val="bg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  <a:lvl5pPr>
              <a:defRPr/>
            </a:lvl5pPr>
          </a:lstStyle>
          <a:p>
            <a:pPr lvl="0"/>
            <a:r>
              <a:rPr lang="en-AU" noProof="0" dirty="0"/>
              <a:t>Sub title</a:t>
            </a:r>
          </a:p>
        </p:txBody>
      </p:sp>
    </p:spTree>
    <p:extLst>
      <p:ext uri="{BB962C8B-B14F-4D97-AF65-F5344CB8AC3E}">
        <p14:creationId xmlns:p14="http://schemas.microsoft.com/office/powerpoint/2010/main" val="2163407772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 panel small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96111213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914" name="think-cell Slide" r:id="rId5" imgW="270" imgH="270" progId="TCLayout.ActiveDocument.1">
                  <p:embed/>
                </p:oleObj>
              </mc:Choice>
              <mc:Fallback>
                <p:oleObj name="think-cell Slide" r:id="rId5" imgW="270" imgH="270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AU" sz="2800" b="0" i="0" baseline="0" dirty="0">
              <a:latin typeface="Segoe UI Semibold"/>
              <a:ea typeface="+mj-ea"/>
              <a:cs typeface="+mj-cs"/>
              <a:sym typeface="Segoe UI Semibold"/>
            </a:endParaRPr>
          </a:p>
        </p:txBody>
      </p:sp>
      <p:pic>
        <p:nvPicPr>
          <p:cNvPr id="4" name="Picture 3"/>
          <p:cNvPicPr>
            <a:picLocks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5339" cy="109703"/>
          </a:xfrm>
          <a:prstGeom prst="rect">
            <a:avLst/>
          </a:prstGeom>
        </p:spPr>
      </p:pic>
      <p:sp>
        <p:nvSpPr>
          <p:cNvPr id="6" name="Rectangle 5"/>
          <p:cNvSpPr/>
          <p:nvPr userDrawn="1"/>
        </p:nvSpPr>
        <p:spPr>
          <a:xfrm>
            <a:off x="0" y="108000"/>
            <a:ext cx="2292080" cy="6748297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7" name="Chart 1"/>
          <p:cNvSpPr>
            <a:spLocks noGrp="1"/>
          </p:cNvSpPr>
          <p:nvPr>
            <p:ph sz="quarter" idx="14"/>
          </p:nvPr>
        </p:nvSpPr>
        <p:spPr>
          <a:xfrm>
            <a:off x="2648744" y="1412776"/>
            <a:ext cx="6768876" cy="4536504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8" name="Tagline"/>
          <p:cNvSpPr>
            <a:spLocks noGrp="1"/>
          </p:cNvSpPr>
          <p:nvPr>
            <p:ph type="body" sz="quarter" idx="31"/>
          </p:nvPr>
        </p:nvSpPr>
        <p:spPr>
          <a:xfrm>
            <a:off x="287999" y="548680"/>
            <a:ext cx="1692000" cy="5688632"/>
          </a:xfrm>
        </p:spPr>
        <p:txBody>
          <a:bodyPr anchor="ctr"/>
          <a:lstStyle>
            <a:lvl1pPr>
              <a:defRPr sz="1400">
                <a:solidFill>
                  <a:schemeClr val="bg2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>
              <a:buClr>
                <a:schemeClr val="bg2"/>
              </a:buClr>
              <a:defRPr sz="1400">
                <a:solidFill>
                  <a:schemeClr val="bg2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2pPr>
            <a:lvl3pPr>
              <a:buClr>
                <a:schemeClr val="bg2"/>
              </a:buClr>
              <a:defRPr sz="1400">
                <a:solidFill>
                  <a:schemeClr val="bg2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3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9" name="Source"/>
          <p:cNvSpPr>
            <a:spLocks noGrp="1"/>
          </p:cNvSpPr>
          <p:nvPr>
            <p:ph type="body" sz="quarter" idx="32" hasCustomPrompt="1"/>
          </p:nvPr>
        </p:nvSpPr>
        <p:spPr>
          <a:xfrm>
            <a:off x="2660300" y="6021288"/>
            <a:ext cx="6685313" cy="287214"/>
          </a:xfrm>
        </p:spPr>
        <p:txBody>
          <a:bodyPr anchor="ctr"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 lvl="0"/>
            <a:r>
              <a:rPr lang="en-AU" noProof="0" dirty="0"/>
              <a:t>Source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8841432" y="6392361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E8856DA-B77A-4A94-8E84-45BF77D9376B}" type="slidenum">
              <a:rPr lang="en-AU" sz="1200" noProof="0" smtClean="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AU" sz="1200" noProof="0" dirty="0">
              <a:solidFill>
                <a:schemeClr val="accent3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1" name="Governing Thought">
            <a:extLst>
              <a:ext uri="{FF2B5EF4-FFF2-40B4-BE49-F238E27FC236}">
                <a16:creationId xmlns:a16="http://schemas.microsoft.com/office/drawing/2014/main" id="{B944E3E9-E0D7-48BD-AA61-C9C9011FD8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49600" y="504000"/>
            <a:ext cx="6711256" cy="504056"/>
          </a:xfrm>
        </p:spPr>
        <p:txBody>
          <a:bodyPr anchor="ctr" anchorCtr="0"/>
          <a:lstStyle>
            <a:lvl1pPr marL="0" marR="0" indent="0" algn="l" defTabSz="914349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/>
            </a:lvl1pPr>
          </a:lstStyle>
          <a:p>
            <a:pPr lvl="0"/>
            <a:r>
              <a:rPr lang="en-AU" noProof="0" dirty="0"/>
              <a:t>Governing thought</a:t>
            </a:r>
          </a:p>
        </p:txBody>
      </p:sp>
    </p:spTree>
    <p:extLst>
      <p:ext uri="{BB962C8B-B14F-4D97-AF65-F5344CB8AC3E}">
        <p14:creationId xmlns:p14="http://schemas.microsoft.com/office/powerpoint/2010/main" val="2410616513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 panel small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1601773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938" name="think-cell Slide" r:id="rId5" imgW="270" imgH="270" progId="TCLayout.ActiveDocument.1">
                  <p:embed/>
                </p:oleObj>
              </mc:Choice>
              <mc:Fallback>
                <p:oleObj name="think-cell Slide" r:id="rId5" imgW="270" imgH="270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AU" sz="2800" b="0" i="0" baseline="0" dirty="0">
              <a:latin typeface="Segoe UI Semibold"/>
              <a:ea typeface="+mj-ea"/>
              <a:cs typeface="+mj-cs"/>
              <a:sym typeface="Segoe UI Semibold"/>
            </a:endParaRPr>
          </a:p>
        </p:txBody>
      </p:sp>
      <p:pic>
        <p:nvPicPr>
          <p:cNvPr id="4" name="Picture 3"/>
          <p:cNvPicPr>
            <a:picLocks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5339" cy="109703"/>
          </a:xfrm>
          <a:prstGeom prst="rect">
            <a:avLst/>
          </a:prstGeom>
        </p:spPr>
      </p:pic>
      <p:sp>
        <p:nvSpPr>
          <p:cNvPr id="6" name="Rectangle 5"/>
          <p:cNvSpPr/>
          <p:nvPr userDrawn="1"/>
        </p:nvSpPr>
        <p:spPr>
          <a:xfrm>
            <a:off x="-3376" y="108000"/>
            <a:ext cx="2292080" cy="674829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7" name="Chart 1"/>
          <p:cNvSpPr>
            <a:spLocks noGrp="1"/>
          </p:cNvSpPr>
          <p:nvPr>
            <p:ph sz="quarter" idx="14"/>
          </p:nvPr>
        </p:nvSpPr>
        <p:spPr>
          <a:xfrm>
            <a:off x="2648744" y="1412776"/>
            <a:ext cx="6768876" cy="4536504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8" name="Tagline"/>
          <p:cNvSpPr>
            <a:spLocks noGrp="1"/>
          </p:cNvSpPr>
          <p:nvPr>
            <p:ph type="body" sz="quarter" idx="31"/>
          </p:nvPr>
        </p:nvSpPr>
        <p:spPr>
          <a:xfrm>
            <a:off x="288000" y="548680"/>
            <a:ext cx="1692000" cy="5688632"/>
          </a:xfrm>
        </p:spPr>
        <p:txBody>
          <a:bodyPr anchor="ctr"/>
          <a:lstStyle>
            <a:lvl1pPr>
              <a:defRPr sz="140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>
              <a:buClr>
                <a:schemeClr val="bg1"/>
              </a:buClr>
              <a:defRPr sz="140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2pPr>
            <a:lvl3pPr>
              <a:buClr>
                <a:schemeClr val="bg1"/>
              </a:buClr>
              <a:defRPr sz="140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3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9" name="Source"/>
          <p:cNvSpPr>
            <a:spLocks noGrp="1"/>
          </p:cNvSpPr>
          <p:nvPr>
            <p:ph type="body" sz="quarter" idx="32" hasCustomPrompt="1"/>
          </p:nvPr>
        </p:nvSpPr>
        <p:spPr>
          <a:xfrm>
            <a:off x="2660300" y="6021288"/>
            <a:ext cx="6685313" cy="287214"/>
          </a:xfrm>
        </p:spPr>
        <p:txBody>
          <a:bodyPr anchor="ctr"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 lvl="0"/>
            <a:r>
              <a:rPr lang="en-AU" noProof="0" dirty="0"/>
              <a:t>Source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8841432" y="6392361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E8856DA-B77A-4A94-8E84-45BF77D9376B}" type="slidenum">
              <a:rPr lang="en-AU" sz="1200" noProof="0" smtClean="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AU" sz="1200" noProof="0" dirty="0">
              <a:solidFill>
                <a:schemeClr val="accent3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3" name="Governing Thought">
            <a:extLst>
              <a:ext uri="{FF2B5EF4-FFF2-40B4-BE49-F238E27FC236}">
                <a16:creationId xmlns:a16="http://schemas.microsoft.com/office/drawing/2014/main" id="{D5280923-8894-493F-AA72-DC795FA2B9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49600" y="504000"/>
            <a:ext cx="6711256" cy="504056"/>
          </a:xfrm>
        </p:spPr>
        <p:txBody>
          <a:bodyPr anchor="ctr" anchorCtr="0"/>
          <a:lstStyle>
            <a:lvl1pPr marL="0" marR="0" indent="0" algn="l" defTabSz="914349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/>
            </a:lvl1pPr>
          </a:lstStyle>
          <a:p>
            <a:pPr lvl="0"/>
            <a:r>
              <a:rPr lang="en-AU" noProof="0" dirty="0"/>
              <a:t>Governing thought</a:t>
            </a:r>
          </a:p>
        </p:txBody>
      </p:sp>
    </p:spTree>
    <p:extLst>
      <p:ext uri="{BB962C8B-B14F-4D97-AF65-F5344CB8AC3E}">
        <p14:creationId xmlns:p14="http://schemas.microsoft.com/office/powerpoint/2010/main" val="615810675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 panel small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54541130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62" name="think-cell Slide" r:id="rId5" imgW="270" imgH="270" progId="TCLayout.ActiveDocument.1">
                  <p:embed/>
                </p:oleObj>
              </mc:Choice>
              <mc:Fallback>
                <p:oleObj name="think-cell Slide" r:id="rId5" imgW="270" imgH="270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AU" sz="2800" b="0" i="0" baseline="0" dirty="0">
              <a:latin typeface="Segoe UI Semibold"/>
              <a:ea typeface="+mj-ea"/>
              <a:cs typeface="+mj-cs"/>
              <a:sym typeface="Segoe UI Semibold"/>
            </a:endParaRPr>
          </a:p>
        </p:txBody>
      </p:sp>
      <p:pic>
        <p:nvPicPr>
          <p:cNvPr id="4" name="Picture 3"/>
          <p:cNvPicPr>
            <a:picLocks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5339" cy="109703"/>
          </a:xfrm>
          <a:prstGeom prst="rect">
            <a:avLst/>
          </a:prstGeom>
        </p:spPr>
      </p:pic>
      <p:sp>
        <p:nvSpPr>
          <p:cNvPr id="6" name="Rectangle 5"/>
          <p:cNvSpPr/>
          <p:nvPr userDrawn="1"/>
        </p:nvSpPr>
        <p:spPr>
          <a:xfrm>
            <a:off x="7618543" y="108000"/>
            <a:ext cx="2292080" cy="6748297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7" name="Chart 1"/>
          <p:cNvSpPr>
            <a:spLocks noGrp="1"/>
          </p:cNvSpPr>
          <p:nvPr>
            <p:ph sz="quarter" idx="14"/>
          </p:nvPr>
        </p:nvSpPr>
        <p:spPr>
          <a:xfrm>
            <a:off x="560388" y="1412776"/>
            <a:ext cx="6732000" cy="4536504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8" name="Tagline"/>
          <p:cNvSpPr>
            <a:spLocks noGrp="1"/>
          </p:cNvSpPr>
          <p:nvPr>
            <p:ph type="body" sz="quarter" idx="31"/>
          </p:nvPr>
        </p:nvSpPr>
        <p:spPr>
          <a:xfrm>
            <a:off x="7920000" y="562159"/>
            <a:ext cx="1692000" cy="5688632"/>
          </a:xfrm>
        </p:spPr>
        <p:txBody>
          <a:bodyPr anchor="ctr"/>
          <a:lstStyle>
            <a:lvl1pPr>
              <a:defRPr sz="1400">
                <a:solidFill>
                  <a:schemeClr val="bg2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>
              <a:buClr>
                <a:schemeClr val="bg2"/>
              </a:buClr>
              <a:defRPr sz="1400">
                <a:solidFill>
                  <a:schemeClr val="bg2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2pPr>
            <a:lvl3pPr>
              <a:buClr>
                <a:schemeClr val="bg2"/>
              </a:buClr>
              <a:defRPr sz="1400">
                <a:solidFill>
                  <a:schemeClr val="bg2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3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9" name="Source"/>
          <p:cNvSpPr>
            <a:spLocks noGrp="1"/>
          </p:cNvSpPr>
          <p:nvPr>
            <p:ph type="body" sz="quarter" idx="32" hasCustomPrompt="1"/>
          </p:nvPr>
        </p:nvSpPr>
        <p:spPr>
          <a:xfrm>
            <a:off x="571944" y="6021288"/>
            <a:ext cx="6685313" cy="287214"/>
          </a:xfrm>
        </p:spPr>
        <p:txBody>
          <a:bodyPr anchor="ctr"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 lvl="0"/>
            <a:r>
              <a:rPr lang="en-AU" noProof="0" dirty="0"/>
              <a:t>Source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8841432" y="6392361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E8856DA-B77A-4A94-8E84-45BF77D9376B}" type="slidenum">
              <a:rPr lang="en-AU" sz="1200" noProof="0" smtClean="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AU" sz="1200" noProof="0" dirty="0">
              <a:solidFill>
                <a:schemeClr val="accent3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1" name="Governing Thought">
            <a:extLst>
              <a:ext uri="{FF2B5EF4-FFF2-40B4-BE49-F238E27FC236}">
                <a16:creationId xmlns:a16="http://schemas.microsoft.com/office/drawing/2014/main" id="{F491780B-65F6-41A7-81F8-5AB541FCD5E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504000"/>
            <a:ext cx="6732000" cy="504056"/>
          </a:xfrm>
        </p:spPr>
        <p:txBody>
          <a:bodyPr anchor="ctr" anchorCtr="0"/>
          <a:lstStyle>
            <a:lvl1pPr marL="0" marR="0" indent="0" algn="l" defTabSz="914349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/>
            </a:lvl1pPr>
          </a:lstStyle>
          <a:p>
            <a:pPr lvl="0"/>
            <a:r>
              <a:rPr lang="en-AU" noProof="0" dirty="0"/>
              <a:t>Governing thought</a:t>
            </a:r>
          </a:p>
        </p:txBody>
      </p:sp>
    </p:spTree>
    <p:extLst>
      <p:ext uri="{BB962C8B-B14F-4D97-AF65-F5344CB8AC3E}">
        <p14:creationId xmlns:p14="http://schemas.microsoft.com/office/powerpoint/2010/main" val="181023164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 panel small right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12587273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986" name="think-cell Slide" r:id="rId5" imgW="270" imgH="270" progId="TCLayout.ActiveDocument.1">
                  <p:embed/>
                </p:oleObj>
              </mc:Choice>
              <mc:Fallback>
                <p:oleObj name="think-cell Slide" r:id="rId5" imgW="270" imgH="270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AU" sz="2800" b="0" i="0" baseline="0" dirty="0">
              <a:latin typeface="Segoe UI Semibold"/>
              <a:ea typeface="+mj-ea"/>
              <a:cs typeface="+mj-cs"/>
              <a:sym typeface="Segoe UI Semibold"/>
            </a:endParaRPr>
          </a:p>
        </p:txBody>
      </p:sp>
      <p:pic>
        <p:nvPicPr>
          <p:cNvPr id="4" name="Picture 3"/>
          <p:cNvPicPr>
            <a:picLocks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5339" cy="109703"/>
          </a:xfrm>
          <a:prstGeom prst="rect">
            <a:avLst/>
          </a:prstGeom>
        </p:spPr>
      </p:pic>
      <p:sp>
        <p:nvSpPr>
          <p:cNvPr id="6" name="Rectangle 5"/>
          <p:cNvSpPr/>
          <p:nvPr userDrawn="1"/>
        </p:nvSpPr>
        <p:spPr>
          <a:xfrm>
            <a:off x="7613920" y="108000"/>
            <a:ext cx="2292080" cy="674829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7" name="Chart 1"/>
          <p:cNvSpPr>
            <a:spLocks noGrp="1"/>
          </p:cNvSpPr>
          <p:nvPr>
            <p:ph sz="quarter" idx="14"/>
          </p:nvPr>
        </p:nvSpPr>
        <p:spPr>
          <a:xfrm>
            <a:off x="560388" y="1412776"/>
            <a:ext cx="6732000" cy="4536504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8" name="Tagline"/>
          <p:cNvSpPr>
            <a:spLocks noGrp="1"/>
          </p:cNvSpPr>
          <p:nvPr>
            <p:ph type="body" sz="quarter" idx="31"/>
          </p:nvPr>
        </p:nvSpPr>
        <p:spPr>
          <a:xfrm>
            <a:off x="7920000" y="562159"/>
            <a:ext cx="1692000" cy="5688632"/>
          </a:xfrm>
        </p:spPr>
        <p:txBody>
          <a:bodyPr anchor="ctr"/>
          <a:lstStyle>
            <a:lvl1pPr>
              <a:defRPr sz="140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>
              <a:buClr>
                <a:schemeClr val="bg1"/>
              </a:buClr>
              <a:defRPr sz="140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2pPr>
            <a:lvl3pPr>
              <a:buClr>
                <a:schemeClr val="bg1"/>
              </a:buClr>
              <a:defRPr sz="140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3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9" name="Source"/>
          <p:cNvSpPr>
            <a:spLocks noGrp="1"/>
          </p:cNvSpPr>
          <p:nvPr>
            <p:ph type="body" sz="quarter" idx="32" hasCustomPrompt="1"/>
          </p:nvPr>
        </p:nvSpPr>
        <p:spPr>
          <a:xfrm>
            <a:off x="571944" y="6021288"/>
            <a:ext cx="6685313" cy="287214"/>
          </a:xfrm>
        </p:spPr>
        <p:txBody>
          <a:bodyPr anchor="ctr"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 lvl="0"/>
            <a:r>
              <a:rPr lang="en-AU" noProof="0" dirty="0"/>
              <a:t>Source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8841432" y="6392361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E8856DA-B77A-4A94-8E84-45BF77D9376B}" type="slidenum">
              <a:rPr lang="en-AU" sz="1200" noProof="0" smtClean="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AU" sz="1200" noProof="0" dirty="0">
              <a:solidFill>
                <a:schemeClr val="accent3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1" name="Governing Thought">
            <a:extLst>
              <a:ext uri="{FF2B5EF4-FFF2-40B4-BE49-F238E27FC236}">
                <a16:creationId xmlns:a16="http://schemas.microsoft.com/office/drawing/2014/main" id="{16A63C25-28D2-44C9-9114-36F511FB493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504000"/>
            <a:ext cx="6732000" cy="504056"/>
          </a:xfrm>
        </p:spPr>
        <p:txBody>
          <a:bodyPr anchor="ctr" anchorCtr="0"/>
          <a:lstStyle>
            <a:lvl1pPr marL="0" marR="0" indent="0" algn="l" defTabSz="914349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/>
            </a:lvl1pPr>
          </a:lstStyle>
          <a:p>
            <a:pPr lvl="0"/>
            <a:r>
              <a:rPr lang="en-AU" noProof="0" dirty="0"/>
              <a:t>Governing thought</a:t>
            </a:r>
          </a:p>
        </p:txBody>
      </p:sp>
    </p:spTree>
    <p:extLst>
      <p:ext uri="{BB962C8B-B14F-4D97-AF65-F5344CB8AC3E}">
        <p14:creationId xmlns:p14="http://schemas.microsoft.com/office/powerpoint/2010/main" val="285326186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 panel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73477438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010" name="think-cell Slide" r:id="rId5" imgW="270" imgH="270" progId="TCLayout.ActiveDocument.1">
                  <p:embed/>
                </p:oleObj>
              </mc:Choice>
              <mc:Fallback>
                <p:oleObj name="think-cell Slide" r:id="rId5" imgW="270" imgH="270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AU" sz="2800" b="0" i="0" baseline="0" dirty="0">
              <a:latin typeface="Segoe UI Semibold"/>
              <a:ea typeface="+mj-ea"/>
              <a:cs typeface="+mj-cs"/>
              <a:sym typeface="Segoe UI Semibold"/>
            </a:endParaRPr>
          </a:p>
        </p:txBody>
      </p:sp>
      <p:pic>
        <p:nvPicPr>
          <p:cNvPr id="4" name="Picture 3"/>
          <p:cNvPicPr>
            <a:picLocks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5339" cy="109703"/>
          </a:xfrm>
          <a:prstGeom prst="rect">
            <a:avLst/>
          </a:prstGeom>
        </p:spPr>
      </p:pic>
      <p:sp>
        <p:nvSpPr>
          <p:cNvPr id="6" name="Rectangle 5"/>
          <p:cNvSpPr/>
          <p:nvPr userDrawn="1"/>
        </p:nvSpPr>
        <p:spPr>
          <a:xfrm>
            <a:off x="-3376" y="108000"/>
            <a:ext cx="3270094" cy="674829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AU" noProof="0"/>
          </a:p>
        </p:txBody>
      </p:sp>
      <p:sp>
        <p:nvSpPr>
          <p:cNvPr id="7" name="Content Placeholder 5"/>
          <p:cNvSpPr>
            <a:spLocks noGrp="1"/>
          </p:cNvSpPr>
          <p:nvPr>
            <p:ph sz="quarter" idx="14"/>
          </p:nvPr>
        </p:nvSpPr>
        <p:spPr>
          <a:xfrm>
            <a:off x="3636000" y="1412776"/>
            <a:ext cx="5760000" cy="4536504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8" name="Text Placeholder 8"/>
          <p:cNvSpPr>
            <a:spLocks noGrp="1"/>
          </p:cNvSpPr>
          <p:nvPr>
            <p:ph type="body" sz="quarter" idx="31"/>
          </p:nvPr>
        </p:nvSpPr>
        <p:spPr>
          <a:xfrm>
            <a:off x="396000" y="548680"/>
            <a:ext cx="2448271" cy="5688632"/>
          </a:xfrm>
        </p:spPr>
        <p:txBody>
          <a:bodyPr anchor="ctr"/>
          <a:lstStyle>
            <a:lvl1pPr>
              <a:defRPr sz="160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>
              <a:buClr>
                <a:schemeClr val="bg1"/>
              </a:buClr>
              <a:defRPr sz="160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2pPr>
            <a:lvl3pPr>
              <a:buClr>
                <a:schemeClr val="bg1"/>
              </a:buClr>
              <a:defRPr sz="160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3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9" name="Text Placeholder 2"/>
          <p:cNvSpPr>
            <a:spLocks noGrp="1"/>
          </p:cNvSpPr>
          <p:nvPr>
            <p:ph type="body" sz="quarter" idx="32" hasCustomPrompt="1"/>
          </p:nvPr>
        </p:nvSpPr>
        <p:spPr>
          <a:xfrm>
            <a:off x="3636000" y="6021288"/>
            <a:ext cx="5760765" cy="287214"/>
          </a:xfrm>
        </p:spPr>
        <p:txBody>
          <a:bodyPr anchor="ctr"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 lvl="0"/>
            <a:r>
              <a:rPr lang="en-AU" noProof="0" dirty="0"/>
              <a:t>Source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8841432" y="6392361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E8856DA-B77A-4A94-8E84-45BF77D9376B}" type="slidenum">
              <a:rPr lang="en-AU" sz="1200" noProof="0" smtClean="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AU" sz="1200" noProof="0" dirty="0">
              <a:solidFill>
                <a:schemeClr val="accent3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2471531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ide panel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20094950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034" name="think-cell Slide" r:id="rId5" imgW="270" imgH="270" progId="TCLayout.ActiveDocument.1">
                  <p:embed/>
                </p:oleObj>
              </mc:Choice>
              <mc:Fallback>
                <p:oleObj name="think-cell Slide" r:id="rId5" imgW="270" imgH="270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AU" sz="2800" b="0" i="0" baseline="0" dirty="0">
              <a:latin typeface="Segoe UI Semibold"/>
              <a:ea typeface="+mj-ea"/>
              <a:cs typeface="+mj-cs"/>
              <a:sym typeface="Segoe UI Semibold"/>
            </a:endParaRPr>
          </a:p>
        </p:txBody>
      </p:sp>
      <p:pic>
        <p:nvPicPr>
          <p:cNvPr id="4" name="Picture 3"/>
          <p:cNvPicPr>
            <a:picLocks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5339" cy="109703"/>
          </a:xfrm>
          <a:prstGeom prst="rect">
            <a:avLst/>
          </a:prstGeom>
        </p:spPr>
      </p:pic>
      <p:sp>
        <p:nvSpPr>
          <p:cNvPr id="6" name="Rectangle 5"/>
          <p:cNvSpPr/>
          <p:nvPr userDrawn="1"/>
        </p:nvSpPr>
        <p:spPr>
          <a:xfrm>
            <a:off x="-3376" y="108000"/>
            <a:ext cx="3270094" cy="674829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AU" noProof="0"/>
          </a:p>
        </p:txBody>
      </p:sp>
      <p:sp>
        <p:nvSpPr>
          <p:cNvPr id="9" name="Tagline"/>
          <p:cNvSpPr>
            <a:spLocks noGrp="1"/>
          </p:cNvSpPr>
          <p:nvPr>
            <p:ph type="body" sz="quarter" idx="15" hasCustomPrompt="1"/>
          </p:nvPr>
        </p:nvSpPr>
        <p:spPr>
          <a:xfrm>
            <a:off x="432000" y="1600610"/>
            <a:ext cx="2376264" cy="3700598"/>
          </a:xfrm>
        </p:spPr>
        <p:txBody>
          <a:bodyPr anchor="ctr"/>
          <a:lstStyle>
            <a:lvl1pPr algn="ctr">
              <a:defRPr sz="1800" i="0">
                <a:solidFill>
                  <a:schemeClr val="bg1"/>
                </a:solidFill>
                <a:latin typeface="Segoe UI Semilight" panose="020B0402040204020203" pitchFamily="34" charset="0"/>
                <a:ea typeface="Segoe UI" panose="020B0502040204020203" pitchFamily="34" charset="0"/>
                <a:cs typeface="Segoe UI Semilight" panose="020B0402040204020203" pitchFamily="34" charset="0"/>
              </a:defRPr>
            </a:lvl1pPr>
            <a:lvl2pPr>
              <a:defRPr>
                <a:solidFill>
                  <a:schemeClr val="bg1"/>
                </a:solidFill>
                <a:latin typeface="Segoe UI Semibold" panose="020B0702040204020203" pitchFamily="34" charset="0"/>
              </a:defRPr>
            </a:lvl2pPr>
            <a:lvl3pPr>
              <a:defRPr>
                <a:solidFill>
                  <a:schemeClr val="bg1"/>
                </a:solidFill>
                <a:latin typeface="Segoe UI Semibold" panose="020B0702040204020203" pitchFamily="34" charset="0"/>
              </a:defRPr>
            </a:lvl3pPr>
            <a:lvl4pPr>
              <a:defRPr>
                <a:solidFill>
                  <a:schemeClr val="bg1"/>
                </a:solidFill>
                <a:latin typeface="Segoe UI Semibold" panose="020B0702040204020203" pitchFamily="34" charset="0"/>
              </a:defRPr>
            </a:lvl4pPr>
            <a:lvl5pPr>
              <a:defRPr>
                <a:solidFill>
                  <a:schemeClr val="bg1"/>
                </a:solidFill>
                <a:latin typeface="Segoe UI Semibold" panose="020B0702040204020203" pitchFamily="34" charset="0"/>
              </a:defRPr>
            </a:lvl5pPr>
          </a:lstStyle>
          <a:p>
            <a:pPr lvl="0"/>
            <a:r>
              <a:rPr lang="en-AU" noProof="0" dirty="0"/>
              <a:t>Pull Quote</a:t>
            </a:r>
          </a:p>
        </p:txBody>
      </p:sp>
      <p:sp>
        <p:nvSpPr>
          <p:cNvPr id="10" name="Freeform 9"/>
          <p:cNvSpPr>
            <a:spLocks noChangeAspect="1" noEditPoints="1"/>
          </p:cNvSpPr>
          <p:nvPr userDrawn="1"/>
        </p:nvSpPr>
        <p:spPr bwMode="auto">
          <a:xfrm>
            <a:off x="443539" y="980728"/>
            <a:ext cx="422362" cy="339258"/>
          </a:xfrm>
          <a:custGeom>
            <a:avLst/>
            <a:gdLst>
              <a:gd name="T0" fmla="*/ 170 w 285"/>
              <a:gd name="T1" fmla="*/ 229 h 229"/>
              <a:gd name="T2" fmla="*/ 163 w 285"/>
              <a:gd name="T3" fmla="*/ 183 h 229"/>
              <a:gd name="T4" fmla="*/ 165 w 285"/>
              <a:gd name="T5" fmla="*/ 99 h 229"/>
              <a:gd name="T6" fmla="*/ 186 w 285"/>
              <a:gd name="T7" fmla="*/ 29 h 229"/>
              <a:gd name="T8" fmla="*/ 251 w 285"/>
              <a:gd name="T9" fmla="*/ 0 h 229"/>
              <a:gd name="T10" fmla="*/ 284 w 285"/>
              <a:gd name="T11" fmla="*/ 57 h 229"/>
              <a:gd name="T12" fmla="*/ 278 w 285"/>
              <a:gd name="T13" fmla="*/ 66 h 229"/>
              <a:gd name="T14" fmla="*/ 231 w 285"/>
              <a:gd name="T15" fmla="*/ 108 h 229"/>
              <a:gd name="T16" fmla="*/ 284 w 285"/>
              <a:gd name="T17" fmla="*/ 114 h 229"/>
              <a:gd name="T18" fmla="*/ 278 w 285"/>
              <a:gd name="T19" fmla="*/ 229 h 229"/>
              <a:gd name="T20" fmla="*/ 272 w 285"/>
              <a:gd name="T21" fmla="*/ 217 h 229"/>
              <a:gd name="T22" fmla="*/ 224 w 285"/>
              <a:gd name="T23" fmla="*/ 120 h 229"/>
              <a:gd name="T24" fmla="*/ 233 w 285"/>
              <a:gd name="T25" fmla="*/ 68 h 229"/>
              <a:gd name="T26" fmla="*/ 248 w 285"/>
              <a:gd name="T27" fmla="*/ 12 h 229"/>
              <a:gd name="T28" fmla="*/ 196 w 285"/>
              <a:gd name="T29" fmla="*/ 36 h 229"/>
              <a:gd name="T30" fmla="*/ 176 w 285"/>
              <a:gd name="T31" fmla="*/ 100 h 229"/>
              <a:gd name="T32" fmla="*/ 175 w 285"/>
              <a:gd name="T33" fmla="*/ 182 h 229"/>
              <a:gd name="T34" fmla="*/ 116 w 285"/>
              <a:gd name="T35" fmla="*/ 229 h 229"/>
              <a:gd name="T36" fmla="*/ 1 w 285"/>
              <a:gd name="T37" fmla="*/ 223 h 229"/>
              <a:gd name="T38" fmla="*/ 0 w 285"/>
              <a:gd name="T39" fmla="*/ 143 h 229"/>
              <a:gd name="T40" fmla="*/ 9 w 285"/>
              <a:gd name="T41" fmla="*/ 61 h 229"/>
              <a:gd name="T42" fmla="*/ 50 w 285"/>
              <a:gd name="T43" fmla="*/ 8 h 229"/>
              <a:gd name="T44" fmla="*/ 94 w 285"/>
              <a:gd name="T45" fmla="*/ 3 h 229"/>
              <a:gd name="T46" fmla="*/ 121 w 285"/>
              <a:gd name="T47" fmla="*/ 63 h 229"/>
              <a:gd name="T48" fmla="*/ 78 w 285"/>
              <a:gd name="T49" fmla="*/ 77 h 229"/>
              <a:gd name="T50" fmla="*/ 116 w 285"/>
              <a:gd name="T51" fmla="*/ 108 h 229"/>
              <a:gd name="T52" fmla="*/ 122 w 285"/>
              <a:gd name="T53" fmla="*/ 223 h 229"/>
              <a:gd name="T54" fmla="*/ 13 w 285"/>
              <a:gd name="T55" fmla="*/ 217 h 229"/>
              <a:gd name="T56" fmla="*/ 110 w 285"/>
              <a:gd name="T57" fmla="*/ 120 h 229"/>
              <a:gd name="T58" fmla="*/ 55 w 285"/>
              <a:gd name="T59" fmla="*/ 114 h 229"/>
              <a:gd name="T60" fmla="*/ 106 w 285"/>
              <a:gd name="T61" fmla="*/ 54 h 229"/>
              <a:gd name="T62" fmla="*/ 55 w 285"/>
              <a:gd name="T63" fmla="*/ 18 h 229"/>
              <a:gd name="T64" fmla="*/ 20 w 285"/>
              <a:gd name="T65" fmla="*/ 64 h 229"/>
              <a:gd name="T66" fmla="*/ 12 w 285"/>
              <a:gd name="T67" fmla="*/ 143 h 229"/>
              <a:gd name="T68" fmla="*/ 13 w 285"/>
              <a:gd name="T69" fmla="*/ 217 h 22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285" h="229">
                <a:moveTo>
                  <a:pt x="278" y="229"/>
                </a:moveTo>
                <a:cubicBezTo>
                  <a:pt x="170" y="229"/>
                  <a:pt x="170" y="229"/>
                  <a:pt x="170" y="229"/>
                </a:cubicBezTo>
                <a:cubicBezTo>
                  <a:pt x="167" y="229"/>
                  <a:pt x="164" y="226"/>
                  <a:pt x="164" y="223"/>
                </a:cubicBezTo>
                <a:cubicBezTo>
                  <a:pt x="164" y="214"/>
                  <a:pt x="164" y="201"/>
                  <a:pt x="163" y="183"/>
                </a:cubicBezTo>
                <a:cubicBezTo>
                  <a:pt x="163" y="143"/>
                  <a:pt x="163" y="143"/>
                  <a:pt x="163" y="143"/>
                </a:cubicBezTo>
                <a:cubicBezTo>
                  <a:pt x="163" y="126"/>
                  <a:pt x="163" y="112"/>
                  <a:pt x="165" y="99"/>
                </a:cubicBezTo>
                <a:cubicBezTo>
                  <a:pt x="165" y="88"/>
                  <a:pt x="167" y="77"/>
                  <a:pt x="171" y="62"/>
                </a:cubicBezTo>
                <a:cubicBezTo>
                  <a:pt x="174" y="49"/>
                  <a:pt x="179" y="38"/>
                  <a:pt x="186" y="29"/>
                </a:cubicBezTo>
                <a:cubicBezTo>
                  <a:pt x="192" y="20"/>
                  <a:pt x="201" y="13"/>
                  <a:pt x="213" y="8"/>
                </a:cubicBezTo>
                <a:cubicBezTo>
                  <a:pt x="224" y="3"/>
                  <a:pt x="237" y="0"/>
                  <a:pt x="251" y="0"/>
                </a:cubicBezTo>
                <a:cubicBezTo>
                  <a:pt x="254" y="0"/>
                  <a:pt x="256" y="1"/>
                  <a:pt x="257" y="3"/>
                </a:cubicBezTo>
                <a:cubicBezTo>
                  <a:pt x="284" y="57"/>
                  <a:pt x="284" y="57"/>
                  <a:pt x="284" y="57"/>
                </a:cubicBezTo>
                <a:cubicBezTo>
                  <a:pt x="285" y="59"/>
                  <a:pt x="285" y="61"/>
                  <a:pt x="283" y="63"/>
                </a:cubicBezTo>
                <a:cubicBezTo>
                  <a:pt x="282" y="65"/>
                  <a:pt x="280" y="66"/>
                  <a:pt x="278" y="66"/>
                </a:cubicBezTo>
                <a:cubicBezTo>
                  <a:pt x="261" y="66"/>
                  <a:pt x="249" y="70"/>
                  <a:pt x="241" y="77"/>
                </a:cubicBezTo>
                <a:cubicBezTo>
                  <a:pt x="235" y="83"/>
                  <a:pt x="231" y="94"/>
                  <a:pt x="231" y="108"/>
                </a:cubicBezTo>
                <a:cubicBezTo>
                  <a:pt x="278" y="108"/>
                  <a:pt x="278" y="108"/>
                  <a:pt x="278" y="108"/>
                </a:cubicBezTo>
                <a:cubicBezTo>
                  <a:pt x="282" y="108"/>
                  <a:pt x="284" y="111"/>
                  <a:pt x="284" y="114"/>
                </a:cubicBezTo>
                <a:cubicBezTo>
                  <a:pt x="284" y="223"/>
                  <a:pt x="284" y="223"/>
                  <a:pt x="284" y="223"/>
                </a:cubicBezTo>
                <a:cubicBezTo>
                  <a:pt x="284" y="226"/>
                  <a:pt x="282" y="229"/>
                  <a:pt x="278" y="229"/>
                </a:cubicBezTo>
                <a:close/>
                <a:moveTo>
                  <a:pt x="176" y="217"/>
                </a:moveTo>
                <a:cubicBezTo>
                  <a:pt x="272" y="217"/>
                  <a:pt x="272" y="217"/>
                  <a:pt x="272" y="217"/>
                </a:cubicBezTo>
                <a:cubicBezTo>
                  <a:pt x="272" y="120"/>
                  <a:pt x="272" y="120"/>
                  <a:pt x="272" y="120"/>
                </a:cubicBezTo>
                <a:cubicBezTo>
                  <a:pt x="224" y="120"/>
                  <a:pt x="224" y="120"/>
                  <a:pt x="224" y="120"/>
                </a:cubicBezTo>
                <a:cubicBezTo>
                  <a:pt x="221" y="120"/>
                  <a:pt x="218" y="118"/>
                  <a:pt x="218" y="114"/>
                </a:cubicBezTo>
                <a:cubicBezTo>
                  <a:pt x="218" y="94"/>
                  <a:pt x="223" y="78"/>
                  <a:pt x="233" y="68"/>
                </a:cubicBezTo>
                <a:cubicBezTo>
                  <a:pt x="241" y="60"/>
                  <a:pt x="253" y="56"/>
                  <a:pt x="269" y="54"/>
                </a:cubicBezTo>
                <a:cubicBezTo>
                  <a:pt x="248" y="12"/>
                  <a:pt x="248" y="12"/>
                  <a:pt x="248" y="12"/>
                </a:cubicBezTo>
                <a:cubicBezTo>
                  <a:pt x="236" y="12"/>
                  <a:pt x="226" y="15"/>
                  <a:pt x="218" y="18"/>
                </a:cubicBezTo>
                <a:cubicBezTo>
                  <a:pt x="208" y="23"/>
                  <a:pt x="201" y="29"/>
                  <a:pt x="196" y="36"/>
                </a:cubicBezTo>
                <a:cubicBezTo>
                  <a:pt x="190" y="44"/>
                  <a:pt x="185" y="54"/>
                  <a:pt x="183" y="64"/>
                </a:cubicBezTo>
                <a:cubicBezTo>
                  <a:pt x="179" y="79"/>
                  <a:pt x="177" y="90"/>
                  <a:pt x="176" y="100"/>
                </a:cubicBezTo>
                <a:cubicBezTo>
                  <a:pt x="175" y="112"/>
                  <a:pt x="175" y="126"/>
                  <a:pt x="175" y="143"/>
                </a:cubicBezTo>
                <a:cubicBezTo>
                  <a:pt x="175" y="182"/>
                  <a:pt x="175" y="182"/>
                  <a:pt x="175" y="182"/>
                </a:cubicBezTo>
                <a:cubicBezTo>
                  <a:pt x="176" y="197"/>
                  <a:pt x="176" y="208"/>
                  <a:pt x="176" y="217"/>
                </a:cubicBezTo>
                <a:close/>
                <a:moveTo>
                  <a:pt x="116" y="229"/>
                </a:moveTo>
                <a:cubicBezTo>
                  <a:pt x="7" y="229"/>
                  <a:pt x="7" y="229"/>
                  <a:pt x="7" y="229"/>
                </a:cubicBezTo>
                <a:cubicBezTo>
                  <a:pt x="4" y="229"/>
                  <a:pt x="1" y="226"/>
                  <a:pt x="1" y="223"/>
                </a:cubicBezTo>
                <a:cubicBezTo>
                  <a:pt x="1" y="214"/>
                  <a:pt x="1" y="201"/>
                  <a:pt x="1" y="183"/>
                </a:cubicBezTo>
                <a:cubicBezTo>
                  <a:pt x="0" y="165"/>
                  <a:pt x="0" y="151"/>
                  <a:pt x="0" y="143"/>
                </a:cubicBezTo>
                <a:cubicBezTo>
                  <a:pt x="0" y="126"/>
                  <a:pt x="1" y="112"/>
                  <a:pt x="1" y="99"/>
                </a:cubicBezTo>
                <a:cubicBezTo>
                  <a:pt x="3" y="84"/>
                  <a:pt x="5" y="72"/>
                  <a:pt x="9" y="61"/>
                </a:cubicBezTo>
                <a:cubicBezTo>
                  <a:pt x="12" y="48"/>
                  <a:pt x="17" y="37"/>
                  <a:pt x="23" y="29"/>
                </a:cubicBezTo>
                <a:cubicBezTo>
                  <a:pt x="31" y="20"/>
                  <a:pt x="39" y="13"/>
                  <a:pt x="50" y="8"/>
                </a:cubicBezTo>
                <a:cubicBezTo>
                  <a:pt x="61" y="2"/>
                  <a:pt x="75" y="0"/>
                  <a:pt x="89" y="0"/>
                </a:cubicBezTo>
                <a:cubicBezTo>
                  <a:pt x="91" y="0"/>
                  <a:pt x="93" y="1"/>
                  <a:pt x="94" y="3"/>
                </a:cubicBezTo>
                <a:cubicBezTo>
                  <a:pt x="121" y="57"/>
                  <a:pt x="121" y="57"/>
                  <a:pt x="121" y="57"/>
                </a:cubicBezTo>
                <a:cubicBezTo>
                  <a:pt x="122" y="59"/>
                  <a:pt x="122" y="61"/>
                  <a:pt x="121" y="63"/>
                </a:cubicBezTo>
                <a:cubicBezTo>
                  <a:pt x="120" y="65"/>
                  <a:pt x="118" y="66"/>
                  <a:pt x="116" y="66"/>
                </a:cubicBezTo>
                <a:cubicBezTo>
                  <a:pt x="99" y="66"/>
                  <a:pt x="86" y="70"/>
                  <a:pt x="78" y="77"/>
                </a:cubicBezTo>
                <a:cubicBezTo>
                  <a:pt x="72" y="83"/>
                  <a:pt x="68" y="94"/>
                  <a:pt x="68" y="108"/>
                </a:cubicBezTo>
                <a:cubicBezTo>
                  <a:pt x="116" y="108"/>
                  <a:pt x="116" y="108"/>
                  <a:pt x="116" y="108"/>
                </a:cubicBezTo>
                <a:cubicBezTo>
                  <a:pt x="119" y="108"/>
                  <a:pt x="122" y="111"/>
                  <a:pt x="122" y="114"/>
                </a:cubicBezTo>
                <a:cubicBezTo>
                  <a:pt x="122" y="223"/>
                  <a:pt x="122" y="223"/>
                  <a:pt x="122" y="223"/>
                </a:cubicBezTo>
                <a:cubicBezTo>
                  <a:pt x="122" y="226"/>
                  <a:pt x="119" y="229"/>
                  <a:pt x="116" y="229"/>
                </a:cubicBezTo>
                <a:close/>
                <a:moveTo>
                  <a:pt x="13" y="217"/>
                </a:moveTo>
                <a:cubicBezTo>
                  <a:pt x="110" y="217"/>
                  <a:pt x="110" y="217"/>
                  <a:pt x="110" y="217"/>
                </a:cubicBezTo>
                <a:cubicBezTo>
                  <a:pt x="110" y="120"/>
                  <a:pt x="110" y="120"/>
                  <a:pt x="110" y="120"/>
                </a:cubicBezTo>
                <a:cubicBezTo>
                  <a:pt x="61" y="120"/>
                  <a:pt x="61" y="120"/>
                  <a:pt x="61" y="120"/>
                </a:cubicBezTo>
                <a:cubicBezTo>
                  <a:pt x="58" y="120"/>
                  <a:pt x="55" y="118"/>
                  <a:pt x="55" y="114"/>
                </a:cubicBezTo>
                <a:cubicBezTo>
                  <a:pt x="55" y="94"/>
                  <a:pt x="60" y="78"/>
                  <a:pt x="70" y="68"/>
                </a:cubicBezTo>
                <a:cubicBezTo>
                  <a:pt x="78" y="60"/>
                  <a:pt x="90" y="56"/>
                  <a:pt x="106" y="54"/>
                </a:cubicBezTo>
                <a:cubicBezTo>
                  <a:pt x="85" y="12"/>
                  <a:pt x="85" y="12"/>
                  <a:pt x="85" y="12"/>
                </a:cubicBezTo>
                <a:cubicBezTo>
                  <a:pt x="74" y="12"/>
                  <a:pt x="64" y="15"/>
                  <a:pt x="55" y="18"/>
                </a:cubicBezTo>
                <a:cubicBezTo>
                  <a:pt x="46" y="23"/>
                  <a:pt x="39" y="28"/>
                  <a:pt x="33" y="36"/>
                </a:cubicBezTo>
                <a:cubicBezTo>
                  <a:pt x="28" y="43"/>
                  <a:pt x="23" y="52"/>
                  <a:pt x="20" y="64"/>
                </a:cubicBezTo>
                <a:cubicBezTo>
                  <a:pt x="17" y="75"/>
                  <a:pt x="15" y="86"/>
                  <a:pt x="13" y="100"/>
                </a:cubicBezTo>
                <a:cubicBezTo>
                  <a:pt x="13" y="113"/>
                  <a:pt x="12" y="126"/>
                  <a:pt x="12" y="143"/>
                </a:cubicBezTo>
                <a:cubicBezTo>
                  <a:pt x="12" y="151"/>
                  <a:pt x="12" y="164"/>
                  <a:pt x="13" y="182"/>
                </a:cubicBezTo>
                <a:cubicBezTo>
                  <a:pt x="13" y="197"/>
                  <a:pt x="13" y="208"/>
                  <a:pt x="13" y="217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50000">
                <a:schemeClr val="accent2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/>
            <a:endParaRPr lang="en-AU" noProof="0"/>
          </a:p>
        </p:txBody>
      </p:sp>
      <p:sp>
        <p:nvSpPr>
          <p:cNvPr id="11" name="Freeform 10"/>
          <p:cNvSpPr>
            <a:spLocks noChangeAspect="1" noEditPoints="1"/>
          </p:cNvSpPr>
          <p:nvPr userDrawn="1"/>
        </p:nvSpPr>
        <p:spPr bwMode="auto">
          <a:xfrm rot="10800000">
            <a:off x="2397441" y="5589240"/>
            <a:ext cx="422362" cy="339258"/>
          </a:xfrm>
          <a:custGeom>
            <a:avLst/>
            <a:gdLst>
              <a:gd name="T0" fmla="*/ 170 w 285"/>
              <a:gd name="T1" fmla="*/ 229 h 229"/>
              <a:gd name="T2" fmla="*/ 163 w 285"/>
              <a:gd name="T3" fmla="*/ 183 h 229"/>
              <a:gd name="T4" fmla="*/ 165 w 285"/>
              <a:gd name="T5" fmla="*/ 99 h 229"/>
              <a:gd name="T6" fmla="*/ 186 w 285"/>
              <a:gd name="T7" fmla="*/ 29 h 229"/>
              <a:gd name="T8" fmla="*/ 251 w 285"/>
              <a:gd name="T9" fmla="*/ 0 h 229"/>
              <a:gd name="T10" fmla="*/ 284 w 285"/>
              <a:gd name="T11" fmla="*/ 57 h 229"/>
              <a:gd name="T12" fmla="*/ 278 w 285"/>
              <a:gd name="T13" fmla="*/ 66 h 229"/>
              <a:gd name="T14" fmla="*/ 231 w 285"/>
              <a:gd name="T15" fmla="*/ 108 h 229"/>
              <a:gd name="T16" fmla="*/ 284 w 285"/>
              <a:gd name="T17" fmla="*/ 114 h 229"/>
              <a:gd name="T18" fmla="*/ 278 w 285"/>
              <a:gd name="T19" fmla="*/ 229 h 229"/>
              <a:gd name="T20" fmla="*/ 272 w 285"/>
              <a:gd name="T21" fmla="*/ 217 h 229"/>
              <a:gd name="T22" fmla="*/ 224 w 285"/>
              <a:gd name="T23" fmla="*/ 120 h 229"/>
              <a:gd name="T24" fmla="*/ 233 w 285"/>
              <a:gd name="T25" fmla="*/ 68 h 229"/>
              <a:gd name="T26" fmla="*/ 248 w 285"/>
              <a:gd name="T27" fmla="*/ 12 h 229"/>
              <a:gd name="T28" fmla="*/ 196 w 285"/>
              <a:gd name="T29" fmla="*/ 36 h 229"/>
              <a:gd name="T30" fmla="*/ 176 w 285"/>
              <a:gd name="T31" fmla="*/ 100 h 229"/>
              <a:gd name="T32" fmla="*/ 175 w 285"/>
              <a:gd name="T33" fmla="*/ 182 h 229"/>
              <a:gd name="T34" fmla="*/ 116 w 285"/>
              <a:gd name="T35" fmla="*/ 229 h 229"/>
              <a:gd name="T36" fmla="*/ 1 w 285"/>
              <a:gd name="T37" fmla="*/ 223 h 229"/>
              <a:gd name="T38" fmla="*/ 0 w 285"/>
              <a:gd name="T39" fmla="*/ 143 h 229"/>
              <a:gd name="T40" fmla="*/ 9 w 285"/>
              <a:gd name="T41" fmla="*/ 61 h 229"/>
              <a:gd name="T42" fmla="*/ 50 w 285"/>
              <a:gd name="T43" fmla="*/ 8 h 229"/>
              <a:gd name="T44" fmla="*/ 94 w 285"/>
              <a:gd name="T45" fmla="*/ 3 h 229"/>
              <a:gd name="T46" fmla="*/ 121 w 285"/>
              <a:gd name="T47" fmla="*/ 63 h 229"/>
              <a:gd name="T48" fmla="*/ 78 w 285"/>
              <a:gd name="T49" fmla="*/ 77 h 229"/>
              <a:gd name="T50" fmla="*/ 116 w 285"/>
              <a:gd name="T51" fmla="*/ 108 h 229"/>
              <a:gd name="T52" fmla="*/ 122 w 285"/>
              <a:gd name="T53" fmla="*/ 223 h 229"/>
              <a:gd name="T54" fmla="*/ 13 w 285"/>
              <a:gd name="T55" fmla="*/ 217 h 229"/>
              <a:gd name="T56" fmla="*/ 110 w 285"/>
              <a:gd name="T57" fmla="*/ 120 h 229"/>
              <a:gd name="T58" fmla="*/ 55 w 285"/>
              <a:gd name="T59" fmla="*/ 114 h 229"/>
              <a:gd name="T60" fmla="*/ 106 w 285"/>
              <a:gd name="T61" fmla="*/ 54 h 229"/>
              <a:gd name="T62" fmla="*/ 55 w 285"/>
              <a:gd name="T63" fmla="*/ 18 h 229"/>
              <a:gd name="T64" fmla="*/ 20 w 285"/>
              <a:gd name="T65" fmla="*/ 64 h 229"/>
              <a:gd name="T66" fmla="*/ 12 w 285"/>
              <a:gd name="T67" fmla="*/ 143 h 229"/>
              <a:gd name="T68" fmla="*/ 13 w 285"/>
              <a:gd name="T69" fmla="*/ 217 h 22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285" h="229">
                <a:moveTo>
                  <a:pt x="278" y="229"/>
                </a:moveTo>
                <a:cubicBezTo>
                  <a:pt x="170" y="229"/>
                  <a:pt x="170" y="229"/>
                  <a:pt x="170" y="229"/>
                </a:cubicBezTo>
                <a:cubicBezTo>
                  <a:pt x="167" y="229"/>
                  <a:pt x="164" y="226"/>
                  <a:pt x="164" y="223"/>
                </a:cubicBezTo>
                <a:cubicBezTo>
                  <a:pt x="164" y="214"/>
                  <a:pt x="164" y="201"/>
                  <a:pt x="163" y="183"/>
                </a:cubicBezTo>
                <a:cubicBezTo>
                  <a:pt x="163" y="143"/>
                  <a:pt x="163" y="143"/>
                  <a:pt x="163" y="143"/>
                </a:cubicBezTo>
                <a:cubicBezTo>
                  <a:pt x="163" y="126"/>
                  <a:pt x="163" y="112"/>
                  <a:pt x="165" y="99"/>
                </a:cubicBezTo>
                <a:cubicBezTo>
                  <a:pt x="165" y="88"/>
                  <a:pt x="167" y="77"/>
                  <a:pt x="171" y="62"/>
                </a:cubicBezTo>
                <a:cubicBezTo>
                  <a:pt x="174" y="49"/>
                  <a:pt x="179" y="38"/>
                  <a:pt x="186" y="29"/>
                </a:cubicBezTo>
                <a:cubicBezTo>
                  <a:pt x="192" y="20"/>
                  <a:pt x="201" y="13"/>
                  <a:pt x="213" y="8"/>
                </a:cubicBezTo>
                <a:cubicBezTo>
                  <a:pt x="224" y="3"/>
                  <a:pt x="237" y="0"/>
                  <a:pt x="251" y="0"/>
                </a:cubicBezTo>
                <a:cubicBezTo>
                  <a:pt x="254" y="0"/>
                  <a:pt x="256" y="1"/>
                  <a:pt x="257" y="3"/>
                </a:cubicBezTo>
                <a:cubicBezTo>
                  <a:pt x="284" y="57"/>
                  <a:pt x="284" y="57"/>
                  <a:pt x="284" y="57"/>
                </a:cubicBezTo>
                <a:cubicBezTo>
                  <a:pt x="285" y="59"/>
                  <a:pt x="285" y="61"/>
                  <a:pt x="283" y="63"/>
                </a:cubicBezTo>
                <a:cubicBezTo>
                  <a:pt x="282" y="65"/>
                  <a:pt x="280" y="66"/>
                  <a:pt x="278" y="66"/>
                </a:cubicBezTo>
                <a:cubicBezTo>
                  <a:pt x="261" y="66"/>
                  <a:pt x="249" y="70"/>
                  <a:pt x="241" y="77"/>
                </a:cubicBezTo>
                <a:cubicBezTo>
                  <a:pt x="235" y="83"/>
                  <a:pt x="231" y="94"/>
                  <a:pt x="231" y="108"/>
                </a:cubicBezTo>
                <a:cubicBezTo>
                  <a:pt x="278" y="108"/>
                  <a:pt x="278" y="108"/>
                  <a:pt x="278" y="108"/>
                </a:cubicBezTo>
                <a:cubicBezTo>
                  <a:pt x="282" y="108"/>
                  <a:pt x="284" y="111"/>
                  <a:pt x="284" y="114"/>
                </a:cubicBezTo>
                <a:cubicBezTo>
                  <a:pt x="284" y="223"/>
                  <a:pt x="284" y="223"/>
                  <a:pt x="284" y="223"/>
                </a:cubicBezTo>
                <a:cubicBezTo>
                  <a:pt x="284" y="226"/>
                  <a:pt x="282" y="229"/>
                  <a:pt x="278" y="229"/>
                </a:cubicBezTo>
                <a:close/>
                <a:moveTo>
                  <a:pt x="176" y="217"/>
                </a:moveTo>
                <a:cubicBezTo>
                  <a:pt x="272" y="217"/>
                  <a:pt x="272" y="217"/>
                  <a:pt x="272" y="217"/>
                </a:cubicBezTo>
                <a:cubicBezTo>
                  <a:pt x="272" y="120"/>
                  <a:pt x="272" y="120"/>
                  <a:pt x="272" y="120"/>
                </a:cubicBezTo>
                <a:cubicBezTo>
                  <a:pt x="224" y="120"/>
                  <a:pt x="224" y="120"/>
                  <a:pt x="224" y="120"/>
                </a:cubicBezTo>
                <a:cubicBezTo>
                  <a:pt x="221" y="120"/>
                  <a:pt x="218" y="118"/>
                  <a:pt x="218" y="114"/>
                </a:cubicBezTo>
                <a:cubicBezTo>
                  <a:pt x="218" y="94"/>
                  <a:pt x="223" y="78"/>
                  <a:pt x="233" y="68"/>
                </a:cubicBezTo>
                <a:cubicBezTo>
                  <a:pt x="241" y="60"/>
                  <a:pt x="253" y="56"/>
                  <a:pt x="269" y="54"/>
                </a:cubicBezTo>
                <a:cubicBezTo>
                  <a:pt x="248" y="12"/>
                  <a:pt x="248" y="12"/>
                  <a:pt x="248" y="12"/>
                </a:cubicBezTo>
                <a:cubicBezTo>
                  <a:pt x="236" y="12"/>
                  <a:pt x="226" y="15"/>
                  <a:pt x="218" y="18"/>
                </a:cubicBezTo>
                <a:cubicBezTo>
                  <a:pt x="208" y="23"/>
                  <a:pt x="201" y="29"/>
                  <a:pt x="196" y="36"/>
                </a:cubicBezTo>
                <a:cubicBezTo>
                  <a:pt x="190" y="44"/>
                  <a:pt x="185" y="54"/>
                  <a:pt x="183" y="64"/>
                </a:cubicBezTo>
                <a:cubicBezTo>
                  <a:pt x="179" y="79"/>
                  <a:pt x="177" y="90"/>
                  <a:pt x="176" y="100"/>
                </a:cubicBezTo>
                <a:cubicBezTo>
                  <a:pt x="175" y="112"/>
                  <a:pt x="175" y="126"/>
                  <a:pt x="175" y="143"/>
                </a:cubicBezTo>
                <a:cubicBezTo>
                  <a:pt x="175" y="182"/>
                  <a:pt x="175" y="182"/>
                  <a:pt x="175" y="182"/>
                </a:cubicBezTo>
                <a:cubicBezTo>
                  <a:pt x="176" y="197"/>
                  <a:pt x="176" y="208"/>
                  <a:pt x="176" y="217"/>
                </a:cubicBezTo>
                <a:close/>
                <a:moveTo>
                  <a:pt x="116" y="229"/>
                </a:moveTo>
                <a:cubicBezTo>
                  <a:pt x="7" y="229"/>
                  <a:pt x="7" y="229"/>
                  <a:pt x="7" y="229"/>
                </a:cubicBezTo>
                <a:cubicBezTo>
                  <a:pt x="4" y="229"/>
                  <a:pt x="1" y="226"/>
                  <a:pt x="1" y="223"/>
                </a:cubicBezTo>
                <a:cubicBezTo>
                  <a:pt x="1" y="214"/>
                  <a:pt x="1" y="201"/>
                  <a:pt x="1" y="183"/>
                </a:cubicBezTo>
                <a:cubicBezTo>
                  <a:pt x="0" y="165"/>
                  <a:pt x="0" y="151"/>
                  <a:pt x="0" y="143"/>
                </a:cubicBezTo>
                <a:cubicBezTo>
                  <a:pt x="0" y="126"/>
                  <a:pt x="1" y="112"/>
                  <a:pt x="1" y="99"/>
                </a:cubicBezTo>
                <a:cubicBezTo>
                  <a:pt x="3" y="84"/>
                  <a:pt x="5" y="72"/>
                  <a:pt x="9" y="61"/>
                </a:cubicBezTo>
                <a:cubicBezTo>
                  <a:pt x="12" y="48"/>
                  <a:pt x="17" y="37"/>
                  <a:pt x="23" y="29"/>
                </a:cubicBezTo>
                <a:cubicBezTo>
                  <a:pt x="31" y="20"/>
                  <a:pt x="39" y="13"/>
                  <a:pt x="50" y="8"/>
                </a:cubicBezTo>
                <a:cubicBezTo>
                  <a:pt x="61" y="2"/>
                  <a:pt x="75" y="0"/>
                  <a:pt x="89" y="0"/>
                </a:cubicBezTo>
                <a:cubicBezTo>
                  <a:pt x="91" y="0"/>
                  <a:pt x="93" y="1"/>
                  <a:pt x="94" y="3"/>
                </a:cubicBezTo>
                <a:cubicBezTo>
                  <a:pt x="121" y="57"/>
                  <a:pt x="121" y="57"/>
                  <a:pt x="121" y="57"/>
                </a:cubicBezTo>
                <a:cubicBezTo>
                  <a:pt x="122" y="59"/>
                  <a:pt x="122" y="61"/>
                  <a:pt x="121" y="63"/>
                </a:cubicBezTo>
                <a:cubicBezTo>
                  <a:pt x="120" y="65"/>
                  <a:pt x="118" y="66"/>
                  <a:pt x="116" y="66"/>
                </a:cubicBezTo>
                <a:cubicBezTo>
                  <a:pt x="99" y="66"/>
                  <a:pt x="86" y="70"/>
                  <a:pt x="78" y="77"/>
                </a:cubicBezTo>
                <a:cubicBezTo>
                  <a:pt x="72" y="83"/>
                  <a:pt x="68" y="94"/>
                  <a:pt x="68" y="108"/>
                </a:cubicBezTo>
                <a:cubicBezTo>
                  <a:pt x="116" y="108"/>
                  <a:pt x="116" y="108"/>
                  <a:pt x="116" y="108"/>
                </a:cubicBezTo>
                <a:cubicBezTo>
                  <a:pt x="119" y="108"/>
                  <a:pt x="122" y="111"/>
                  <a:pt x="122" y="114"/>
                </a:cubicBezTo>
                <a:cubicBezTo>
                  <a:pt x="122" y="223"/>
                  <a:pt x="122" y="223"/>
                  <a:pt x="122" y="223"/>
                </a:cubicBezTo>
                <a:cubicBezTo>
                  <a:pt x="122" y="226"/>
                  <a:pt x="119" y="229"/>
                  <a:pt x="116" y="229"/>
                </a:cubicBezTo>
                <a:close/>
                <a:moveTo>
                  <a:pt x="13" y="217"/>
                </a:moveTo>
                <a:cubicBezTo>
                  <a:pt x="110" y="217"/>
                  <a:pt x="110" y="217"/>
                  <a:pt x="110" y="217"/>
                </a:cubicBezTo>
                <a:cubicBezTo>
                  <a:pt x="110" y="120"/>
                  <a:pt x="110" y="120"/>
                  <a:pt x="110" y="120"/>
                </a:cubicBezTo>
                <a:cubicBezTo>
                  <a:pt x="61" y="120"/>
                  <a:pt x="61" y="120"/>
                  <a:pt x="61" y="120"/>
                </a:cubicBezTo>
                <a:cubicBezTo>
                  <a:pt x="58" y="120"/>
                  <a:pt x="55" y="118"/>
                  <a:pt x="55" y="114"/>
                </a:cubicBezTo>
                <a:cubicBezTo>
                  <a:pt x="55" y="94"/>
                  <a:pt x="60" y="78"/>
                  <a:pt x="70" y="68"/>
                </a:cubicBezTo>
                <a:cubicBezTo>
                  <a:pt x="78" y="60"/>
                  <a:pt x="90" y="56"/>
                  <a:pt x="106" y="54"/>
                </a:cubicBezTo>
                <a:cubicBezTo>
                  <a:pt x="85" y="12"/>
                  <a:pt x="85" y="12"/>
                  <a:pt x="85" y="12"/>
                </a:cubicBezTo>
                <a:cubicBezTo>
                  <a:pt x="74" y="12"/>
                  <a:pt x="64" y="15"/>
                  <a:pt x="55" y="18"/>
                </a:cubicBezTo>
                <a:cubicBezTo>
                  <a:pt x="46" y="23"/>
                  <a:pt x="39" y="28"/>
                  <a:pt x="33" y="36"/>
                </a:cubicBezTo>
                <a:cubicBezTo>
                  <a:pt x="28" y="43"/>
                  <a:pt x="23" y="52"/>
                  <a:pt x="20" y="64"/>
                </a:cubicBezTo>
                <a:cubicBezTo>
                  <a:pt x="17" y="75"/>
                  <a:pt x="15" y="86"/>
                  <a:pt x="13" y="100"/>
                </a:cubicBezTo>
                <a:cubicBezTo>
                  <a:pt x="13" y="113"/>
                  <a:pt x="12" y="126"/>
                  <a:pt x="12" y="143"/>
                </a:cubicBezTo>
                <a:cubicBezTo>
                  <a:pt x="12" y="151"/>
                  <a:pt x="12" y="164"/>
                  <a:pt x="13" y="182"/>
                </a:cubicBezTo>
                <a:cubicBezTo>
                  <a:pt x="13" y="197"/>
                  <a:pt x="13" y="208"/>
                  <a:pt x="13" y="217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50000">
                <a:schemeClr val="accent2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/>
            <a:endParaRPr lang="en-AU" noProof="0"/>
          </a:p>
        </p:txBody>
      </p:sp>
      <p:sp>
        <p:nvSpPr>
          <p:cNvPr id="13" name="TextBox 12"/>
          <p:cNvSpPr txBox="1"/>
          <p:nvPr userDrawn="1"/>
        </p:nvSpPr>
        <p:spPr>
          <a:xfrm>
            <a:off x="8841432" y="6392361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E8856DA-B77A-4A94-8E84-45BF77D9376B}" type="slidenum">
              <a:rPr lang="en-AU" sz="1200" noProof="0" smtClean="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AU" sz="1200" noProof="0" dirty="0">
              <a:solidFill>
                <a:schemeClr val="accent3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4" name="Governing Thought">
            <a:extLst>
              <a:ext uri="{FF2B5EF4-FFF2-40B4-BE49-F238E27FC236}">
                <a16:creationId xmlns:a16="http://schemas.microsoft.com/office/drawing/2014/main" id="{9810F382-8A4C-462A-9276-BB30CEE50F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36000" y="504000"/>
            <a:ext cx="5760000" cy="504056"/>
          </a:xfrm>
        </p:spPr>
        <p:txBody>
          <a:bodyPr anchor="ctr" anchorCtr="0"/>
          <a:lstStyle>
            <a:lvl1pPr marL="0" marR="0" indent="0" algn="l" defTabSz="914349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/>
            </a:lvl1pPr>
          </a:lstStyle>
          <a:p>
            <a:pPr lvl="0"/>
            <a:r>
              <a:rPr lang="en-AU" noProof="0" dirty="0"/>
              <a:t>Governing thought</a:t>
            </a:r>
          </a:p>
        </p:txBody>
      </p:sp>
      <p:sp>
        <p:nvSpPr>
          <p:cNvPr id="15" name="Chart 1"/>
          <p:cNvSpPr>
            <a:spLocks noGrp="1"/>
          </p:cNvSpPr>
          <p:nvPr>
            <p:ph sz="quarter" idx="14"/>
          </p:nvPr>
        </p:nvSpPr>
        <p:spPr>
          <a:xfrm>
            <a:off x="3636000" y="1412776"/>
            <a:ext cx="5760000" cy="4536504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16" name="Source"/>
          <p:cNvSpPr>
            <a:spLocks noGrp="1"/>
          </p:cNvSpPr>
          <p:nvPr>
            <p:ph type="body" sz="quarter" idx="32" hasCustomPrompt="1"/>
          </p:nvPr>
        </p:nvSpPr>
        <p:spPr>
          <a:xfrm>
            <a:off x="3636000" y="6021288"/>
            <a:ext cx="5760765" cy="287214"/>
          </a:xfrm>
        </p:spPr>
        <p:txBody>
          <a:bodyPr anchor="ctr"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 lvl="0"/>
            <a:r>
              <a:rPr lang="en-AU" noProof="0" dirty="0"/>
              <a:t>Source</a:t>
            </a:r>
          </a:p>
        </p:txBody>
      </p:sp>
    </p:spTree>
    <p:extLst>
      <p:ext uri="{BB962C8B-B14F-4D97-AF65-F5344CB8AC3E}">
        <p14:creationId xmlns:p14="http://schemas.microsoft.com/office/powerpoint/2010/main" val="3252767896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ight side panel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98701194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058" name="think-cell Slide" r:id="rId5" imgW="270" imgH="270" progId="TCLayout.ActiveDocument.1">
                  <p:embed/>
                </p:oleObj>
              </mc:Choice>
              <mc:Fallback>
                <p:oleObj name="think-cell Slide" r:id="rId5" imgW="270" imgH="270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AU" sz="2800" b="0" i="0" baseline="0" dirty="0">
              <a:latin typeface="Segoe UI Semibold"/>
              <a:ea typeface="+mj-ea"/>
              <a:cs typeface="+mj-cs"/>
              <a:sym typeface="Segoe UI Semibold"/>
            </a:endParaRPr>
          </a:p>
        </p:txBody>
      </p:sp>
      <p:pic>
        <p:nvPicPr>
          <p:cNvPr id="4" name="Picture 3"/>
          <p:cNvPicPr>
            <a:picLocks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5339" cy="109703"/>
          </a:xfrm>
          <a:prstGeom prst="rect">
            <a:avLst/>
          </a:prstGeom>
        </p:spPr>
      </p:pic>
      <p:sp>
        <p:nvSpPr>
          <p:cNvPr id="6" name="Rectangle 5"/>
          <p:cNvSpPr/>
          <p:nvPr userDrawn="1"/>
        </p:nvSpPr>
        <p:spPr>
          <a:xfrm>
            <a:off x="6635906" y="108000"/>
            <a:ext cx="3270094" cy="674829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AU" noProof="0"/>
          </a:p>
        </p:txBody>
      </p:sp>
      <p:sp>
        <p:nvSpPr>
          <p:cNvPr id="7" name="Chart 1"/>
          <p:cNvSpPr>
            <a:spLocks noGrp="1"/>
          </p:cNvSpPr>
          <p:nvPr>
            <p:ph sz="quarter" idx="14"/>
          </p:nvPr>
        </p:nvSpPr>
        <p:spPr>
          <a:xfrm>
            <a:off x="540000" y="1412776"/>
            <a:ext cx="5688000" cy="4536504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8" name="Tagline"/>
          <p:cNvSpPr>
            <a:spLocks noGrp="1"/>
          </p:cNvSpPr>
          <p:nvPr>
            <p:ph type="body" sz="quarter" idx="31"/>
          </p:nvPr>
        </p:nvSpPr>
        <p:spPr>
          <a:xfrm>
            <a:off x="7041232" y="548680"/>
            <a:ext cx="2448271" cy="5688632"/>
          </a:xfrm>
        </p:spPr>
        <p:txBody>
          <a:bodyPr anchor="ctr"/>
          <a:lstStyle>
            <a:lvl1pPr>
              <a:defRPr sz="160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>
              <a:buClr>
                <a:schemeClr val="bg1"/>
              </a:buClr>
              <a:defRPr sz="160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2pPr>
            <a:lvl3pPr>
              <a:buClr>
                <a:schemeClr val="bg1"/>
              </a:buClr>
              <a:defRPr sz="160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3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10" name="Source"/>
          <p:cNvSpPr>
            <a:spLocks noGrp="1"/>
          </p:cNvSpPr>
          <p:nvPr>
            <p:ph type="body" sz="quarter" idx="32" hasCustomPrompt="1"/>
          </p:nvPr>
        </p:nvSpPr>
        <p:spPr>
          <a:xfrm>
            <a:off x="540000" y="6021288"/>
            <a:ext cx="5688000" cy="287214"/>
          </a:xfrm>
        </p:spPr>
        <p:txBody>
          <a:bodyPr anchor="ctr"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 lvl="0"/>
            <a:r>
              <a:rPr lang="en-AU" noProof="0" dirty="0"/>
              <a:t>Source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8841432" y="6392361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E8856DA-B77A-4A94-8E84-45BF77D9376B}" type="slidenum">
              <a:rPr lang="en-AU" sz="1200" noProof="0" smtClean="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AU" sz="1200" noProof="0" dirty="0">
              <a:solidFill>
                <a:schemeClr val="accent3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3" name="Governing Thought">
            <a:extLst>
              <a:ext uri="{FF2B5EF4-FFF2-40B4-BE49-F238E27FC236}">
                <a16:creationId xmlns:a16="http://schemas.microsoft.com/office/drawing/2014/main" id="{7B25BDAC-B44C-4EDF-995C-27811BB9944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504000"/>
            <a:ext cx="5688000" cy="504056"/>
          </a:xfrm>
        </p:spPr>
        <p:txBody>
          <a:bodyPr anchor="ctr" anchorCtr="0"/>
          <a:lstStyle>
            <a:lvl1pPr marL="0" marR="0" indent="0" algn="l" defTabSz="914349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/>
            </a:lvl1pPr>
          </a:lstStyle>
          <a:p>
            <a:pPr lvl="0"/>
            <a:r>
              <a:rPr lang="en-AU" noProof="0" dirty="0"/>
              <a:t>Governing thought</a:t>
            </a:r>
          </a:p>
        </p:txBody>
      </p:sp>
    </p:spTree>
    <p:extLst>
      <p:ext uri="{BB962C8B-B14F-4D97-AF65-F5344CB8AC3E}">
        <p14:creationId xmlns:p14="http://schemas.microsoft.com/office/powerpoint/2010/main" val="352713467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ull quote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70446354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082" name="think-cell Slide" r:id="rId5" imgW="270" imgH="270" progId="TCLayout.ActiveDocument.1">
                  <p:embed/>
                </p:oleObj>
              </mc:Choice>
              <mc:Fallback>
                <p:oleObj name="think-cell Slide" r:id="rId5" imgW="270" imgH="270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AU" sz="2800" b="0" i="0" baseline="0" dirty="0">
              <a:latin typeface="Segoe UI Semibold"/>
              <a:ea typeface="+mj-ea"/>
              <a:cs typeface="+mj-cs"/>
              <a:sym typeface="Segoe UI Semibold"/>
            </a:endParaRPr>
          </a:p>
        </p:txBody>
      </p:sp>
      <p:pic>
        <p:nvPicPr>
          <p:cNvPr id="4" name="Picture 3"/>
          <p:cNvPicPr>
            <a:picLocks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5339" cy="109703"/>
          </a:xfrm>
          <a:prstGeom prst="rect">
            <a:avLst/>
          </a:prstGeom>
        </p:spPr>
      </p:pic>
      <p:sp>
        <p:nvSpPr>
          <p:cNvPr id="6" name="Rectangle 5"/>
          <p:cNvSpPr/>
          <p:nvPr userDrawn="1"/>
        </p:nvSpPr>
        <p:spPr>
          <a:xfrm>
            <a:off x="6635906" y="108000"/>
            <a:ext cx="3270094" cy="674829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AU" noProof="0"/>
          </a:p>
        </p:txBody>
      </p:sp>
      <p:sp>
        <p:nvSpPr>
          <p:cNvPr id="7" name="Chart 1"/>
          <p:cNvSpPr>
            <a:spLocks noGrp="1"/>
          </p:cNvSpPr>
          <p:nvPr>
            <p:ph sz="quarter" idx="14"/>
          </p:nvPr>
        </p:nvSpPr>
        <p:spPr>
          <a:xfrm>
            <a:off x="540000" y="1412776"/>
            <a:ext cx="5688000" cy="4515723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12" name="Source"/>
          <p:cNvSpPr>
            <a:spLocks noGrp="1"/>
          </p:cNvSpPr>
          <p:nvPr>
            <p:ph type="body" sz="quarter" idx="32" hasCustomPrompt="1"/>
          </p:nvPr>
        </p:nvSpPr>
        <p:spPr>
          <a:xfrm>
            <a:off x="540000" y="6021288"/>
            <a:ext cx="5688000" cy="287214"/>
          </a:xfrm>
        </p:spPr>
        <p:txBody>
          <a:bodyPr anchor="ctr"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 lvl="0"/>
            <a:r>
              <a:rPr lang="en-AU" noProof="0" dirty="0"/>
              <a:t>Source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8841432" y="6392361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E8856DA-B77A-4A94-8E84-45BF77D9376B}" type="slidenum">
              <a:rPr lang="en-AU" sz="1200" noProof="0" smtClean="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AU" sz="1200" noProof="0" dirty="0">
              <a:solidFill>
                <a:schemeClr val="accent3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6" name="Governing Thought">
            <a:extLst>
              <a:ext uri="{FF2B5EF4-FFF2-40B4-BE49-F238E27FC236}">
                <a16:creationId xmlns:a16="http://schemas.microsoft.com/office/drawing/2014/main" id="{17AB7F47-602E-4EE6-8314-BEBDF4A47D7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504000"/>
            <a:ext cx="5688000" cy="504056"/>
          </a:xfrm>
        </p:spPr>
        <p:txBody>
          <a:bodyPr anchor="ctr" anchorCtr="0"/>
          <a:lstStyle>
            <a:lvl1pPr marL="0" marR="0" indent="0" algn="l" defTabSz="914349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/>
            </a:lvl1pPr>
          </a:lstStyle>
          <a:p>
            <a:pPr lvl="0"/>
            <a:r>
              <a:rPr lang="en-AU" noProof="0" dirty="0"/>
              <a:t>Governing thought</a:t>
            </a:r>
          </a:p>
        </p:txBody>
      </p:sp>
      <p:sp>
        <p:nvSpPr>
          <p:cNvPr id="14" name="Tagline"/>
          <p:cNvSpPr>
            <a:spLocks noGrp="1"/>
          </p:cNvSpPr>
          <p:nvPr>
            <p:ph type="body" sz="quarter" idx="15" hasCustomPrompt="1"/>
          </p:nvPr>
        </p:nvSpPr>
        <p:spPr>
          <a:xfrm>
            <a:off x="7082821" y="1600610"/>
            <a:ext cx="2376264" cy="3700598"/>
          </a:xfrm>
        </p:spPr>
        <p:txBody>
          <a:bodyPr anchor="ctr"/>
          <a:lstStyle>
            <a:lvl1pPr algn="ctr">
              <a:defRPr sz="1800" i="0">
                <a:solidFill>
                  <a:schemeClr val="bg1"/>
                </a:solidFill>
                <a:latin typeface="Segoe UI Semilight" panose="020B0402040204020203" pitchFamily="34" charset="0"/>
                <a:ea typeface="Segoe UI" panose="020B0502040204020203" pitchFamily="34" charset="0"/>
                <a:cs typeface="Segoe UI Semilight" panose="020B0402040204020203" pitchFamily="34" charset="0"/>
              </a:defRPr>
            </a:lvl1pPr>
            <a:lvl2pPr>
              <a:defRPr>
                <a:solidFill>
                  <a:schemeClr val="bg1"/>
                </a:solidFill>
                <a:latin typeface="Segoe UI Semibold" panose="020B0702040204020203" pitchFamily="34" charset="0"/>
              </a:defRPr>
            </a:lvl2pPr>
            <a:lvl3pPr>
              <a:defRPr>
                <a:solidFill>
                  <a:schemeClr val="bg1"/>
                </a:solidFill>
                <a:latin typeface="Segoe UI Semibold" panose="020B0702040204020203" pitchFamily="34" charset="0"/>
              </a:defRPr>
            </a:lvl3pPr>
            <a:lvl4pPr>
              <a:defRPr>
                <a:solidFill>
                  <a:schemeClr val="bg1"/>
                </a:solidFill>
                <a:latin typeface="Segoe UI Semibold" panose="020B0702040204020203" pitchFamily="34" charset="0"/>
              </a:defRPr>
            </a:lvl4pPr>
            <a:lvl5pPr>
              <a:defRPr>
                <a:solidFill>
                  <a:schemeClr val="bg1"/>
                </a:solidFill>
                <a:latin typeface="Segoe UI Semibold" panose="020B0702040204020203" pitchFamily="34" charset="0"/>
              </a:defRPr>
            </a:lvl5pPr>
          </a:lstStyle>
          <a:p>
            <a:pPr lvl="0"/>
            <a:r>
              <a:rPr lang="en-AU" noProof="0" dirty="0"/>
              <a:t>Pull Quote</a:t>
            </a:r>
          </a:p>
        </p:txBody>
      </p:sp>
      <p:sp>
        <p:nvSpPr>
          <p:cNvPr id="15" name="Freeform 14"/>
          <p:cNvSpPr>
            <a:spLocks noChangeAspect="1" noEditPoints="1"/>
          </p:cNvSpPr>
          <p:nvPr userDrawn="1"/>
        </p:nvSpPr>
        <p:spPr bwMode="auto">
          <a:xfrm>
            <a:off x="7094360" y="980728"/>
            <a:ext cx="422362" cy="339258"/>
          </a:xfrm>
          <a:custGeom>
            <a:avLst/>
            <a:gdLst>
              <a:gd name="T0" fmla="*/ 170 w 285"/>
              <a:gd name="T1" fmla="*/ 229 h 229"/>
              <a:gd name="T2" fmla="*/ 163 w 285"/>
              <a:gd name="T3" fmla="*/ 183 h 229"/>
              <a:gd name="T4" fmla="*/ 165 w 285"/>
              <a:gd name="T5" fmla="*/ 99 h 229"/>
              <a:gd name="T6" fmla="*/ 186 w 285"/>
              <a:gd name="T7" fmla="*/ 29 h 229"/>
              <a:gd name="T8" fmla="*/ 251 w 285"/>
              <a:gd name="T9" fmla="*/ 0 h 229"/>
              <a:gd name="T10" fmla="*/ 284 w 285"/>
              <a:gd name="T11" fmla="*/ 57 h 229"/>
              <a:gd name="T12" fmla="*/ 278 w 285"/>
              <a:gd name="T13" fmla="*/ 66 h 229"/>
              <a:gd name="T14" fmla="*/ 231 w 285"/>
              <a:gd name="T15" fmla="*/ 108 h 229"/>
              <a:gd name="T16" fmla="*/ 284 w 285"/>
              <a:gd name="T17" fmla="*/ 114 h 229"/>
              <a:gd name="T18" fmla="*/ 278 w 285"/>
              <a:gd name="T19" fmla="*/ 229 h 229"/>
              <a:gd name="T20" fmla="*/ 272 w 285"/>
              <a:gd name="T21" fmla="*/ 217 h 229"/>
              <a:gd name="T22" fmla="*/ 224 w 285"/>
              <a:gd name="T23" fmla="*/ 120 h 229"/>
              <a:gd name="T24" fmla="*/ 233 w 285"/>
              <a:gd name="T25" fmla="*/ 68 h 229"/>
              <a:gd name="T26" fmla="*/ 248 w 285"/>
              <a:gd name="T27" fmla="*/ 12 h 229"/>
              <a:gd name="T28" fmla="*/ 196 w 285"/>
              <a:gd name="T29" fmla="*/ 36 h 229"/>
              <a:gd name="T30" fmla="*/ 176 w 285"/>
              <a:gd name="T31" fmla="*/ 100 h 229"/>
              <a:gd name="T32" fmla="*/ 175 w 285"/>
              <a:gd name="T33" fmla="*/ 182 h 229"/>
              <a:gd name="T34" fmla="*/ 116 w 285"/>
              <a:gd name="T35" fmla="*/ 229 h 229"/>
              <a:gd name="T36" fmla="*/ 1 w 285"/>
              <a:gd name="T37" fmla="*/ 223 h 229"/>
              <a:gd name="T38" fmla="*/ 0 w 285"/>
              <a:gd name="T39" fmla="*/ 143 h 229"/>
              <a:gd name="T40" fmla="*/ 9 w 285"/>
              <a:gd name="T41" fmla="*/ 61 h 229"/>
              <a:gd name="T42" fmla="*/ 50 w 285"/>
              <a:gd name="T43" fmla="*/ 8 h 229"/>
              <a:gd name="T44" fmla="*/ 94 w 285"/>
              <a:gd name="T45" fmla="*/ 3 h 229"/>
              <a:gd name="T46" fmla="*/ 121 w 285"/>
              <a:gd name="T47" fmla="*/ 63 h 229"/>
              <a:gd name="T48" fmla="*/ 78 w 285"/>
              <a:gd name="T49" fmla="*/ 77 h 229"/>
              <a:gd name="T50" fmla="*/ 116 w 285"/>
              <a:gd name="T51" fmla="*/ 108 h 229"/>
              <a:gd name="T52" fmla="*/ 122 w 285"/>
              <a:gd name="T53" fmla="*/ 223 h 229"/>
              <a:gd name="T54" fmla="*/ 13 w 285"/>
              <a:gd name="T55" fmla="*/ 217 h 229"/>
              <a:gd name="T56" fmla="*/ 110 w 285"/>
              <a:gd name="T57" fmla="*/ 120 h 229"/>
              <a:gd name="T58" fmla="*/ 55 w 285"/>
              <a:gd name="T59" fmla="*/ 114 h 229"/>
              <a:gd name="T60" fmla="*/ 106 w 285"/>
              <a:gd name="T61" fmla="*/ 54 h 229"/>
              <a:gd name="T62" fmla="*/ 55 w 285"/>
              <a:gd name="T63" fmla="*/ 18 h 229"/>
              <a:gd name="T64" fmla="*/ 20 w 285"/>
              <a:gd name="T65" fmla="*/ 64 h 229"/>
              <a:gd name="T66" fmla="*/ 12 w 285"/>
              <a:gd name="T67" fmla="*/ 143 h 229"/>
              <a:gd name="T68" fmla="*/ 13 w 285"/>
              <a:gd name="T69" fmla="*/ 217 h 22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285" h="229">
                <a:moveTo>
                  <a:pt x="278" y="229"/>
                </a:moveTo>
                <a:cubicBezTo>
                  <a:pt x="170" y="229"/>
                  <a:pt x="170" y="229"/>
                  <a:pt x="170" y="229"/>
                </a:cubicBezTo>
                <a:cubicBezTo>
                  <a:pt x="167" y="229"/>
                  <a:pt x="164" y="226"/>
                  <a:pt x="164" y="223"/>
                </a:cubicBezTo>
                <a:cubicBezTo>
                  <a:pt x="164" y="214"/>
                  <a:pt x="164" y="201"/>
                  <a:pt x="163" y="183"/>
                </a:cubicBezTo>
                <a:cubicBezTo>
                  <a:pt x="163" y="143"/>
                  <a:pt x="163" y="143"/>
                  <a:pt x="163" y="143"/>
                </a:cubicBezTo>
                <a:cubicBezTo>
                  <a:pt x="163" y="126"/>
                  <a:pt x="163" y="112"/>
                  <a:pt x="165" y="99"/>
                </a:cubicBezTo>
                <a:cubicBezTo>
                  <a:pt x="165" y="88"/>
                  <a:pt x="167" y="77"/>
                  <a:pt x="171" y="62"/>
                </a:cubicBezTo>
                <a:cubicBezTo>
                  <a:pt x="174" y="49"/>
                  <a:pt x="179" y="38"/>
                  <a:pt x="186" y="29"/>
                </a:cubicBezTo>
                <a:cubicBezTo>
                  <a:pt x="192" y="20"/>
                  <a:pt x="201" y="13"/>
                  <a:pt x="213" y="8"/>
                </a:cubicBezTo>
                <a:cubicBezTo>
                  <a:pt x="224" y="3"/>
                  <a:pt x="237" y="0"/>
                  <a:pt x="251" y="0"/>
                </a:cubicBezTo>
                <a:cubicBezTo>
                  <a:pt x="254" y="0"/>
                  <a:pt x="256" y="1"/>
                  <a:pt x="257" y="3"/>
                </a:cubicBezTo>
                <a:cubicBezTo>
                  <a:pt x="284" y="57"/>
                  <a:pt x="284" y="57"/>
                  <a:pt x="284" y="57"/>
                </a:cubicBezTo>
                <a:cubicBezTo>
                  <a:pt x="285" y="59"/>
                  <a:pt x="285" y="61"/>
                  <a:pt x="283" y="63"/>
                </a:cubicBezTo>
                <a:cubicBezTo>
                  <a:pt x="282" y="65"/>
                  <a:pt x="280" y="66"/>
                  <a:pt x="278" y="66"/>
                </a:cubicBezTo>
                <a:cubicBezTo>
                  <a:pt x="261" y="66"/>
                  <a:pt x="249" y="70"/>
                  <a:pt x="241" y="77"/>
                </a:cubicBezTo>
                <a:cubicBezTo>
                  <a:pt x="235" y="83"/>
                  <a:pt x="231" y="94"/>
                  <a:pt x="231" y="108"/>
                </a:cubicBezTo>
                <a:cubicBezTo>
                  <a:pt x="278" y="108"/>
                  <a:pt x="278" y="108"/>
                  <a:pt x="278" y="108"/>
                </a:cubicBezTo>
                <a:cubicBezTo>
                  <a:pt x="282" y="108"/>
                  <a:pt x="284" y="111"/>
                  <a:pt x="284" y="114"/>
                </a:cubicBezTo>
                <a:cubicBezTo>
                  <a:pt x="284" y="223"/>
                  <a:pt x="284" y="223"/>
                  <a:pt x="284" y="223"/>
                </a:cubicBezTo>
                <a:cubicBezTo>
                  <a:pt x="284" y="226"/>
                  <a:pt x="282" y="229"/>
                  <a:pt x="278" y="229"/>
                </a:cubicBezTo>
                <a:close/>
                <a:moveTo>
                  <a:pt x="176" y="217"/>
                </a:moveTo>
                <a:cubicBezTo>
                  <a:pt x="272" y="217"/>
                  <a:pt x="272" y="217"/>
                  <a:pt x="272" y="217"/>
                </a:cubicBezTo>
                <a:cubicBezTo>
                  <a:pt x="272" y="120"/>
                  <a:pt x="272" y="120"/>
                  <a:pt x="272" y="120"/>
                </a:cubicBezTo>
                <a:cubicBezTo>
                  <a:pt x="224" y="120"/>
                  <a:pt x="224" y="120"/>
                  <a:pt x="224" y="120"/>
                </a:cubicBezTo>
                <a:cubicBezTo>
                  <a:pt x="221" y="120"/>
                  <a:pt x="218" y="118"/>
                  <a:pt x="218" y="114"/>
                </a:cubicBezTo>
                <a:cubicBezTo>
                  <a:pt x="218" y="94"/>
                  <a:pt x="223" y="78"/>
                  <a:pt x="233" y="68"/>
                </a:cubicBezTo>
                <a:cubicBezTo>
                  <a:pt x="241" y="60"/>
                  <a:pt x="253" y="56"/>
                  <a:pt x="269" y="54"/>
                </a:cubicBezTo>
                <a:cubicBezTo>
                  <a:pt x="248" y="12"/>
                  <a:pt x="248" y="12"/>
                  <a:pt x="248" y="12"/>
                </a:cubicBezTo>
                <a:cubicBezTo>
                  <a:pt x="236" y="12"/>
                  <a:pt x="226" y="15"/>
                  <a:pt x="218" y="18"/>
                </a:cubicBezTo>
                <a:cubicBezTo>
                  <a:pt x="208" y="23"/>
                  <a:pt x="201" y="29"/>
                  <a:pt x="196" y="36"/>
                </a:cubicBezTo>
                <a:cubicBezTo>
                  <a:pt x="190" y="44"/>
                  <a:pt x="185" y="54"/>
                  <a:pt x="183" y="64"/>
                </a:cubicBezTo>
                <a:cubicBezTo>
                  <a:pt x="179" y="79"/>
                  <a:pt x="177" y="90"/>
                  <a:pt x="176" y="100"/>
                </a:cubicBezTo>
                <a:cubicBezTo>
                  <a:pt x="175" y="112"/>
                  <a:pt x="175" y="126"/>
                  <a:pt x="175" y="143"/>
                </a:cubicBezTo>
                <a:cubicBezTo>
                  <a:pt x="175" y="182"/>
                  <a:pt x="175" y="182"/>
                  <a:pt x="175" y="182"/>
                </a:cubicBezTo>
                <a:cubicBezTo>
                  <a:pt x="176" y="197"/>
                  <a:pt x="176" y="208"/>
                  <a:pt x="176" y="217"/>
                </a:cubicBezTo>
                <a:close/>
                <a:moveTo>
                  <a:pt x="116" y="229"/>
                </a:moveTo>
                <a:cubicBezTo>
                  <a:pt x="7" y="229"/>
                  <a:pt x="7" y="229"/>
                  <a:pt x="7" y="229"/>
                </a:cubicBezTo>
                <a:cubicBezTo>
                  <a:pt x="4" y="229"/>
                  <a:pt x="1" y="226"/>
                  <a:pt x="1" y="223"/>
                </a:cubicBezTo>
                <a:cubicBezTo>
                  <a:pt x="1" y="214"/>
                  <a:pt x="1" y="201"/>
                  <a:pt x="1" y="183"/>
                </a:cubicBezTo>
                <a:cubicBezTo>
                  <a:pt x="0" y="165"/>
                  <a:pt x="0" y="151"/>
                  <a:pt x="0" y="143"/>
                </a:cubicBezTo>
                <a:cubicBezTo>
                  <a:pt x="0" y="126"/>
                  <a:pt x="1" y="112"/>
                  <a:pt x="1" y="99"/>
                </a:cubicBezTo>
                <a:cubicBezTo>
                  <a:pt x="3" y="84"/>
                  <a:pt x="5" y="72"/>
                  <a:pt x="9" y="61"/>
                </a:cubicBezTo>
                <a:cubicBezTo>
                  <a:pt x="12" y="48"/>
                  <a:pt x="17" y="37"/>
                  <a:pt x="23" y="29"/>
                </a:cubicBezTo>
                <a:cubicBezTo>
                  <a:pt x="31" y="20"/>
                  <a:pt x="39" y="13"/>
                  <a:pt x="50" y="8"/>
                </a:cubicBezTo>
                <a:cubicBezTo>
                  <a:pt x="61" y="2"/>
                  <a:pt x="75" y="0"/>
                  <a:pt x="89" y="0"/>
                </a:cubicBezTo>
                <a:cubicBezTo>
                  <a:pt x="91" y="0"/>
                  <a:pt x="93" y="1"/>
                  <a:pt x="94" y="3"/>
                </a:cubicBezTo>
                <a:cubicBezTo>
                  <a:pt x="121" y="57"/>
                  <a:pt x="121" y="57"/>
                  <a:pt x="121" y="57"/>
                </a:cubicBezTo>
                <a:cubicBezTo>
                  <a:pt x="122" y="59"/>
                  <a:pt x="122" y="61"/>
                  <a:pt x="121" y="63"/>
                </a:cubicBezTo>
                <a:cubicBezTo>
                  <a:pt x="120" y="65"/>
                  <a:pt x="118" y="66"/>
                  <a:pt x="116" y="66"/>
                </a:cubicBezTo>
                <a:cubicBezTo>
                  <a:pt x="99" y="66"/>
                  <a:pt x="86" y="70"/>
                  <a:pt x="78" y="77"/>
                </a:cubicBezTo>
                <a:cubicBezTo>
                  <a:pt x="72" y="83"/>
                  <a:pt x="68" y="94"/>
                  <a:pt x="68" y="108"/>
                </a:cubicBezTo>
                <a:cubicBezTo>
                  <a:pt x="116" y="108"/>
                  <a:pt x="116" y="108"/>
                  <a:pt x="116" y="108"/>
                </a:cubicBezTo>
                <a:cubicBezTo>
                  <a:pt x="119" y="108"/>
                  <a:pt x="122" y="111"/>
                  <a:pt x="122" y="114"/>
                </a:cubicBezTo>
                <a:cubicBezTo>
                  <a:pt x="122" y="223"/>
                  <a:pt x="122" y="223"/>
                  <a:pt x="122" y="223"/>
                </a:cubicBezTo>
                <a:cubicBezTo>
                  <a:pt x="122" y="226"/>
                  <a:pt x="119" y="229"/>
                  <a:pt x="116" y="229"/>
                </a:cubicBezTo>
                <a:close/>
                <a:moveTo>
                  <a:pt x="13" y="217"/>
                </a:moveTo>
                <a:cubicBezTo>
                  <a:pt x="110" y="217"/>
                  <a:pt x="110" y="217"/>
                  <a:pt x="110" y="217"/>
                </a:cubicBezTo>
                <a:cubicBezTo>
                  <a:pt x="110" y="120"/>
                  <a:pt x="110" y="120"/>
                  <a:pt x="110" y="120"/>
                </a:cubicBezTo>
                <a:cubicBezTo>
                  <a:pt x="61" y="120"/>
                  <a:pt x="61" y="120"/>
                  <a:pt x="61" y="120"/>
                </a:cubicBezTo>
                <a:cubicBezTo>
                  <a:pt x="58" y="120"/>
                  <a:pt x="55" y="118"/>
                  <a:pt x="55" y="114"/>
                </a:cubicBezTo>
                <a:cubicBezTo>
                  <a:pt x="55" y="94"/>
                  <a:pt x="60" y="78"/>
                  <a:pt x="70" y="68"/>
                </a:cubicBezTo>
                <a:cubicBezTo>
                  <a:pt x="78" y="60"/>
                  <a:pt x="90" y="56"/>
                  <a:pt x="106" y="54"/>
                </a:cubicBezTo>
                <a:cubicBezTo>
                  <a:pt x="85" y="12"/>
                  <a:pt x="85" y="12"/>
                  <a:pt x="85" y="12"/>
                </a:cubicBezTo>
                <a:cubicBezTo>
                  <a:pt x="74" y="12"/>
                  <a:pt x="64" y="15"/>
                  <a:pt x="55" y="18"/>
                </a:cubicBezTo>
                <a:cubicBezTo>
                  <a:pt x="46" y="23"/>
                  <a:pt x="39" y="28"/>
                  <a:pt x="33" y="36"/>
                </a:cubicBezTo>
                <a:cubicBezTo>
                  <a:pt x="28" y="43"/>
                  <a:pt x="23" y="52"/>
                  <a:pt x="20" y="64"/>
                </a:cubicBezTo>
                <a:cubicBezTo>
                  <a:pt x="17" y="75"/>
                  <a:pt x="15" y="86"/>
                  <a:pt x="13" y="100"/>
                </a:cubicBezTo>
                <a:cubicBezTo>
                  <a:pt x="13" y="113"/>
                  <a:pt x="12" y="126"/>
                  <a:pt x="12" y="143"/>
                </a:cubicBezTo>
                <a:cubicBezTo>
                  <a:pt x="12" y="151"/>
                  <a:pt x="12" y="164"/>
                  <a:pt x="13" y="182"/>
                </a:cubicBezTo>
                <a:cubicBezTo>
                  <a:pt x="13" y="197"/>
                  <a:pt x="13" y="208"/>
                  <a:pt x="13" y="217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50000">
                <a:schemeClr val="accent2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/>
            <a:endParaRPr lang="en-AU" noProof="0"/>
          </a:p>
        </p:txBody>
      </p:sp>
      <p:sp>
        <p:nvSpPr>
          <p:cNvPr id="17" name="Freeform 16"/>
          <p:cNvSpPr>
            <a:spLocks noChangeAspect="1" noEditPoints="1"/>
          </p:cNvSpPr>
          <p:nvPr userDrawn="1"/>
        </p:nvSpPr>
        <p:spPr bwMode="auto">
          <a:xfrm rot="10800000">
            <a:off x="9048262" y="5589240"/>
            <a:ext cx="422362" cy="339258"/>
          </a:xfrm>
          <a:custGeom>
            <a:avLst/>
            <a:gdLst>
              <a:gd name="T0" fmla="*/ 170 w 285"/>
              <a:gd name="T1" fmla="*/ 229 h 229"/>
              <a:gd name="T2" fmla="*/ 163 w 285"/>
              <a:gd name="T3" fmla="*/ 183 h 229"/>
              <a:gd name="T4" fmla="*/ 165 w 285"/>
              <a:gd name="T5" fmla="*/ 99 h 229"/>
              <a:gd name="T6" fmla="*/ 186 w 285"/>
              <a:gd name="T7" fmla="*/ 29 h 229"/>
              <a:gd name="T8" fmla="*/ 251 w 285"/>
              <a:gd name="T9" fmla="*/ 0 h 229"/>
              <a:gd name="T10" fmla="*/ 284 w 285"/>
              <a:gd name="T11" fmla="*/ 57 h 229"/>
              <a:gd name="T12" fmla="*/ 278 w 285"/>
              <a:gd name="T13" fmla="*/ 66 h 229"/>
              <a:gd name="T14" fmla="*/ 231 w 285"/>
              <a:gd name="T15" fmla="*/ 108 h 229"/>
              <a:gd name="T16" fmla="*/ 284 w 285"/>
              <a:gd name="T17" fmla="*/ 114 h 229"/>
              <a:gd name="T18" fmla="*/ 278 w 285"/>
              <a:gd name="T19" fmla="*/ 229 h 229"/>
              <a:gd name="T20" fmla="*/ 272 w 285"/>
              <a:gd name="T21" fmla="*/ 217 h 229"/>
              <a:gd name="T22" fmla="*/ 224 w 285"/>
              <a:gd name="T23" fmla="*/ 120 h 229"/>
              <a:gd name="T24" fmla="*/ 233 w 285"/>
              <a:gd name="T25" fmla="*/ 68 h 229"/>
              <a:gd name="T26" fmla="*/ 248 w 285"/>
              <a:gd name="T27" fmla="*/ 12 h 229"/>
              <a:gd name="T28" fmla="*/ 196 w 285"/>
              <a:gd name="T29" fmla="*/ 36 h 229"/>
              <a:gd name="T30" fmla="*/ 176 w 285"/>
              <a:gd name="T31" fmla="*/ 100 h 229"/>
              <a:gd name="T32" fmla="*/ 175 w 285"/>
              <a:gd name="T33" fmla="*/ 182 h 229"/>
              <a:gd name="T34" fmla="*/ 116 w 285"/>
              <a:gd name="T35" fmla="*/ 229 h 229"/>
              <a:gd name="T36" fmla="*/ 1 w 285"/>
              <a:gd name="T37" fmla="*/ 223 h 229"/>
              <a:gd name="T38" fmla="*/ 0 w 285"/>
              <a:gd name="T39" fmla="*/ 143 h 229"/>
              <a:gd name="T40" fmla="*/ 9 w 285"/>
              <a:gd name="T41" fmla="*/ 61 h 229"/>
              <a:gd name="T42" fmla="*/ 50 w 285"/>
              <a:gd name="T43" fmla="*/ 8 h 229"/>
              <a:gd name="T44" fmla="*/ 94 w 285"/>
              <a:gd name="T45" fmla="*/ 3 h 229"/>
              <a:gd name="T46" fmla="*/ 121 w 285"/>
              <a:gd name="T47" fmla="*/ 63 h 229"/>
              <a:gd name="T48" fmla="*/ 78 w 285"/>
              <a:gd name="T49" fmla="*/ 77 h 229"/>
              <a:gd name="T50" fmla="*/ 116 w 285"/>
              <a:gd name="T51" fmla="*/ 108 h 229"/>
              <a:gd name="T52" fmla="*/ 122 w 285"/>
              <a:gd name="T53" fmla="*/ 223 h 229"/>
              <a:gd name="T54" fmla="*/ 13 w 285"/>
              <a:gd name="T55" fmla="*/ 217 h 229"/>
              <a:gd name="T56" fmla="*/ 110 w 285"/>
              <a:gd name="T57" fmla="*/ 120 h 229"/>
              <a:gd name="T58" fmla="*/ 55 w 285"/>
              <a:gd name="T59" fmla="*/ 114 h 229"/>
              <a:gd name="T60" fmla="*/ 106 w 285"/>
              <a:gd name="T61" fmla="*/ 54 h 229"/>
              <a:gd name="T62" fmla="*/ 55 w 285"/>
              <a:gd name="T63" fmla="*/ 18 h 229"/>
              <a:gd name="T64" fmla="*/ 20 w 285"/>
              <a:gd name="T65" fmla="*/ 64 h 229"/>
              <a:gd name="T66" fmla="*/ 12 w 285"/>
              <a:gd name="T67" fmla="*/ 143 h 229"/>
              <a:gd name="T68" fmla="*/ 13 w 285"/>
              <a:gd name="T69" fmla="*/ 217 h 22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285" h="229">
                <a:moveTo>
                  <a:pt x="278" y="229"/>
                </a:moveTo>
                <a:cubicBezTo>
                  <a:pt x="170" y="229"/>
                  <a:pt x="170" y="229"/>
                  <a:pt x="170" y="229"/>
                </a:cubicBezTo>
                <a:cubicBezTo>
                  <a:pt x="167" y="229"/>
                  <a:pt x="164" y="226"/>
                  <a:pt x="164" y="223"/>
                </a:cubicBezTo>
                <a:cubicBezTo>
                  <a:pt x="164" y="214"/>
                  <a:pt x="164" y="201"/>
                  <a:pt x="163" y="183"/>
                </a:cubicBezTo>
                <a:cubicBezTo>
                  <a:pt x="163" y="143"/>
                  <a:pt x="163" y="143"/>
                  <a:pt x="163" y="143"/>
                </a:cubicBezTo>
                <a:cubicBezTo>
                  <a:pt x="163" y="126"/>
                  <a:pt x="163" y="112"/>
                  <a:pt x="165" y="99"/>
                </a:cubicBezTo>
                <a:cubicBezTo>
                  <a:pt x="165" y="88"/>
                  <a:pt x="167" y="77"/>
                  <a:pt x="171" y="62"/>
                </a:cubicBezTo>
                <a:cubicBezTo>
                  <a:pt x="174" y="49"/>
                  <a:pt x="179" y="38"/>
                  <a:pt x="186" y="29"/>
                </a:cubicBezTo>
                <a:cubicBezTo>
                  <a:pt x="192" y="20"/>
                  <a:pt x="201" y="13"/>
                  <a:pt x="213" y="8"/>
                </a:cubicBezTo>
                <a:cubicBezTo>
                  <a:pt x="224" y="3"/>
                  <a:pt x="237" y="0"/>
                  <a:pt x="251" y="0"/>
                </a:cubicBezTo>
                <a:cubicBezTo>
                  <a:pt x="254" y="0"/>
                  <a:pt x="256" y="1"/>
                  <a:pt x="257" y="3"/>
                </a:cubicBezTo>
                <a:cubicBezTo>
                  <a:pt x="284" y="57"/>
                  <a:pt x="284" y="57"/>
                  <a:pt x="284" y="57"/>
                </a:cubicBezTo>
                <a:cubicBezTo>
                  <a:pt x="285" y="59"/>
                  <a:pt x="285" y="61"/>
                  <a:pt x="283" y="63"/>
                </a:cubicBezTo>
                <a:cubicBezTo>
                  <a:pt x="282" y="65"/>
                  <a:pt x="280" y="66"/>
                  <a:pt x="278" y="66"/>
                </a:cubicBezTo>
                <a:cubicBezTo>
                  <a:pt x="261" y="66"/>
                  <a:pt x="249" y="70"/>
                  <a:pt x="241" y="77"/>
                </a:cubicBezTo>
                <a:cubicBezTo>
                  <a:pt x="235" y="83"/>
                  <a:pt x="231" y="94"/>
                  <a:pt x="231" y="108"/>
                </a:cubicBezTo>
                <a:cubicBezTo>
                  <a:pt x="278" y="108"/>
                  <a:pt x="278" y="108"/>
                  <a:pt x="278" y="108"/>
                </a:cubicBezTo>
                <a:cubicBezTo>
                  <a:pt x="282" y="108"/>
                  <a:pt x="284" y="111"/>
                  <a:pt x="284" y="114"/>
                </a:cubicBezTo>
                <a:cubicBezTo>
                  <a:pt x="284" y="223"/>
                  <a:pt x="284" y="223"/>
                  <a:pt x="284" y="223"/>
                </a:cubicBezTo>
                <a:cubicBezTo>
                  <a:pt x="284" y="226"/>
                  <a:pt x="282" y="229"/>
                  <a:pt x="278" y="229"/>
                </a:cubicBezTo>
                <a:close/>
                <a:moveTo>
                  <a:pt x="176" y="217"/>
                </a:moveTo>
                <a:cubicBezTo>
                  <a:pt x="272" y="217"/>
                  <a:pt x="272" y="217"/>
                  <a:pt x="272" y="217"/>
                </a:cubicBezTo>
                <a:cubicBezTo>
                  <a:pt x="272" y="120"/>
                  <a:pt x="272" y="120"/>
                  <a:pt x="272" y="120"/>
                </a:cubicBezTo>
                <a:cubicBezTo>
                  <a:pt x="224" y="120"/>
                  <a:pt x="224" y="120"/>
                  <a:pt x="224" y="120"/>
                </a:cubicBezTo>
                <a:cubicBezTo>
                  <a:pt x="221" y="120"/>
                  <a:pt x="218" y="118"/>
                  <a:pt x="218" y="114"/>
                </a:cubicBezTo>
                <a:cubicBezTo>
                  <a:pt x="218" y="94"/>
                  <a:pt x="223" y="78"/>
                  <a:pt x="233" y="68"/>
                </a:cubicBezTo>
                <a:cubicBezTo>
                  <a:pt x="241" y="60"/>
                  <a:pt x="253" y="56"/>
                  <a:pt x="269" y="54"/>
                </a:cubicBezTo>
                <a:cubicBezTo>
                  <a:pt x="248" y="12"/>
                  <a:pt x="248" y="12"/>
                  <a:pt x="248" y="12"/>
                </a:cubicBezTo>
                <a:cubicBezTo>
                  <a:pt x="236" y="12"/>
                  <a:pt x="226" y="15"/>
                  <a:pt x="218" y="18"/>
                </a:cubicBezTo>
                <a:cubicBezTo>
                  <a:pt x="208" y="23"/>
                  <a:pt x="201" y="29"/>
                  <a:pt x="196" y="36"/>
                </a:cubicBezTo>
                <a:cubicBezTo>
                  <a:pt x="190" y="44"/>
                  <a:pt x="185" y="54"/>
                  <a:pt x="183" y="64"/>
                </a:cubicBezTo>
                <a:cubicBezTo>
                  <a:pt x="179" y="79"/>
                  <a:pt x="177" y="90"/>
                  <a:pt x="176" y="100"/>
                </a:cubicBezTo>
                <a:cubicBezTo>
                  <a:pt x="175" y="112"/>
                  <a:pt x="175" y="126"/>
                  <a:pt x="175" y="143"/>
                </a:cubicBezTo>
                <a:cubicBezTo>
                  <a:pt x="175" y="182"/>
                  <a:pt x="175" y="182"/>
                  <a:pt x="175" y="182"/>
                </a:cubicBezTo>
                <a:cubicBezTo>
                  <a:pt x="176" y="197"/>
                  <a:pt x="176" y="208"/>
                  <a:pt x="176" y="217"/>
                </a:cubicBezTo>
                <a:close/>
                <a:moveTo>
                  <a:pt x="116" y="229"/>
                </a:moveTo>
                <a:cubicBezTo>
                  <a:pt x="7" y="229"/>
                  <a:pt x="7" y="229"/>
                  <a:pt x="7" y="229"/>
                </a:cubicBezTo>
                <a:cubicBezTo>
                  <a:pt x="4" y="229"/>
                  <a:pt x="1" y="226"/>
                  <a:pt x="1" y="223"/>
                </a:cubicBezTo>
                <a:cubicBezTo>
                  <a:pt x="1" y="214"/>
                  <a:pt x="1" y="201"/>
                  <a:pt x="1" y="183"/>
                </a:cubicBezTo>
                <a:cubicBezTo>
                  <a:pt x="0" y="165"/>
                  <a:pt x="0" y="151"/>
                  <a:pt x="0" y="143"/>
                </a:cubicBezTo>
                <a:cubicBezTo>
                  <a:pt x="0" y="126"/>
                  <a:pt x="1" y="112"/>
                  <a:pt x="1" y="99"/>
                </a:cubicBezTo>
                <a:cubicBezTo>
                  <a:pt x="3" y="84"/>
                  <a:pt x="5" y="72"/>
                  <a:pt x="9" y="61"/>
                </a:cubicBezTo>
                <a:cubicBezTo>
                  <a:pt x="12" y="48"/>
                  <a:pt x="17" y="37"/>
                  <a:pt x="23" y="29"/>
                </a:cubicBezTo>
                <a:cubicBezTo>
                  <a:pt x="31" y="20"/>
                  <a:pt x="39" y="13"/>
                  <a:pt x="50" y="8"/>
                </a:cubicBezTo>
                <a:cubicBezTo>
                  <a:pt x="61" y="2"/>
                  <a:pt x="75" y="0"/>
                  <a:pt x="89" y="0"/>
                </a:cubicBezTo>
                <a:cubicBezTo>
                  <a:pt x="91" y="0"/>
                  <a:pt x="93" y="1"/>
                  <a:pt x="94" y="3"/>
                </a:cubicBezTo>
                <a:cubicBezTo>
                  <a:pt x="121" y="57"/>
                  <a:pt x="121" y="57"/>
                  <a:pt x="121" y="57"/>
                </a:cubicBezTo>
                <a:cubicBezTo>
                  <a:pt x="122" y="59"/>
                  <a:pt x="122" y="61"/>
                  <a:pt x="121" y="63"/>
                </a:cubicBezTo>
                <a:cubicBezTo>
                  <a:pt x="120" y="65"/>
                  <a:pt x="118" y="66"/>
                  <a:pt x="116" y="66"/>
                </a:cubicBezTo>
                <a:cubicBezTo>
                  <a:pt x="99" y="66"/>
                  <a:pt x="86" y="70"/>
                  <a:pt x="78" y="77"/>
                </a:cubicBezTo>
                <a:cubicBezTo>
                  <a:pt x="72" y="83"/>
                  <a:pt x="68" y="94"/>
                  <a:pt x="68" y="108"/>
                </a:cubicBezTo>
                <a:cubicBezTo>
                  <a:pt x="116" y="108"/>
                  <a:pt x="116" y="108"/>
                  <a:pt x="116" y="108"/>
                </a:cubicBezTo>
                <a:cubicBezTo>
                  <a:pt x="119" y="108"/>
                  <a:pt x="122" y="111"/>
                  <a:pt x="122" y="114"/>
                </a:cubicBezTo>
                <a:cubicBezTo>
                  <a:pt x="122" y="223"/>
                  <a:pt x="122" y="223"/>
                  <a:pt x="122" y="223"/>
                </a:cubicBezTo>
                <a:cubicBezTo>
                  <a:pt x="122" y="226"/>
                  <a:pt x="119" y="229"/>
                  <a:pt x="116" y="229"/>
                </a:cubicBezTo>
                <a:close/>
                <a:moveTo>
                  <a:pt x="13" y="217"/>
                </a:moveTo>
                <a:cubicBezTo>
                  <a:pt x="110" y="217"/>
                  <a:pt x="110" y="217"/>
                  <a:pt x="110" y="217"/>
                </a:cubicBezTo>
                <a:cubicBezTo>
                  <a:pt x="110" y="120"/>
                  <a:pt x="110" y="120"/>
                  <a:pt x="110" y="120"/>
                </a:cubicBezTo>
                <a:cubicBezTo>
                  <a:pt x="61" y="120"/>
                  <a:pt x="61" y="120"/>
                  <a:pt x="61" y="120"/>
                </a:cubicBezTo>
                <a:cubicBezTo>
                  <a:pt x="58" y="120"/>
                  <a:pt x="55" y="118"/>
                  <a:pt x="55" y="114"/>
                </a:cubicBezTo>
                <a:cubicBezTo>
                  <a:pt x="55" y="94"/>
                  <a:pt x="60" y="78"/>
                  <a:pt x="70" y="68"/>
                </a:cubicBezTo>
                <a:cubicBezTo>
                  <a:pt x="78" y="60"/>
                  <a:pt x="90" y="56"/>
                  <a:pt x="106" y="54"/>
                </a:cubicBezTo>
                <a:cubicBezTo>
                  <a:pt x="85" y="12"/>
                  <a:pt x="85" y="12"/>
                  <a:pt x="85" y="12"/>
                </a:cubicBezTo>
                <a:cubicBezTo>
                  <a:pt x="74" y="12"/>
                  <a:pt x="64" y="15"/>
                  <a:pt x="55" y="18"/>
                </a:cubicBezTo>
                <a:cubicBezTo>
                  <a:pt x="46" y="23"/>
                  <a:pt x="39" y="28"/>
                  <a:pt x="33" y="36"/>
                </a:cubicBezTo>
                <a:cubicBezTo>
                  <a:pt x="28" y="43"/>
                  <a:pt x="23" y="52"/>
                  <a:pt x="20" y="64"/>
                </a:cubicBezTo>
                <a:cubicBezTo>
                  <a:pt x="17" y="75"/>
                  <a:pt x="15" y="86"/>
                  <a:pt x="13" y="100"/>
                </a:cubicBezTo>
                <a:cubicBezTo>
                  <a:pt x="13" y="113"/>
                  <a:pt x="12" y="126"/>
                  <a:pt x="12" y="143"/>
                </a:cubicBezTo>
                <a:cubicBezTo>
                  <a:pt x="12" y="151"/>
                  <a:pt x="12" y="164"/>
                  <a:pt x="13" y="182"/>
                </a:cubicBezTo>
                <a:cubicBezTo>
                  <a:pt x="13" y="197"/>
                  <a:pt x="13" y="208"/>
                  <a:pt x="13" y="217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50000">
                <a:schemeClr val="accent2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/>
            <a:endParaRPr lang="en-AU" noProof="0"/>
          </a:p>
        </p:txBody>
      </p:sp>
    </p:spTree>
    <p:extLst>
      <p:ext uri="{BB962C8B-B14F-4D97-AF65-F5344CB8AC3E}">
        <p14:creationId xmlns:p14="http://schemas.microsoft.com/office/powerpoint/2010/main" val="4290419491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 panel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60821221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106" name="think-cell Slide" r:id="rId5" imgW="270" imgH="270" progId="TCLayout.ActiveDocument.1">
                  <p:embed/>
                </p:oleObj>
              </mc:Choice>
              <mc:Fallback>
                <p:oleObj name="think-cell Slide" r:id="rId5" imgW="270" imgH="270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AU" sz="2800" b="0" i="0" baseline="0" dirty="0">
              <a:latin typeface="Segoe UI Semibold"/>
              <a:ea typeface="+mj-ea"/>
              <a:cs typeface="+mj-cs"/>
              <a:sym typeface="Segoe UI Semibold"/>
            </a:endParaRPr>
          </a:p>
        </p:txBody>
      </p:sp>
      <p:pic>
        <p:nvPicPr>
          <p:cNvPr id="4" name="Picture 3"/>
          <p:cNvPicPr>
            <a:picLocks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5339" cy="109703"/>
          </a:xfrm>
          <a:prstGeom prst="rect">
            <a:avLst/>
          </a:prstGeom>
        </p:spPr>
      </p:pic>
      <p:sp>
        <p:nvSpPr>
          <p:cNvPr id="6" name="Rectangle 5"/>
          <p:cNvSpPr/>
          <p:nvPr userDrawn="1"/>
        </p:nvSpPr>
        <p:spPr>
          <a:xfrm>
            <a:off x="-3376" y="109703"/>
            <a:ext cx="3270094" cy="6748297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8" name="Tagline"/>
          <p:cNvSpPr>
            <a:spLocks noGrp="1"/>
          </p:cNvSpPr>
          <p:nvPr>
            <p:ph type="body" sz="quarter" idx="31"/>
          </p:nvPr>
        </p:nvSpPr>
        <p:spPr>
          <a:xfrm>
            <a:off x="396000" y="548680"/>
            <a:ext cx="2448271" cy="5688632"/>
          </a:xfrm>
        </p:spPr>
        <p:txBody>
          <a:bodyPr anchor="ctr"/>
          <a:lstStyle>
            <a:lvl1pPr>
              <a:defRPr sz="1600">
                <a:solidFill>
                  <a:schemeClr val="bg2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>
              <a:buClr>
                <a:schemeClr val="bg2"/>
              </a:buClr>
              <a:defRPr sz="1600">
                <a:solidFill>
                  <a:schemeClr val="bg2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2pPr>
            <a:lvl3pPr>
              <a:buClr>
                <a:schemeClr val="bg2"/>
              </a:buClr>
              <a:defRPr sz="1600">
                <a:solidFill>
                  <a:schemeClr val="bg2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3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8841432" y="6392361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E8856DA-B77A-4A94-8E84-45BF77D9376B}" type="slidenum">
              <a:rPr lang="en-AU" sz="1200" noProof="0" smtClean="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AU" sz="1200" noProof="0" dirty="0">
              <a:solidFill>
                <a:schemeClr val="accent3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2" name="Governing Thought">
            <a:extLst>
              <a:ext uri="{FF2B5EF4-FFF2-40B4-BE49-F238E27FC236}">
                <a16:creationId xmlns:a16="http://schemas.microsoft.com/office/drawing/2014/main" id="{9810F382-8A4C-462A-9276-BB30CEE50F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36000" y="504000"/>
            <a:ext cx="5760000" cy="504056"/>
          </a:xfrm>
        </p:spPr>
        <p:txBody>
          <a:bodyPr anchor="ctr" anchorCtr="0"/>
          <a:lstStyle>
            <a:lvl1pPr marL="0" marR="0" indent="0" algn="l" defTabSz="914349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/>
            </a:lvl1pPr>
          </a:lstStyle>
          <a:p>
            <a:pPr lvl="0"/>
            <a:r>
              <a:rPr lang="en-AU" noProof="0" dirty="0"/>
              <a:t>Governing thought</a:t>
            </a:r>
          </a:p>
        </p:txBody>
      </p:sp>
      <p:sp>
        <p:nvSpPr>
          <p:cNvPr id="13" name="Chart 1"/>
          <p:cNvSpPr>
            <a:spLocks noGrp="1"/>
          </p:cNvSpPr>
          <p:nvPr>
            <p:ph sz="quarter" idx="14"/>
          </p:nvPr>
        </p:nvSpPr>
        <p:spPr>
          <a:xfrm>
            <a:off x="3636000" y="1412776"/>
            <a:ext cx="5760000" cy="4536504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14" name="Source"/>
          <p:cNvSpPr>
            <a:spLocks noGrp="1"/>
          </p:cNvSpPr>
          <p:nvPr>
            <p:ph type="body" sz="quarter" idx="32" hasCustomPrompt="1"/>
          </p:nvPr>
        </p:nvSpPr>
        <p:spPr>
          <a:xfrm>
            <a:off x="3636000" y="6021288"/>
            <a:ext cx="5760765" cy="287214"/>
          </a:xfrm>
        </p:spPr>
        <p:txBody>
          <a:bodyPr anchor="ctr"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 lvl="0"/>
            <a:r>
              <a:rPr lang="en-AU" noProof="0" dirty="0"/>
              <a:t>Source</a:t>
            </a:r>
          </a:p>
        </p:txBody>
      </p:sp>
    </p:spTree>
    <p:extLst>
      <p:ext uri="{BB962C8B-B14F-4D97-AF65-F5344CB8AC3E}">
        <p14:creationId xmlns:p14="http://schemas.microsoft.com/office/powerpoint/2010/main" val="1557069878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ight side panel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87684086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130" name="think-cell Slide" r:id="rId5" imgW="270" imgH="270" progId="TCLayout.ActiveDocument.1">
                  <p:embed/>
                </p:oleObj>
              </mc:Choice>
              <mc:Fallback>
                <p:oleObj name="think-cell Slide" r:id="rId5" imgW="270" imgH="270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AU" sz="2800" b="0" i="0" baseline="0" dirty="0">
              <a:latin typeface="Segoe UI Semibold"/>
              <a:ea typeface="+mj-ea"/>
              <a:cs typeface="+mj-cs"/>
              <a:sym typeface="Segoe UI Semibold"/>
            </a:endParaRPr>
          </a:p>
        </p:txBody>
      </p:sp>
      <p:pic>
        <p:nvPicPr>
          <p:cNvPr id="4" name="Picture 3"/>
          <p:cNvPicPr>
            <a:picLocks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5339" cy="109703"/>
          </a:xfrm>
          <a:prstGeom prst="rect">
            <a:avLst/>
          </a:prstGeom>
        </p:spPr>
      </p:pic>
      <p:sp>
        <p:nvSpPr>
          <p:cNvPr id="6" name="Rectangle 5"/>
          <p:cNvSpPr/>
          <p:nvPr userDrawn="1"/>
        </p:nvSpPr>
        <p:spPr>
          <a:xfrm>
            <a:off x="6635906" y="109703"/>
            <a:ext cx="3270094" cy="6748297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AU" noProof="0"/>
          </a:p>
        </p:txBody>
      </p:sp>
      <p:sp>
        <p:nvSpPr>
          <p:cNvPr id="8" name="Tagline"/>
          <p:cNvSpPr>
            <a:spLocks noGrp="1"/>
          </p:cNvSpPr>
          <p:nvPr>
            <p:ph type="body" sz="quarter" idx="31"/>
          </p:nvPr>
        </p:nvSpPr>
        <p:spPr>
          <a:xfrm>
            <a:off x="7041232" y="576064"/>
            <a:ext cx="2448271" cy="5688632"/>
          </a:xfrm>
        </p:spPr>
        <p:txBody>
          <a:bodyPr anchor="ctr"/>
          <a:lstStyle>
            <a:lvl1pPr>
              <a:defRPr sz="1600">
                <a:solidFill>
                  <a:schemeClr val="bg2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>
              <a:buClr>
                <a:schemeClr val="bg2"/>
              </a:buClr>
              <a:defRPr sz="1600">
                <a:solidFill>
                  <a:schemeClr val="bg2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2pPr>
            <a:lvl3pPr>
              <a:buClr>
                <a:schemeClr val="bg2"/>
              </a:buClr>
              <a:defRPr sz="1600">
                <a:solidFill>
                  <a:schemeClr val="bg2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3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8841432" y="6392361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E8856DA-B77A-4A94-8E84-45BF77D9376B}" type="slidenum">
              <a:rPr lang="en-AU" sz="1200" noProof="0" smtClean="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AU" sz="1200" noProof="0" dirty="0">
              <a:solidFill>
                <a:schemeClr val="accent3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2" name="Chart 1"/>
          <p:cNvSpPr>
            <a:spLocks noGrp="1"/>
          </p:cNvSpPr>
          <p:nvPr>
            <p:ph sz="quarter" idx="14"/>
          </p:nvPr>
        </p:nvSpPr>
        <p:spPr>
          <a:xfrm>
            <a:off x="540000" y="1412776"/>
            <a:ext cx="5688000" cy="4515723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13" name="Source"/>
          <p:cNvSpPr>
            <a:spLocks noGrp="1"/>
          </p:cNvSpPr>
          <p:nvPr>
            <p:ph type="body" sz="quarter" idx="32" hasCustomPrompt="1"/>
          </p:nvPr>
        </p:nvSpPr>
        <p:spPr>
          <a:xfrm>
            <a:off x="540000" y="6021288"/>
            <a:ext cx="5688000" cy="287214"/>
          </a:xfrm>
        </p:spPr>
        <p:txBody>
          <a:bodyPr anchor="ctr"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 lvl="0"/>
            <a:r>
              <a:rPr lang="en-AU" noProof="0" dirty="0"/>
              <a:t>Source</a:t>
            </a:r>
          </a:p>
        </p:txBody>
      </p:sp>
      <p:sp>
        <p:nvSpPr>
          <p:cNvPr id="14" name="Governing Thought">
            <a:extLst>
              <a:ext uri="{FF2B5EF4-FFF2-40B4-BE49-F238E27FC236}">
                <a16:creationId xmlns:a16="http://schemas.microsoft.com/office/drawing/2014/main" id="{17AB7F47-602E-4EE6-8314-BEBDF4A47D7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504000"/>
            <a:ext cx="5688000" cy="504056"/>
          </a:xfrm>
        </p:spPr>
        <p:txBody>
          <a:bodyPr anchor="ctr" anchorCtr="0"/>
          <a:lstStyle>
            <a:lvl1pPr marL="0" marR="0" indent="0" algn="l" defTabSz="914349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/>
            </a:lvl1pPr>
          </a:lstStyle>
          <a:p>
            <a:pPr lvl="0"/>
            <a:r>
              <a:rPr lang="en-AU" noProof="0" dirty="0"/>
              <a:t>Governing thought</a:t>
            </a:r>
          </a:p>
        </p:txBody>
      </p:sp>
    </p:spTree>
    <p:extLst>
      <p:ext uri="{BB962C8B-B14F-4D97-AF65-F5344CB8AC3E}">
        <p14:creationId xmlns:p14="http://schemas.microsoft.com/office/powerpoint/2010/main" val="3747804804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ull quote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63263597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154" name="think-cell Slide" r:id="rId5" imgW="270" imgH="270" progId="TCLayout.ActiveDocument.1">
                  <p:embed/>
                </p:oleObj>
              </mc:Choice>
              <mc:Fallback>
                <p:oleObj name="think-cell Slide" r:id="rId5" imgW="270" imgH="270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AU" sz="2800" b="0" i="0" baseline="0" dirty="0">
              <a:latin typeface="Segoe UI Semibold"/>
              <a:ea typeface="+mj-ea"/>
              <a:cs typeface="+mj-cs"/>
              <a:sym typeface="Segoe UI Semibold"/>
            </a:endParaRPr>
          </a:p>
        </p:txBody>
      </p:sp>
      <p:pic>
        <p:nvPicPr>
          <p:cNvPr id="4" name="Picture 3"/>
          <p:cNvPicPr>
            <a:picLocks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5339" cy="109703"/>
          </a:xfrm>
          <a:prstGeom prst="rect">
            <a:avLst/>
          </a:prstGeom>
        </p:spPr>
      </p:pic>
      <p:sp>
        <p:nvSpPr>
          <p:cNvPr id="6" name="Rectangle 5"/>
          <p:cNvSpPr/>
          <p:nvPr userDrawn="1"/>
        </p:nvSpPr>
        <p:spPr>
          <a:xfrm>
            <a:off x="-3376" y="109703"/>
            <a:ext cx="3270094" cy="6748297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AU" noProof="0"/>
          </a:p>
        </p:txBody>
      </p:sp>
      <p:sp>
        <p:nvSpPr>
          <p:cNvPr id="9" name="Freeform 8"/>
          <p:cNvSpPr>
            <a:spLocks noChangeAspect="1" noEditPoints="1"/>
          </p:cNvSpPr>
          <p:nvPr userDrawn="1"/>
        </p:nvSpPr>
        <p:spPr bwMode="auto">
          <a:xfrm>
            <a:off x="443539" y="980728"/>
            <a:ext cx="422366" cy="339258"/>
          </a:xfrm>
          <a:custGeom>
            <a:avLst/>
            <a:gdLst>
              <a:gd name="T0" fmla="*/ 170 w 285"/>
              <a:gd name="T1" fmla="*/ 229 h 229"/>
              <a:gd name="T2" fmla="*/ 163 w 285"/>
              <a:gd name="T3" fmla="*/ 183 h 229"/>
              <a:gd name="T4" fmla="*/ 165 w 285"/>
              <a:gd name="T5" fmla="*/ 99 h 229"/>
              <a:gd name="T6" fmla="*/ 186 w 285"/>
              <a:gd name="T7" fmla="*/ 29 h 229"/>
              <a:gd name="T8" fmla="*/ 251 w 285"/>
              <a:gd name="T9" fmla="*/ 0 h 229"/>
              <a:gd name="T10" fmla="*/ 284 w 285"/>
              <a:gd name="T11" fmla="*/ 57 h 229"/>
              <a:gd name="T12" fmla="*/ 278 w 285"/>
              <a:gd name="T13" fmla="*/ 66 h 229"/>
              <a:gd name="T14" fmla="*/ 231 w 285"/>
              <a:gd name="T15" fmla="*/ 108 h 229"/>
              <a:gd name="T16" fmla="*/ 284 w 285"/>
              <a:gd name="T17" fmla="*/ 114 h 229"/>
              <a:gd name="T18" fmla="*/ 278 w 285"/>
              <a:gd name="T19" fmla="*/ 229 h 229"/>
              <a:gd name="T20" fmla="*/ 272 w 285"/>
              <a:gd name="T21" fmla="*/ 217 h 229"/>
              <a:gd name="T22" fmla="*/ 224 w 285"/>
              <a:gd name="T23" fmla="*/ 120 h 229"/>
              <a:gd name="T24" fmla="*/ 233 w 285"/>
              <a:gd name="T25" fmla="*/ 68 h 229"/>
              <a:gd name="T26" fmla="*/ 248 w 285"/>
              <a:gd name="T27" fmla="*/ 12 h 229"/>
              <a:gd name="T28" fmla="*/ 196 w 285"/>
              <a:gd name="T29" fmla="*/ 36 h 229"/>
              <a:gd name="T30" fmla="*/ 176 w 285"/>
              <a:gd name="T31" fmla="*/ 100 h 229"/>
              <a:gd name="T32" fmla="*/ 175 w 285"/>
              <a:gd name="T33" fmla="*/ 182 h 229"/>
              <a:gd name="T34" fmla="*/ 116 w 285"/>
              <a:gd name="T35" fmla="*/ 229 h 229"/>
              <a:gd name="T36" fmla="*/ 1 w 285"/>
              <a:gd name="T37" fmla="*/ 223 h 229"/>
              <a:gd name="T38" fmla="*/ 0 w 285"/>
              <a:gd name="T39" fmla="*/ 143 h 229"/>
              <a:gd name="T40" fmla="*/ 9 w 285"/>
              <a:gd name="T41" fmla="*/ 61 h 229"/>
              <a:gd name="T42" fmla="*/ 50 w 285"/>
              <a:gd name="T43" fmla="*/ 8 h 229"/>
              <a:gd name="T44" fmla="*/ 94 w 285"/>
              <a:gd name="T45" fmla="*/ 3 h 229"/>
              <a:gd name="T46" fmla="*/ 121 w 285"/>
              <a:gd name="T47" fmla="*/ 63 h 229"/>
              <a:gd name="T48" fmla="*/ 78 w 285"/>
              <a:gd name="T49" fmla="*/ 77 h 229"/>
              <a:gd name="T50" fmla="*/ 116 w 285"/>
              <a:gd name="T51" fmla="*/ 108 h 229"/>
              <a:gd name="T52" fmla="*/ 122 w 285"/>
              <a:gd name="T53" fmla="*/ 223 h 229"/>
              <a:gd name="T54" fmla="*/ 13 w 285"/>
              <a:gd name="T55" fmla="*/ 217 h 229"/>
              <a:gd name="T56" fmla="*/ 110 w 285"/>
              <a:gd name="T57" fmla="*/ 120 h 229"/>
              <a:gd name="T58" fmla="*/ 55 w 285"/>
              <a:gd name="T59" fmla="*/ 114 h 229"/>
              <a:gd name="T60" fmla="*/ 106 w 285"/>
              <a:gd name="T61" fmla="*/ 54 h 229"/>
              <a:gd name="T62" fmla="*/ 55 w 285"/>
              <a:gd name="T63" fmla="*/ 18 h 229"/>
              <a:gd name="T64" fmla="*/ 20 w 285"/>
              <a:gd name="T65" fmla="*/ 64 h 229"/>
              <a:gd name="T66" fmla="*/ 12 w 285"/>
              <a:gd name="T67" fmla="*/ 143 h 229"/>
              <a:gd name="T68" fmla="*/ 13 w 285"/>
              <a:gd name="T69" fmla="*/ 217 h 22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285" h="229">
                <a:moveTo>
                  <a:pt x="278" y="229"/>
                </a:moveTo>
                <a:cubicBezTo>
                  <a:pt x="170" y="229"/>
                  <a:pt x="170" y="229"/>
                  <a:pt x="170" y="229"/>
                </a:cubicBezTo>
                <a:cubicBezTo>
                  <a:pt x="167" y="229"/>
                  <a:pt x="164" y="226"/>
                  <a:pt x="164" y="223"/>
                </a:cubicBezTo>
                <a:cubicBezTo>
                  <a:pt x="164" y="214"/>
                  <a:pt x="164" y="201"/>
                  <a:pt x="163" y="183"/>
                </a:cubicBezTo>
                <a:cubicBezTo>
                  <a:pt x="163" y="143"/>
                  <a:pt x="163" y="143"/>
                  <a:pt x="163" y="143"/>
                </a:cubicBezTo>
                <a:cubicBezTo>
                  <a:pt x="163" y="126"/>
                  <a:pt x="163" y="112"/>
                  <a:pt x="165" y="99"/>
                </a:cubicBezTo>
                <a:cubicBezTo>
                  <a:pt x="165" y="88"/>
                  <a:pt x="167" y="77"/>
                  <a:pt x="171" y="62"/>
                </a:cubicBezTo>
                <a:cubicBezTo>
                  <a:pt x="174" y="49"/>
                  <a:pt x="179" y="38"/>
                  <a:pt x="186" y="29"/>
                </a:cubicBezTo>
                <a:cubicBezTo>
                  <a:pt x="192" y="20"/>
                  <a:pt x="201" y="13"/>
                  <a:pt x="213" y="8"/>
                </a:cubicBezTo>
                <a:cubicBezTo>
                  <a:pt x="224" y="3"/>
                  <a:pt x="237" y="0"/>
                  <a:pt x="251" y="0"/>
                </a:cubicBezTo>
                <a:cubicBezTo>
                  <a:pt x="254" y="0"/>
                  <a:pt x="256" y="1"/>
                  <a:pt x="257" y="3"/>
                </a:cubicBezTo>
                <a:cubicBezTo>
                  <a:pt x="284" y="57"/>
                  <a:pt x="284" y="57"/>
                  <a:pt x="284" y="57"/>
                </a:cubicBezTo>
                <a:cubicBezTo>
                  <a:pt x="285" y="59"/>
                  <a:pt x="285" y="61"/>
                  <a:pt x="283" y="63"/>
                </a:cubicBezTo>
                <a:cubicBezTo>
                  <a:pt x="282" y="65"/>
                  <a:pt x="280" y="66"/>
                  <a:pt x="278" y="66"/>
                </a:cubicBezTo>
                <a:cubicBezTo>
                  <a:pt x="261" y="66"/>
                  <a:pt x="249" y="70"/>
                  <a:pt x="241" y="77"/>
                </a:cubicBezTo>
                <a:cubicBezTo>
                  <a:pt x="235" y="83"/>
                  <a:pt x="231" y="94"/>
                  <a:pt x="231" y="108"/>
                </a:cubicBezTo>
                <a:cubicBezTo>
                  <a:pt x="278" y="108"/>
                  <a:pt x="278" y="108"/>
                  <a:pt x="278" y="108"/>
                </a:cubicBezTo>
                <a:cubicBezTo>
                  <a:pt x="282" y="108"/>
                  <a:pt x="284" y="111"/>
                  <a:pt x="284" y="114"/>
                </a:cubicBezTo>
                <a:cubicBezTo>
                  <a:pt x="284" y="223"/>
                  <a:pt x="284" y="223"/>
                  <a:pt x="284" y="223"/>
                </a:cubicBezTo>
                <a:cubicBezTo>
                  <a:pt x="284" y="226"/>
                  <a:pt x="282" y="229"/>
                  <a:pt x="278" y="229"/>
                </a:cubicBezTo>
                <a:close/>
                <a:moveTo>
                  <a:pt x="176" y="217"/>
                </a:moveTo>
                <a:cubicBezTo>
                  <a:pt x="272" y="217"/>
                  <a:pt x="272" y="217"/>
                  <a:pt x="272" y="217"/>
                </a:cubicBezTo>
                <a:cubicBezTo>
                  <a:pt x="272" y="120"/>
                  <a:pt x="272" y="120"/>
                  <a:pt x="272" y="120"/>
                </a:cubicBezTo>
                <a:cubicBezTo>
                  <a:pt x="224" y="120"/>
                  <a:pt x="224" y="120"/>
                  <a:pt x="224" y="120"/>
                </a:cubicBezTo>
                <a:cubicBezTo>
                  <a:pt x="221" y="120"/>
                  <a:pt x="218" y="118"/>
                  <a:pt x="218" y="114"/>
                </a:cubicBezTo>
                <a:cubicBezTo>
                  <a:pt x="218" y="94"/>
                  <a:pt x="223" y="78"/>
                  <a:pt x="233" y="68"/>
                </a:cubicBezTo>
                <a:cubicBezTo>
                  <a:pt x="241" y="60"/>
                  <a:pt x="253" y="56"/>
                  <a:pt x="269" y="54"/>
                </a:cubicBezTo>
                <a:cubicBezTo>
                  <a:pt x="248" y="12"/>
                  <a:pt x="248" y="12"/>
                  <a:pt x="248" y="12"/>
                </a:cubicBezTo>
                <a:cubicBezTo>
                  <a:pt x="236" y="12"/>
                  <a:pt x="226" y="15"/>
                  <a:pt x="218" y="18"/>
                </a:cubicBezTo>
                <a:cubicBezTo>
                  <a:pt x="208" y="23"/>
                  <a:pt x="201" y="29"/>
                  <a:pt x="196" y="36"/>
                </a:cubicBezTo>
                <a:cubicBezTo>
                  <a:pt x="190" y="44"/>
                  <a:pt x="185" y="54"/>
                  <a:pt x="183" y="64"/>
                </a:cubicBezTo>
                <a:cubicBezTo>
                  <a:pt x="179" y="79"/>
                  <a:pt x="177" y="90"/>
                  <a:pt x="176" y="100"/>
                </a:cubicBezTo>
                <a:cubicBezTo>
                  <a:pt x="175" y="112"/>
                  <a:pt x="175" y="126"/>
                  <a:pt x="175" y="143"/>
                </a:cubicBezTo>
                <a:cubicBezTo>
                  <a:pt x="175" y="182"/>
                  <a:pt x="175" y="182"/>
                  <a:pt x="175" y="182"/>
                </a:cubicBezTo>
                <a:cubicBezTo>
                  <a:pt x="176" y="197"/>
                  <a:pt x="176" y="208"/>
                  <a:pt x="176" y="217"/>
                </a:cubicBezTo>
                <a:close/>
                <a:moveTo>
                  <a:pt x="116" y="229"/>
                </a:moveTo>
                <a:cubicBezTo>
                  <a:pt x="7" y="229"/>
                  <a:pt x="7" y="229"/>
                  <a:pt x="7" y="229"/>
                </a:cubicBezTo>
                <a:cubicBezTo>
                  <a:pt x="4" y="229"/>
                  <a:pt x="1" y="226"/>
                  <a:pt x="1" y="223"/>
                </a:cubicBezTo>
                <a:cubicBezTo>
                  <a:pt x="1" y="214"/>
                  <a:pt x="1" y="201"/>
                  <a:pt x="1" y="183"/>
                </a:cubicBezTo>
                <a:cubicBezTo>
                  <a:pt x="0" y="165"/>
                  <a:pt x="0" y="151"/>
                  <a:pt x="0" y="143"/>
                </a:cubicBezTo>
                <a:cubicBezTo>
                  <a:pt x="0" y="126"/>
                  <a:pt x="1" y="112"/>
                  <a:pt x="1" y="99"/>
                </a:cubicBezTo>
                <a:cubicBezTo>
                  <a:pt x="3" y="84"/>
                  <a:pt x="5" y="72"/>
                  <a:pt x="9" y="61"/>
                </a:cubicBezTo>
                <a:cubicBezTo>
                  <a:pt x="12" y="48"/>
                  <a:pt x="17" y="37"/>
                  <a:pt x="23" y="29"/>
                </a:cubicBezTo>
                <a:cubicBezTo>
                  <a:pt x="31" y="20"/>
                  <a:pt x="39" y="13"/>
                  <a:pt x="50" y="8"/>
                </a:cubicBezTo>
                <a:cubicBezTo>
                  <a:pt x="61" y="2"/>
                  <a:pt x="75" y="0"/>
                  <a:pt x="89" y="0"/>
                </a:cubicBezTo>
                <a:cubicBezTo>
                  <a:pt x="91" y="0"/>
                  <a:pt x="93" y="1"/>
                  <a:pt x="94" y="3"/>
                </a:cubicBezTo>
                <a:cubicBezTo>
                  <a:pt x="121" y="57"/>
                  <a:pt x="121" y="57"/>
                  <a:pt x="121" y="57"/>
                </a:cubicBezTo>
                <a:cubicBezTo>
                  <a:pt x="122" y="59"/>
                  <a:pt x="122" y="61"/>
                  <a:pt x="121" y="63"/>
                </a:cubicBezTo>
                <a:cubicBezTo>
                  <a:pt x="120" y="65"/>
                  <a:pt x="118" y="66"/>
                  <a:pt x="116" y="66"/>
                </a:cubicBezTo>
                <a:cubicBezTo>
                  <a:pt x="99" y="66"/>
                  <a:pt x="86" y="70"/>
                  <a:pt x="78" y="77"/>
                </a:cubicBezTo>
                <a:cubicBezTo>
                  <a:pt x="72" y="83"/>
                  <a:pt x="68" y="94"/>
                  <a:pt x="68" y="108"/>
                </a:cubicBezTo>
                <a:cubicBezTo>
                  <a:pt x="116" y="108"/>
                  <a:pt x="116" y="108"/>
                  <a:pt x="116" y="108"/>
                </a:cubicBezTo>
                <a:cubicBezTo>
                  <a:pt x="119" y="108"/>
                  <a:pt x="122" y="111"/>
                  <a:pt x="122" y="114"/>
                </a:cubicBezTo>
                <a:cubicBezTo>
                  <a:pt x="122" y="223"/>
                  <a:pt x="122" y="223"/>
                  <a:pt x="122" y="223"/>
                </a:cubicBezTo>
                <a:cubicBezTo>
                  <a:pt x="122" y="226"/>
                  <a:pt x="119" y="229"/>
                  <a:pt x="116" y="229"/>
                </a:cubicBezTo>
                <a:close/>
                <a:moveTo>
                  <a:pt x="13" y="217"/>
                </a:moveTo>
                <a:cubicBezTo>
                  <a:pt x="110" y="217"/>
                  <a:pt x="110" y="217"/>
                  <a:pt x="110" y="217"/>
                </a:cubicBezTo>
                <a:cubicBezTo>
                  <a:pt x="110" y="120"/>
                  <a:pt x="110" y="120"/>
                  <a:pt x="110" y="120"/>
                </a:cubicBezTo>
                <a:cubicBezTo>
                  <a:pt x="61" y="120"/>
                  <a:pt x="61" y="120"/>
                  <a:pt x="61" y="120"/>
                </a:cubicBezTo>
                <a:cubicBezTo>
                  <a:pt x="58" y="120"/>
                  <a:pt x="55" y="118"/>
                  <a:pt x="55" y="114"/>
                </a:cubicBezTo>
                <a:cubicBezTo>
                  <a:pt x="55" y="94"/>
                  <a:pt x="60" y="78"/>
                  <a:pt x="70" y="68"/>
                </a:cubicBezTo>
                <a:cubicBezTo>
                  <a:pt x="78" y="60"/>
                  <a:pt x="90" y="56"/>
                  <a:pt x="106" y="54"/>
                </a:cubicBezTo>
                <a:cubicBezTo>
                  <a:pt x="85" y="12"/>
                  <a:pt x="85" y="12"/>
                  <a:pt x="85" y="12"/>
                </a:cubicBezTo>
                <a:cubicBezTo>
                  <a:pt x="74" y="12"/>
                  <a:pt x="64" y="15"/>
                  <a:pt x="55" y="18"/>
                </a:cubicBezTo>
                <a:cubicBezTo>
                  <a:pt x="46" y="23"/>
                  <a:pt x="39" y="28"/>
                  <a:pt x="33" y="36"/>
                </a:cubicBezTo>
                <a:cubicBezTo>
                  <a:pt x="28" y="43"/>
                  <a:pt x="23" y="52"/>
                  <a:pt x="20" y="64"/>
                </a:cubicBezTo>
                <a:cubicBezTo>
                  <a:pt x="17" y="75"/>
                  <a:pt x="15" y="86"/>
                  <a:pt x="13" y="100"/>
                </a:cubicBezTo>
                <a:cubicBezTo>
                  <a:pt x="13" y="113"/>
                  <a:pt x="12" y="126"/>
                  <a:pt x="12" y="143"/>
                </a:cubicBezTo>
                <a:cubicBezTo>
                  <a:pt x="12" y="151"/>
                  <a:pt x="12" y="164"/>
                  <a:pt x="13" y="182"/>
                </a:cubicBezTo>
                <a:cubicBezTo>
                  <a:pt x="13" y="197"/>
                  <a:pt x="13" y="208"/>
                  <a:pt x="13" y="217"/>
                </a:cubicBezTo>
                <a:close/>
              </a:path>
            </a:pathLst>
          </a:custGeom>
          <a:gradFill>
            <a:gsLst>
              <a:gs pos="0">
                <a:schemeClr val="bg2"/>
              </a:gs>
              <a:gs pos="50000">
                <a:schemeClr val="tx2"/>
              </a:gs>
              <a:gs pos="100000">
                <a:schemeClr val="accent6"/>
              </a:gs>
            </a:gsLst>
            <a:lin ang="0" scaled="0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/>
            <a:endParaRPr lang="en-AU" noProof="0"/>
          </a:p>
        </p:txBody>
      </p:sp>
      <p:sp>
        <p:nvSpPr>
          <p:cNvPr id="10" name="Freeform 9"/>
          <p:cNvSpPr>
            <a:spLocks noChangeAspect="1" noEditPoints="1"/>
          </p:cNvSpPr>
          <p:nvPr userDrawn="1"/>
        </p:nvSpPr>
        <p:spPr bwMode="auto">
          <a:xfrm rot="10800000">
            <a:off x="2397437" y="5589240"/>
            <a:ext cx="422366" cy="339258"/>
          </a:xfrm>
          <a:custGeom>
            <a:avLst/>
            <a:gdLst>
              <a:gd name="T0" fmla="*/ 170 w 285"/>
              <a:gd name="T1" fmla="*/ 229 h 229"/>
              <a:gd name="T2" fmla="*/ 163 w 285"/>
              <a:gd name="T3" fmla="*/ 183 h 229"/>
              <a:gd name="T4" fmla="*/ 165 w 285"/>
              <a:gd name="T5" fmla="*/ 99 h 229"/>
              <a:gd name="T6" fmla="*/ 186 w 285"/>
              <a:gd name="T7" fmla="*/ 29 h 229"/>
              <a:gd name="T8" fmla="*/ 251 w 285"/>
              <a:gd name="T9" fmla="*/ 0 h 229"/>
              <a:gd name="T10" fmla="*/ 284 w 285"/>
              <a:gd name="T11" fmla="*/ 57 h 229"/>
              <a:gd name="T12" fmla="*/ 278 w 285"/>
              <a:gd name="T13" fmla="*/ 66 h 229"/>
              <a:gd name="T14" fmla="*/ 231 w 285"/>
              <a:gd name="T15" fmla="*/ 108 h 229"/>
              <a:gd name="T16" fmla="*/ 284 w 285"/>
              <a:gd name="T17" fmla="*/ 114 h 229"/>
              <a:gd name="T18" fmla="*/ 278 w 285"/>
              <a:gd name="T19" fmla="*/ 229 h 229"/>
              <a:gd name="T20" fmla="*/ 272 w 285"/>
              <a:gd name="T21" fmla="*/ 217 h 229"/>
              <a:gd name="T22" fmla="*/ 224 w 285"/>
              <a:gd name="T23" fmla="*/ 120 h 229"/>
              <a:gd name="T24" fmla="*/ 233 w 285"/>
              <a:gd name="T25" fmla="*/ 68 h 229"/>
              <a:gd name="T26" fmla="*/ 248 w 285"/>
              <a:gd name="T27" fmla="*/ 12 h 229"/>
              <a:gd name="T28" fmla="*/ 196 w 285"/>
              <a:gd name="T29" fmla="*/ 36 h 229"/>
              <a:gd name="T30" fmla="*/ 176 w 285"/>
              <a:gd name="T31" fmla="*/ 100 h 229"/>
              <a:gd name="T32" fmla="*/ 175 w 285"/>
              <a:gd name="T33" fmla="*/ 182 h 229"/>
              <a:gd name="T34" fmla="*/ 116 w 285"/>
              <a:gd name="T35" fmla="*/ 229 h 229"/>
              <a:gd name="T36" fmla="*/ 1 w 285"/>
              <a:gd name="T37" fmla="*/ 223 h 229"/>
              <a:gd name="T38" fmla="*/ 0 w 285"/>
              <a:gd name="T39" fmla="*/ 143 h 229"/>
              <a:gd name="T40" fmla="*/ 9 w 285"/>
              <a:gd name="T41" fmla="*/ 61 h 229"/>
              <a:gd name="T42" fmla="*/ 50 w 285"/>
              <a:gd name="T43" fmla="*/ 8 h 229"/>
              <a:gd name="T44" fmla="*/ 94 w 285"/>
              <a:gd name="T45" fmla="*/ 3 h 229"/>
              <a:gd name="T46" fmla="*/ 121 w 285"/>
              <a:gd name="T47" fmla="*/ 63 h 229"/>
              <a:gd name="T48" fmla="*/ 78 w 285"/>
              <a:gd name="T49" fmla="*/ 77 h 229"/>
              <a:gd name="T50" fmla="*/ 116 w 285"/>
              <a:gd name="T51" fmla="*/ 108 h 229"/>
              <a:gd name="T52" fmla="*/ 122 w 285"/>
              <a:gd name="T53" fmla="*/ 223 h 229"/>
              <a:gd name="T54" fmla="*/ 13 w 285"/>
              <a:gd name="T55" fmla="*/ 217 h 229"/>
              <a:gd name="T56" fmla="*/ 110 w 285"/>
              <a:gd name="T57" fmla="*/ 120 h 229"/>
              <a:gd name="T58" fmla="*/ 55 w 285"/>
              <a:gd name="T59" fmla="*/ 114 h 229"/>
              <a:gd name="T60" fmla="*/ 106 w 285"/>
              <a:gd name="T61" fmla="*/ 54 h 229"/>
              <a:gd name="T62" fmla="*/ 55 w 285"/>
              <a:gd name="T63" fmla="*/ 18 h 229"/>
              <a:gd name="T64" fmla="*/ 20 w 285"/>
              <a:gd name="T65" fmla="*/ 64 h 229"/>
              <a:gd name="T66" fmla="*/ 12 w 285"/>
              <a:gd name="T67" fmla="*/ 143 h 229"/>
              <a:gd name="T68" fmla="*/ 13 w 285"/>
              <a:gd name="T69" fmla="*/ 217 h 22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285" h="229">
                <a:moveTo>
                  <a:pt x="278" y="229"/>
                </a:moveTo>
                <a:cubicBezTo>
                  <a:pt x="170" y="229"/>
                  <a:pt x="170" y="229"/>
                  <a:pt x="170" y="229"/>
                </a:cubicBezTo>
                <a:cubicBezTo>
                  <a:pt x="167" y="229"/>
                  <a:pt x="164" y="226"/>
                  <a:pt x="164" y="223"/>
                </a:cubicBezTo>
                <a:cubicBezTo>
                  <a:pt x="164" y="214"/>
                  <a:pt x="164" y="201"/>
                  <a:pt x="163" y="183"/>
                </a:cubicBezTo>
                <a:cubicBezTo>
                  <a:pt x="163" y="143"/>
                  <a:pt x="163" y="143"/>
                  <a:pt x="163" y="143"/>
                </a:cubicBezTo>
                <a:cubicBezTo>
                  <a:pt x="163" y="126"/>
                  <a:pt x="163" y="112"/>
                  <a:pt x="165" y="99"/>
                </a:cubicBezTo>
                <a:cubicBezTo>
                  <a:pt x="165" y="88"/>
                  <a:pt x="167" y="77"/>
                  <a:pt x="171" y="62"/>
                </a:cubicBezTo>
                <a:cubicBezTo>
                  <a:pt x="174" y="49"/>
                  <a:pt x="179" y="38"/>
                  <a:pt x="186" y="29"/>
                </a:cubicBezTo>
                <a:cubicBezTo>
                  <a:pt x="192" y="20"/>
                  <a:pt x="201" y="13"/>
                  <a:pt x="213" y="8"/>
                </a:cubicBezTo>
                <a:cubicBezTo>
                  <a:pt x="224" y="3"/>
                  <a:pt x="237" y="0"/>
                  <a:pt x="251" y="0"/>
                </a:cubicBezTo>
                <a:cubicBezTo>
                  <a:pt x="254" y="0"/>
                  <a:pt x="256" y="1"/>
                  <a:pt x="257" y="3"/>
                </a:cubicBezTo>
                <a:cubicBezTo>
                  <a:pt x="284" y="57"/>
                  <a:pt x="284" y="57"/>
                  <a:pt x="284" y="57"/>
                </a:cubicBezTo>
                <a:cubicBezTo>
                  <a:pt x="285" y="59"/>
                  <a:pt x="285" y="61"/>
                  <a:pt x="283" y="63"/>
                </a:cubicBezTo>
                <a:cubicBezTo>
                  <a:pt x="282" y="65"/>
                  <a:pt x="280" y="66"/>
                  <a:pt x="278" y="66"/>
                </a:cubicBezTo>
                <a:cubicBezTo>
                  <a:pt x="261" y="66"/>
                  <a:pt x="249" y="70"/>
                  <a:pt x="241" y="77"/>
                </a:cubicBezTo>
                <a:cubicBezTo>
                  <a:pt x="235" y="83"/>
                  <a:pt x="231" y="94"/>
                  <a:pt x="231" y="108"/>
                </a:cubicBezTo>
                <a:cubicBezTo>
                  <a:pt x="278" y="108"/>
                  <a:pt x="278" y="108"/>
                  <a:pt x="278" y="108"/>
                </a:cubicBezTo>
                <a:cubicBezTo>
                  <a:pt x="282" y="108"/>
                  <a:pt x="284" y="111"/>
                  <a:pt x="284" y="114"/>
                </a:cubicBezTo>
                <a:cubicBezTo>
                  <a:pt x="284" y="223"/>
                  <a:pt x="284" y="223"/>
                  <a:pt x="284" y="223"/>
                </a:cubicBezTo>
                <a:cubicBezTo>
                  <a:pt x="284" y="226"/>
                  <a:pt x="282" y="229"/>
                  <a:pt x="278" y="229"/>
                </a:cubicBezTo>
                <a:close/>
                <a:moveTo>
                  <a:pt x="176" y="217"/>
                </a:moveTo>
                <a:cubicBezTo>
                  <a:pt x="272" y="217"/>
                  <a:pt x="272" y="217"/>
                  <a:pt x="272" y="217"/>
                </a:cubicBezTo>
                <a:cubicBezTo>
                  <a:pt x="272" y="120"/>
                  <a:pt x="272" y="120"/>
                  <a:pt x="272" y="120"/>
                </a:cubicBezTo>
                <a:cubicBezTo>
                  <a:pt x="224" y="120"/>
                  <a:pt x="224" y="120"/>
                  <a:pt x="224" y="120"/>
                </a:cubicBezTo>
                <a:cubicBezTo>
                  <a:pt x="221" y="120"/>
                  <a:pt x="218" y="118"/>
                  <a:pt x="218" y="114"/>
                </a:cubicBezTo>
                <a:cubicBezTo>
                  <a:pt x="218" y="94"/>
                  <a:pt x="223" y="78"/>
                  <a:pt x="233" y="68"/>
                </a:cubicBezTo>
                <a:cubicBezTo>
                  <a:pt x="241" y="60"/>
                  <a:pt x="253" y="56"/>
                  <a:pt x="269" y="54"/>
                </a:cubicBezTo>
                <a:cubicBezTo>
                  <a:pt x="248" y="12"/>
                  <a:pt x="248" y="12"/>
                  <a:pt x="248" y="12"/>
                </a:cubicBezTo>
                <a:cubicBezTo>
                  <a:pt x="236" y="12"/>
                  <a:pt x="226" y="15"/>
                  <a:pt x="218" y="18"/>
                </a:cubicBezTo>
                <a:cubicBezTo>
                  <a:pt x="208" y="23"/>
                  <a:pt x="201" y="29"/>
                  <a:pt x="196" y="36"/>
                </a:cubicBezTo>
                <a:cubicBezTo>
                  <a:pt x="190" y="44"/>
                  <a:pt x="185" y="54"/>
                  <a:pt x="183" y="64"/>
                </a:cubicBezTo>
                <a:cubicBezTo>
                  <a:pt x="179" y="79"/>
                  <a:pt x="177" y="90"/>
                  <a:pt x="176" y="100"/>
                </a:cubicBezTo>
                <a:cubicBezTo>
                  <a:pt x="175" y="112"/>
                  <a:pt x="175" y="126"/>
                  <a:pt x="175" y="143"/>
                </a:cubicBezTo>
                <a:cubicBezTo>
                  <a:pt x="175" y="182"/>
                  <a:pt x="175" y="182"/>
                  <a:pt x="175" y="182"/>
                </a:cubicBezTo>
                <a:cubicBezTo>
                  <a:pt x="176" y="197"/>
                  <a:pt x="176" y="208"/>
                  <a:pt x="176" y="217"/>
                </a:cubicBezTo>
                <a:close/>
                <a:moveTo>
                  <a:pt x="116" y="229"/>
                </a:moveTo>
                <a:cubicBezTo>
                  <a:pt x="7" y="229"/>
                  <a:pt x="7" y="229"/>
                  <a:pt x="7" y="229"/>
                </a:cubicBezTo>
                <a:cubicBezTo>
                  <a:pt x="4" y="229"/>
                  <a:pt x="1" y="226"/>
                  <a:pt x="1" y="223"/>
                </a:cubicBezTo>
                <a:cubicBezTo>
                  <a:pt x="1" y="214"/>
                  <a:pt x="1" y="201"/>
                  <a:pt x="1" y="183"/>
                </a:cubicBezTo>
                <a:cubicBezTo>
                  <a:pt x="0" y="165"/>
                  <a:pt x="0" y="151"/>
                  <a:pt x="0" y="143"/>
                </a:cubicBezTo>
                <a:cubicBezTo>
                  <a:pt x="0" y="126"/>
                  <a:pt x="1" y="112"/>
                  <a:pt x="1" y="99"/>
                </a:cubicBezTo>
                <a:cubicBezTo>
                  <a:pt x="3" y="84"/>
                  <a:pt x="5" y="72"/>
                  <a:pt x="9" y="61"/>
                </a:cubicBezTo>
                <a:cubicBezTo>
                  <a:pt x="12" y="48"/>
                  <a:pt x="17" y="37"/>
                  <a:pt x="23" y="29"/>
                </a:cubicBezTo>
                <a:cubicBezTo>
                  <a:pt x="31" y="20"/>
                  <a:pt x="39" y="13"/>
                  <a:pt x="50" y="8"/>
                </a:cubicBezTo>
                <a:cubicBezTo>
                  <a:pt x="61" y="2"/>
                  <a:pt x="75" y="0"/>
                  <a:pt x="89" y="0"/>
                </a:cubicBezTo>
                <a:cubicBezTo>
                  <a:pt x="91" y="0"/>
                  <a:pt x="93" y="1"/>
                  <a:pt x="94" y="3"/>
                </a:cubicBezTo>
                <a:cubicBezTo>
                  <a:pt x="121" y="57"/>
                  <a:pt x="121" y="57"/>
                  <a:pt x="121" y="57"/>
                </a:cubicBezTo>
                <a:cubicBezTo>
                  <a:pt x="122" y="59"/>
                  <a:pt x="122" y="61"/>
                  <a:pt x="121" y="63"/>
                </a:cubicBezTo>
                <a:cubicBezTo>
                  <a:pt x="120" y="65"/>
                  <a:pt x="118" y="66"/>
                  <a:pt x="116" y="66"/>
                </a:cubicBezTo>
                <a:cubicBezTo>
                  <a:pt x="99" y="66"/>
                  <a:pt x="86" y="70"/>
                  <a:pt x="78" y="77"/>
                </a:cubicBezTo>
                <a:cubicBezTo>
                  <a:pt x="72" y="83"/>
                  <a:pt x="68" y="94"/>
                  <a:pt x="68" y="108"/>
                </a:cubicBezTo>
                <a:cubicBezTo>
                  <a:pt x="116" y="108"/>
                  <a:pt x="116" y="108"/>
                  <a:pt x="116" y="108"/>
                </a:cubicBezTo>
                <a:cubicBezTo>
                  <a:pt x="119" y="108"/>
                  <a:pt x="122" y="111"/>
                  <a:pt x="122" y="114"/>
                </a:cubicBezTo>
                <a:cubicBezTo>
                  <a:pt x="122" y="223"/>
                  <a:pt x="122" y="223"/>
                  <a:pt x="122" y="223"/>
                </a:cubicBezTo>
                <a:cubicBezTo>
                  <a:pt x="122" y="226"/>
                  <a:pt x="119" y="229"/>
                  <a:pt x="116" y="229"/>
                </a:cubicBezTo>
                <a:close/>
                <a:moveTo>
                  <a:pt x="13" y="217"/>
                </a:moveTo>
                <a:cubicBezTo>
                  <a:pt x="110" y="217"/>
                  <a:pt x="110" y="217"/>
                  <a:pt x="110" y="217"/>
                </a:cubicBezTo>
                <a:cubicBezTo>
                  <a:pt x="110" y="120"/>
                  <a:pt x="110" y="120"/>
                  <a:pt x="110" y="120"/>
                </a:cubicBezTo>
                <a:cubicBezTo>
                  <a:pt x="61" y="120"/>
                  <a:pt x="61" y="120"/>
                  <a:pt x="61" y="120"/>
                </a:cubicBezTo>
                <a:cubicBezTo>
                  <a:pt x="58" y="120"/>
                  <a:pt x="55" y="118"/>
                  <a:pt x="55" y="114"/>
                </a:cubicBezTo>
                <a:cubicBezTo>
                  <a:pt x="55" y="94"/>
                  <a:pt x="60" y="78"/>
                  <a:pt x="70" y="68"/>
                </a:cubicBezTo>
                <a:cubicBezTo>
                  <a:pt x="78" y="60"/>
                  <a:pt x="90" y="56"/>
                  <a:pt x="106" y="54"/>
                </a:cubicBezTo>
                <a:cubicBezTo>
                  <a:pt x="85" y="12"/>
                  <a:pt x="85" y="12"/>
                  <a:pt x="85" y="12"/>
                </a:cubicBezTo>
                <a:cubicBezTo>
                  <a:pt x="74" y="12"/>
                  <a:pt x="64" y="15"/>
                  <a:pt x="55" y="18"/>
                </a:cubicBezTo>
                <a:cubicBezTo>
                  <a:pt x="46" y="23"/>
                  <a:pt x="39" y="28"/>
                  <a:pt x="33" y="36"/>
                </a:cubicBezTo>
                <a:cubicBezTo>
                  <a:pt x="28" y="43"/>
                  <a:pt x="23" y="52"/>
                  <a:pt x="20" y="64"/>
                </a:cubicBezTo>
                <a:cubicBezTo>
                  <a:pt x="17" y="75"/>
                  <a:pt x="15" y="86"/>
                  <a:pt x="13" y="100"/>
                </a:cubicBezTo>
                <a:cubicBezTo>
                  <a:pt x="13" y="113"/>
                  <a:pt x="12" y="126"/>
                  <a:pt x="12" y="143"/>
                </a:cubicBezTo>
                <a:cubicBezTo>
                  <a:pt x="12" y="151"/>
                  <a:pt x="12" y="164"/>
                  <a:pt x="13" y="182"/>
                </a:cubicBezTo>
                <a:cubicBezTo>
                  <a:pt x="13" y="197"/>
                  <a:pt x="13" y="208"/>
                  <a:pt x="13" y="217"/>
                </a:cubicBezTo>
                <a:close/>
              </a:path>
            </a:pathLst>
          </a:custGeom>
          <a:gradFill>
            <a:gsLst>
              <a:gs pos="0">
                <a:schemeClr val="bg2"/>
              </a:gs>
              <a:gs pos="50000">
                <a:schemeClr val="tx2"/>
              </a:gs>
              <a:gs pos="100000">
                <a:schemeClr val="accent6"/>
              </a:gs>
            </a:gsLst>
            <a:lin ang="0" scaled="0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/>
            <a:endParaRPr lang="en-AU" noProof="0"/>
          </a:p>
        </p:txBody>
      </p:sp>
      <p:sp>
        <p:nvSpPr>
          <p:cNvPr id="11" name="Tagline"/>
          <p:cNvSpPr>
            <a:spLocks noGrp="1"/>
          </p:cNvSpPr>
          <p:nvPr>
            <p:ph type="body" sz="quarter" idx="15" hasCustomPrompt="1"/>
          </p:nvPr>
        </p:nvSpPr>
        <p:spPr>
          <a:xfrm>
            <a:off x="443539" y="1600610"/>
            <a:ext cx="2376264" cy="3700598"/>
          </a:xfrm>
        </p:spPr>
        <p:txBody>
          <a:bodyPr anchor="ctr"/>
          <a:lstStyle>
            <a:lvl1pPr algn="ctr">
              <a:defRPr sz="1800" i="0">
                <a:solidFill>
                  <a:schemeClr val="bg2"/>
                </a:solidFill>
                <a:latin typeface="Segoe UI Semilight" panose="020B0402040204020203" pitchFamily="34" charset="0"/>
                <a:ea typeface="Segoe UI" panose="020B0502040204020203" pitchFamily="34" charset="0"/>
                <a:cs typeface="Segoe UI Semilight" panose="020B0402040204020203" pitchFamily="34" charset="0"/>
              </a:defRPr>
            </a:lvl1pPr>
            <a:lvl2pPr>
              <a:defRPr>
                <a:solidFill>
                  <a:schemeClr val="bg1"/>
                </a:solidFill>
                <a:latin typeface="Segoe UI Semibold" panose="020B0702040204020203" pitchFamily="34" charset="0"/>
              </a:defRPr>
            </a:lvl2pPr>
            <a:lvl3pPr>
              <a:defRPr>
                <a:solidFill>
                  <a:schemeClr val="bg1"/>
                </a:solidFill>
                <a:latin typeface="Segoe UI Semibold" panose="020B0702040204020203" pitchFamily="34" charset="0"/>
              </a:defRPr>
            </a:lvl3pPr>
            <a:lvl4pPr>
              <a:defRPr>
                <a:solidFill>
                  <a:schemeClr val="bg1"/>
                </a:solidFill>
                <a:latin typeface="Segoe UI Semibold" panose="020B0702040204020203" pitchFamily="34" charset="0"/>
              </a:defRPr>
            </a:lvl4pPr>
            <a:lvl5pPr>
              <a:defRPr>
                <a:solidFill>
                  <a:schemeClr val="bg1"/>
                </a:solidFill>
                <a:latin typeface="Segoe UI Semibold" panose="020B0702040204020203" pitchFamily="34" charset="0"/>
              </a:defRPr>
            </a:lvl5pPr>
          </a:lstStyle>
          <a:p>
            <a:pPr lvl="0"/>
            <a:r>
              <a:rPr lang="en-AU" noProof="0" dirty="0"/>
              <a:t>Pull Quote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8841432" y="6392361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E8856DA-B77A-4A94-8E84-45BF77D9376B}" type="slidenum">
              <a:rPr lang="en-AU" sz="1200" noProof="0" smtClean="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AU" sz="1200" noProof="0" dirty="0">
              <a:solidFill>
                <a:schemeClr val="accent3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5" name="Governing Thought">
            <a:extLst>
              <a:ext uri="{FF2B5EF4-FFF2-40B4-BE49-F238E27FC236}">
                <a16:creationId xmlns:a16="http://schemas.microsoft.com/office/drawing/2014/main" id="{9810F382-8A4C-462A-9276-BB30CEE50F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36000" y="504000"/>
            <a:ext cx="5760000" cy="504056"/>
          </a:xfrm>
        </p:spPr>
        <p:txBody>
          <a:bodyPr anchor="ctr" anchorCtr="0"/>
          <a:lstStyle>
            <a:lvl1pPr marL="0" marR="0" indent="0" algn="l" defTabSz="914349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/>
            </a:lvl1pPr>
          </a:lstStyle>
          <a:p>
            <a:pPr lvl="0"/>
            <a:r>
              <a:rPr lang="en-AU" noProof="0" dirty="0"/>
              <a:t>Governing thought</a:t>
            </a:r>
          </a:p>
        </p:txBody>
      </p:sp>
      <p:sp>
        <p:nvSpPr>
          <p:cNvPr id="16" name="Chart 1"/>
          <p:cNvSpPr>
            <a:spLocks noGrp="1"/>
          </p:cNvSpPr>
          <p:nvPr>
            <p:ph sz="quarter" idx="14"/>
          </p:nvPr>
        </p:nvSpPr>
        <p:spPr>
          <a:xfrm>
            <a:off x="3636000" y="1412776"/>
            <a:ext cx="5760000" cy="4536504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17" name="Source"/>
          <p:cNvSpPr>
            <a:spLocks noGrp="1"/>
          </p:cNvSpPr>
          <p:nvPr>
            <p:ph type="body" sz="quarter" idx="32" hasCustomPrompt="1"/>
          </p:nvPr>
        </p:nvSpPr>
        <p:spPr>
          <a:xfrm>
            <a:off x="3636000" y="6021288"/>
            <a:ext cx="5760765" cy="287214"/>
          </a:xfrm>
        </p:spPr>
        <p:txBody>
          <a:bodyPr anchor="ctr"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 lvl="0"/>
            <a:r>
              <a:rPr lang="en-AU" noProof="0" dirty="0"/>
              <a:t>Source</a:t>
            </a:r>
          </a:p>
        </p:txBody>
      </p:sp>
    </p:spTree>
    <p:extLst>
      <p:ext uri="{BB962C8B-B14F-4D97-AF65-F5344CB8AC3E}">
        <p14:creationId xmlns:p14="http://schemas.microsoft.com/office/powerpoint/2010/main" val="1689213328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ull quote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43351525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178" name="think-cell Slide" r:id="rId5" imgW="270" imgH="270" progId="TCLayout.ActiveDocument.1">
                  <p:embed/>
                </p:oleObj>
              </mc:Choice>
              <mc:Fallback>
                <p:oleObj name="think-cell Slide" r:id="rId5" imgW="270" imgH="270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AU" sz="2800" b="0" i="0" baseline="0" dirty="0">
              <a:latin typeface="Segoe UI Semibold"/>
              <a:ea typeface="+mj-ea"/>
              <a:cs typeface="+mj-cs"/>
              <a:sym typeface="Segoe UI Semibold"/>
            </a:endParaRPr>
          </a:p>
        </p:txBody>
      </p:sp>
      <p:pic>
        <p:nvPicPr>
          <p:cNvPr id="4" name="Picture 3"/>
          <p:cNvPicPr>
            <a:picLocks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5339" cy="109703"/>
          </a:xfrm>
          <a:prstGeom prst="rect">
            <a:avLst/>
          </a:prstGeom>
        </p:spPr>
      </p:pic>
      <p:sp>
        <p:nvSpPr>
          <p:cNvPr id="6" name="Rectangle 5"/>
          <p:cNvSpPr/>
          <p:nvPr userDrawn="1"/>
        </p:nvSpPr>
        <p:spPr>
          <a:xfrm>
            <a:off x="6651458" y="109703"/>
            <a:ext cx="3270094" cy="6748297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AU" noProof="0"/>
          </a:p>
        </p:txBody>
      </p:sp>
      <p:sp>
        <p:nvSpPr>
          <p:cNvPr id="13" name="TextBox 12"/>
          <p:cNvSpPr txBox="1"/>
          <p:nvPr userDrawn="1"/>
        </p:nvSpPr>
        <p:spPr>
          <a:xfrm>
            <a:off x="8841432" y="6392361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E8856DA-B77A-4A94-8E84-45BF77D9376B}" type="slidenum">
              <a:rPr lang="en-AU" sz="1200" noProof="0" smtClean="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AU" sz="1200" noProof="0" dirty="0">
              <a:solidFill>
                <a:schemeClr val="accent3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5" name="Freeform 14"/>
          <p:cNvSpPr>
            <a:spLocks noChangeAspect="1" noEditPoints="1"/>
          </p:cNvSpPr>
          <p:nvPr userDrawn="1"/>
        </p:nvSpPr>
        <p:spPr bwMode="auto">
          <a:xfrm>
            <a:off x="7098373" y="980728"/>
            <a:ext cx="422366" cy="339258"/>
          </a:xfrm>
          <a:custGeom>
            <a:avLst/>
            <a:gdLst>
              <a:gd name="T0" fmla="*/ 170 w 285"/>
              <a:gd name="T1" fmla="*/ 229 h 229"/>
              <a:gd name="T2" fmla="*/ 163 w 285"/>
              <a:gd name="T3" fmla="*/ 183 h 229"/>
              <a:gd name="T4" fmla="*/ 165 w 285"/>
              <a:gd name="T5" fmla="*/ 99 h 229"/>
              <a:gd name="T6" fmla="*/ 186 w 285"/>
              <a:gd name="T7" fmla="*/ 29 h 229"/>
              <a:gd name="T8" fmla="*/ 251 w 285"/>
              <a:gd name="T9" fmla="*/ 0 h 229"/>
              <a:gd name="T10" fmla="*/ 284 w 285"/>
              <a:gd name="T11" fmla="*/ 57 h 229"/>
              <a:gd name="T12" fmla="*/ 278 w 285"/>
              <a:gd name="T13" fmla="*/ 66 h 229"/>
              <a:gd name="T14" fmla="*/ 231 w 285"/>
              <a:gd name="T15" fmla="*/ 108 h 229"/>
              <a:gd name="T16" fmla="*/ 284 w 285"/>
              <a:gd name="T17" fmla="*/ 114 h 229"/>
              <a:gd name="T18" fmla="*/ 278 w 285"/>
              <a:gd name="T19" fmla="*/ 229 h 229"/>
              <a:gd name="T20" fmla="*/ 272 w 285"/>
              <a:gd name="T21" fmla="*/ 217 h 229"/>
              <a:gd name="T22" fmla="*/ 224 w 285"/>
              <a:gd name="T23" fmla="*/ 120 h 229"/>
              <a:gd name="T24" fmla="*/ 233 w 285"/>
              <a:gd name="T25" fmla="*/ 68 h 229"/>
              <a:gd name="T26" fmla="*/ 248 w 285"/>
              <a:gd name="T27" fmla="*/ 12 h 229"/>
              <a:gd name="T28" fmla="*/ 196 w 285"/>
              <a:gd name="T29" fmla="*/ 36 h 229"/>
              <a:gd name="T30" fmla="*/ 176 w 285"/>
              <a:gd name="T31" fmla="*/ 100 h 229"/>
              <a:gd name="T32" fmla="*/ 175 w 285"/>
              <a:gd name="T33" fmla="*/ 182 h 229"/>
              <a:gd name="T34" fmla="*/ 116 w 285"/>
              <a:gd name="T35" fmla="*/ 229 h 229"/>
              <a:gd name="T36" fmla="*/ 1 w 285"/>
              <a:gd name="T37" fmla="*/ 223 h 229"/>
              <a:gd name="T38" fmla="*/ 0 w 285"/>
              <a:gd name="T39" fmla="*/ 143 h 229"/>
              <a:gd name="T40" fmla="*/ 9 w 285"/>
              <a:gd name="T41" fmla="*/ 61 h 229"/>
              <a:gd name="T42" fmla="*/ 50 w 285"/>
              <a:gd name="T43" fmla="*/ 8 h 229"/>
              <a:gd name="T44" fmla="*/ 94 w 285"/>
              <a:gd name="T45" fmla="*/ 3 h 229"/>
              <a:gd name="T46" fmla="*/ 121 w 285"/>
              <a:gd name="T47" fmla="*/ 63 h 229"/>
              <a:gd name="T48" fmla="*/ 78 w 285"/>
              <a:gd name="T49" fmla="*/ 77 h 229"/>
              <a:gd name="T50" fmla="*/ 116 w 285"/>
              <a:gd name="T51" fmla="*/ 108 h 229"/>
              <a:gd name="T52" fmla="*/ 122 w 285"/>
              <a:gd name="T53" fmla="*/ 223 h 229"/>
              <a:gd name="T54" fmla="*/ 13 w 285"/>
              <a:gd name="T55" fmla="*/ 217 h 229"/>
              <a:gd name="T56" fmla="*/ 110 w 285"/>
              <a:gd name="T57" fmla="*/ 120 h 229"/>
              <a:gd name="T58" fmla="*/ 55 w 285"/>
              <a:gd name="T59" fmla="*/ 114 h 229"/>
              <a:gd name="T60" fmla="*/ 106 w 285"/>
              <a:gd name="T61" fmla="*/ 54 h 229"/>
              <a:gd name="T62" fmla="*/ 55 w 285"/>
              <a:gd name="T63" fmla="*/ 18 h 229"/>
              <a:gd name="T64" fmla="*/ 20 w 285"/>
              <a:gd name="T65" fmla="*/ 64 h 229"/>
              <a:gd name="T66" fmla="*/ 12 w 285"/>
              <a:gd name="T67" fmla="*/ 143 h 229"/>
              <a:gd name="T68" fmla="*/ 13 w 285"/>
              <a:gd name="T69" fmla="*/ 217 h 22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285" h="229">
                <a:moveTo>
                  <a:pt x="278" y="229"/>
                </a:moveTo>
                <a:cubicBezTo>
                  <a:pt x="170" y="229"/>
                  <a:pt x="170" y="229"/>
                  <a:pt x="170" y="229"/>
                </a:cubicBezTo>
                <a:cubicBezTo>
                  <a:pt x="167" y="229"/>
                  <a:pt x="164" y="226"/>
                  <a:pt x="164" y="223"/>
                </a:cubicBezTo>
                <a:cubicBezTo>
                  <a:pt x="164" y="214"/>
                  <a:pt x="164" y="201"/>
                  <a:pt x="163" y="183"/>
                </a:cubicBezTo>
                <a:cubicBezTo>
                  <a:pt x="163" y="143"/>
                  <a:pt x="163" y="143"/>
                  <a:pt x="163" y="143"/>
                </a:cubicBezTo>
                <a:cubicBezTo>
                  <a:pt x="163" y="126"/>
                  <a:pt x="163" y="112"/>
                  <a:pt x="165" y="99"/>
                </a:cubicBezTo>
                <a:cubicBezTo>
                  <a:pt x="165" y="88"/>
                  <a:pt x="167" y="77"/>
                  <a:pt x="171" y="62"/>
                </a:cubicBezTo>
                <a:cubicBezTo>
                  <a:pt x="174" y="49"/>
                  <a:pt x="179" y="38"/>
                  <a:pt x="186" y="29"/>
                </a:cubicBezTo>
                <a:cubicBezTo>
                  <a:pt x="192" y="20"/>
                  <a:pt x="201" y="13"/>
                  <a:pt x="213" y="8"/>
                </a:cubicBezTo>
                <a:cubicBezTo>
                  <a:pt x="224" y="3"/>
                  <a:pt x="237" y="0"/>
                  <a:pt x="251" y="0"/>
                </a:cubicBezTo>
                <a:cubicBezTo>
                  <a:pt x="254" y="0"/>
                  <a:pt x="256" y="1"/>
                  <a:pt x="257" y="3"/>
                </a:cubicBezTo>
                <a:cubicBezTo>
                  <a:pt x="284" y="57"/>
                  <a:pt x="284" y="57"/>
                  <a:pt x="284" y="57"/>
                </a:cubicBezTo>
                <a:cubicBezTo>
                  <a:pt x="285" y="59"/>
                  <a:pt x="285" y="61"/>
                  <a:pt x="283" y="63"/>
                </a:cubicBezTo>
                <a:cubicBezTo>
                  <a:pt x="282" y="65"/>
                  <a:pt x="280" y="66"/>
                  <a:pt x="278" y="66"/>
                </a:cubicBezTo>
                <a:cubicBezTo>
                  <a:pt x="261" y="66"/>
                  <a:pt x="249" y="70"/>
                  <a:pt x="241" y="77"/>
                </a:cubicBezTo>
                <a:cubicBezTo>
                  <a:pt x="235" y="83"/>
                  <a:pt x="231" y="94"/>
                  <a:pt x="231" y="108"/>
                </a:cubicBezTo>
                <a:cubicBezTo>
                  <a:pt x="278" y="108"/>
                  <a:pt x="278" y="108"/>
                  <a:pt x="278" y="108"/>
                </a:cubicBezTo>
                <a:cubicBezTo>
                  <a:pt x="282" y="108"/>
                  <a:pt x="284" y="111"/>
                  <a:pt x="284" y="114"/>
                </a:cubicBezTo>
                <a:cubicBezTo>
                  <a:pt x="284" y="223"/>
                  <a:pt x="284" y="223"/>
                  <a:pt x="284" y="223"/>
                </a:cubicBezTo>
                <a:cubicBezTo>
                  <a:pt x="284" y="226"/>
                  <a:pt x="282" y="229"/>
                  <a:pt x="278" y="229"/>
                </a:cubicBezTo>
                <a:close/>
                <a:moveTo>
                  <a:pt x="176" y="217"/>
                </a:moveTo>
                <a:cubicBezTo>
                  <a:pt x="272" y="217"/>
                  <a:pt x="272" y="217"/>
                  <a:pt x="272" y="217"/>
                </a:cubicBezTo>
                <a:cubicBezTo>
                  <a:pt x="272" y="120"/>
                  <a:pt x="272" y="120"/>
                  <a:pt x="272" y="120"/>
                </a:cubicBezTo>
                <a:cubicBezTo>
                  <a:pt x="224" y="120"/>
                  <a:pt x="224" y="120"/>
                  <a:pt x="224" y="120"/>
                </a:cubicBezTo>
                <a:cubicBezTo>
                  <a:pt x="221" y="120"/>
                  <a:pt x="218" y="118"/>
                  <a:pt x="218" y="114"/>
                </a:cubicBezTo>
                <a:cubicBezTo>
                  <a:pt x="218" y="94"/>
                  <a:pt x="223" y="78"/>
                  <a:pt x="233" y="68"/>
                </a:cubicBezTo>
                <a:cubicBezTo>
                  <a:pt x="241" y="60"/>
                  <a:pt x="253" y="56"/>
                  <a:pt x="269" y="54"/>
                </a:cubicBezTo>
                <a:cubicBezTo>
                  <a:pt x="248" y="12"/>
                  <a:pt x="248" y="12"/>
                  <a:pt x="248" y="12"/>
                </a:cubicBezTo>
                <a:cubicBezTo>
                  <a:pt x="236" y="12"/>
                  <a:pt x="226" y="15"/>
                  <a:pt x="218" y="18"/>
                </a:cubicBezTo>
                <a:cubicBezTo>
                  <a:pt x="208" y="23"/>
                  <a:pt x="201" y="29"/>
                  <a:pt x="196" y="36"/>
                </a:cubicBezTo>
                <a:cubicBezTo>
                  <a:pt x="190" y="44"/>
                  <a:pt x="185" y="54"/>
                  <a:pt x="183" y="64"/>
                </a:cubicBezTo>
                <a:cubicBezTo>
                  <a:pt x="179" y="79"/>
                  <a:pt x="177" y="90"/>
                  <a:pt x="176" y="100"/>
                </a:cubicBezTo>
                <a:cubicBezTo>
                  <a:pt x="175" y="112"/>
                  <a:pt x="175" y="126"/>
                  <a:pt x="175" y="143"/>
                </a:cubicBezTo>
                <a:cubicBezTo>
                  <a:pt x="175" y="182"/>
                  <a:pt x="175" y="182"/>
                  <a:pt x="175" y="182"/>
                </a:cubicBezTo>
                <a:cubicBezTo>
                  <a:pt x="176" y="197"/>
                  <a:pt x="176" y="208"/>
                  <a:pt x="176" y="217"/>
                </a:cubicBezTo>
                <a:close/>
                <a:moveTo>
                  <a:pt x="116" y="229"/>
                </a:moveTo>
                <a:cubicBezTo>
                  <a:pt x="7" y="229"/>
                  <a:pt x="7" y="229"/>
                  <a:pt x="7" y="229"/>
                </a:cubicBezTo>
                <a:cubicBezTo>
                  <a:pt x="4" y="229"/>
                  <a:pt x="1" y="226"/>
                  <a:pt x="1" y="223"/>
                </a:cubicBezTo>
                <a:cubicBezTo>
                  <a:pt x="1" y="214"/>
                  <a:pt x="1" y="201"/>
                  <a:pt x="1" y="183"/>
                </a:cubicBezTo>
                <a:cubicBezTo>
                  <a:pt x="0" y="165"/>
                  <a:pt x="0" y="151"/>
                  <a:pt x="0" y="143"/>
                </a:cubicBezTo>
                <a:cubicBezTo>
                  <a:pt x="0" y="126"/>
                  <a:pt x="1" y="112"/>
                  <a:pt x="1" y="99"/>
                </a:cubicBezTo>
                <a:cubicBezTo>
                  <a:pt x="3" y="84"/>
                  <a:pt x="5" y="72"/>
                  <a:pt x="9" y="61"/>
                </a:cubicBezTo>
                <a:cubicBezTo>
                  <a:pt x="12" y="48"/>
                  <a:pt x="17" y="37"/>
                  <a:pt x="23" y="29"/>
                </a:cubicBezTo>
                <a:cubicBezTo>
                  <a:pt x="31" y="20"/>
                  <a:pt x="39" y="13"/>
                  <a:pt x="50" y="8"/>
                </a:cubicBezTo>
                <a:cubicBezTo>
                  <a:pt x="61" y="2"/>
                  <a:pt x="75" y="0"/>
                  <a:pt x="89" y="0"/>
                </a:cubicBezTo>
                <a:cubicBezTo>
                  <a:pt x="91" y="0"/>
                  <a:pt x="93" y="1"/>
                  <a:pt x="94" y="3"/>
                </a:cubicBezTo>
                <a:cubicBezTo>
                  <a:pt x="121" y="57"/>
                  <a:pt x="121" y="57"/>
                  <a:pt x="121" y="57"/>
                </a:cubicBezTo>
                <a:cubicBezTo>
                  <a:pt x="122" y="59"/>
                  <a:pt x="122" y="61"/>
                  <a:pt x="121" y="63"/>
                </a:cubicBezTo>
                <a:cubicBezTo>
                  <a:pt x="120" y="65"/>
                  <a:pt x="118" y="66"/>
                  <a:pt x="116" y="66"/>
                </a:cubicBezTo>
                <a:cubicBezTo>
                  <a:pt x="99" y="66"/>
                  <a:pt x="86" y="70"/>
                  <a:pt x="78" y="77"/>
                </a:cubicBezTo>
                <a:cubicBezTo>
                  <a:pt x="72" y="83"/>
                  <a:pt x="68" y="94"/>
                  <a:pt x="68" y="108"/>
                </a:cubicBezTo>
                <a:cubicBezTo>
                  <a:pt x="116" y="108"/>
                  <a:pt x="116" y="108"/>
                  <a:pt x="116" y="108"/>
                </a:cubicBezTo>
                <a:cubicBezTo>
                  <a:pt x="119" y="108"/>
                  <a:pt x="122" y="111"/>
                  <a:pt x="122" y="114"/>
                </a:cubicBezTo>
                <a:cubicBezTo>
                  <a:pt x="122" y="223"/>
                  <a:pt x="122" y="223"/>
                  <a:pt x="122" y="223"/>
                </a:cubicBezTo>
                <a:cubicBezTo>
                  <a:pt x="122" y="226"/>
                  <a:pt x="119" y="229"/>
                  <a:pt x="116" y="229"/>
                </a:cubicBezTo>
                <a:close/>
                <a:moveTo>
                  <a:pt x="13" y="217"/>
                </a:moveTo>
                <a:cubicBezTo>
                  <a:pt x="110" y="217"/>
                  <a:pt x="110" y="217"/>
                  <a:pt x="110" y="217"/>
                </a:cubicBezTo>
                <a:cubicBezTo>
                  <a:pt x="110" y="120"/>
                  <a:pt x="110" y="120"/>
                  <a:pt x="110" y="120"/>
                </a:cubicBezTo>
                <a:cubicBezTo>
                  <a:pt x="61" y="120"/>
                  <a:pt x="61" y="120"/>
                  <a:pt x="61" y="120"/>
                </a:cubicBezTo>
                <a:cubicBezTo>
                  <a:pt x="58" y="120"/>
                  <a:pt x="55" y="118"/>
                  <a:pt x="55" y="114"/>
                </a:cubicBezTo>
                <a:cubicBezTo>
                  <a:pt x="55" y="94"/>
                  <a:pt x="60" y="78"/>
                  <a:pt x="70" y="68"/>
                </a:cubicBezTo>
                <a:cubicBezTo>
                  <a:pt x="78" y="60"/>
                  <a:pt x="90" y="56"/>
                  <a:pt x="106" y="54"/>
                </a:cubicBezTo>
                <a:cubicBezTo>
                  <a:pt x="85" y="12"/>
                  <a:pt x="85" y="12"/>
                  <a:pt x="85" y="12"/>
                </a:cubicBezTo>
                <a:cubicBezTo>
                  <a:pt x="74" y="12"/>
                  <a:pt x="64" y="15"/>
                  <a:pt x="55" y="18"/>
                </a:cubicBezTo>
                <a:cubicBezTo>
                  <a:pt x="46" y="23"/>
                  <a:pt x="39" y="28"/>
                  <a:pt x="33" y="36"/>
                </a:cubicBezTo>
                <a:cubicBezTo>
                  <a:pt x="28" y="43"/>
                  <a:pt x="23" y="52"/>
                  <a:pt x="20" y="64"/>
                </a:cubicBezTo>
                <a:cubicBezTo>
                  <a:pt x="17" y="75"/>
                  <a:pt x="15" y="86"/>
                  <a:pt x="13" y="100"/>
                </a:cubicBezTo>
                <a:cubicBezTo>
                  <a:pt x="13" y="113"/>
                  <a:pt x="12" y="126"/>
                  <a:pt x="12" y="143"/>
                </a:cubicBezTo>
                <a:cubicBezTo>
                  <a:pt x="12" y="151"/>
                  <a:pt x="12" y="164"/>
                  <a:pt x="13" y="182"/>
                </a:cubicBezTo>
                <a:cubicBezTo>
                  <a:pt x="13" y="197"/>
                  <a:pt x="13" y="208"/>
                  <a:pt x="13" y="217"/>
                </a:cubicBezTo>
                <a:close/>
              </a:path>
            </a:pathLst>
          </a:custGeom>
          <a:gradFill>
            <a:gsLst>
              <a:gs pos="0">
                <a:schemeClr val="bg2"/>
              </a:gs>
              <a:gs pos="50000">
                <a:schemeClr val="tx2"/>
              </a:gs>
              <a:gs pos="100000">
                <a:schemeClr val="accent6"/>
              </a:gs>
            </a:gsLst>
            <a:lin ang="0" scaled="0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/>
            <a:endParaRPr lang="en-AU" noProof="0"/>
          </a:p>
        </p:txBody>
      </p:sp>
      <p:sp>
        <p:nvSpPr>
          <p:cNvPr id="16" name="Freeform 15"/>
          <p:cNvSpPr>
            <a:spLocks noChangeAspect="1" noEditPoints="1"/>
          </p:cNvSpPr>
          <p:nvPr userDrawn="1"/>
        </p:nvSpPr>
        <p:spPr bwMode="auto">
          <a:xfrm rot="10800000">
            <a:off x="9052271" y="5589240"/>
            <a:ext cx="422366" cy="339258"/>
          </a:xfrm>
          <a:custGeom>
            <a:avLst/>
            <a:gdLst>
              <a:gd name="T0" fmla="*/ 170 w 285"/>
              <a:gd name="T1" fmla="*/ 229 h 229"/>
              <a:gd name="T2" fmla="*/ 163 w 285"/>
              <a:gd name="T3" fmla="*/ 183 h 229"/>
              <a:gd name="T4" fmla="*/ 165 w 285"/>
              <a:gd name="T5" fmla="*/ 99 h 229"/>
              <a:gd name="T6" fmla="*/ 186 w 285"/>
              <a:gd name="T7" fmla="*/ 29 h 229"/>
              <a:gd name="T8" fmla="*/ 251 w 285"/>
              <a:gd name="T9" fmla="*/ 0 h 229"/>
              <a:gd name="T10" fmla="*/ 284 w 285"/>
              <a:gd name="T11" fmla="*/ 57 h 229"/>
              <a:gd name="T12" fmla="*/ 278 w 285"/>
              <a:gd name="T13" fmla="*/ 66 h 229"/>
              <a:gd name="T14" fmla="*/ 231 w 285"/>
              <a:gd name="T15" fmla="*/ 108 h 229"/>
              <a:gd name="T16" fmla="*/ 284 w 285"/>
              <a:gd name="T17" fmla="*/ 114 h 229"/>
              <a:gd name="T18" fmla="*/ 278 w 285"/>
              <a:gd name="T19" fmla="*/ 229 h 229"/>
              <a:gd name="T20" fmla="*/ 272 w 285"/>
              <a:gd name="T21" fmla="*/ 217 h 229"/>
              <a:gd name="T22" fmla="*/ 224 w 285"/>
              <a:gd name="T23" fmla="*/ 120 h 229"/>
              <a:gd name="T24" fmla="*/ 233 w 285"/>
              <a:gd name="T25" fmla="*/ 68 h 229"/>
              <a:gd name="T26" fmla="*/ 248 w 285"/>
              <a:gd name="T27" fmla="*/ 12 h 229"/>
              <a:gd name="T28" fmla="*/ 196 w 285"/>
              <a:gd name="T29" fmla="*/ 36 h 229"/>
              <a:gd name="T30" fmla="*/ 176 w 285"/>
              <a:gd name="T31" fmla="*/ 100 h 229"/>
              <a:gd name="T32" fmla="*/ 175 w 285"/>
              <a:gd name="T33" fmla="*/ 182 h 229"/>
              <a:gd name="T34" fmla="*/ 116 w 285"/>
              <a:gd name="T35" fmla="*/ 229 h 229"/>
              <a:gd name="T36" fmla="*/ 1 w 285"/>
              <a:gd name="T37" fmla="*/ 223 h 229"/>
              <a:gd name="T38" fmla="*/ 0 w 285"/>
              <a:gd name="T39" fmla="*/ 143 h 229"/>
              <a:gd name="T40" fmla="*/ 9 w 285"/>
              <a:gd name="T41" fmla="*/ 61 h 229"/>
              <a:gd name="T42" fmla="*/ 50 w 285"/>
              <a:gd name="T43" fmla="*/ 8 h 229"/>
              <a:gd name="T44" fmla="*/ 94 w 285"/>
              <a:gd name="T45" fmla="*/ 3 h 229"/>
              <a:gd name="T46" fmla="*/ 121 w 285"/>
              <a:gd name="T47" fmla="*/ 63 h 229"/>
              <a:gd name="T48" fmla="*/ 78 w 285"/>
              <a:gd name="T49" fmla="*/ 77 h 229"/>
              <a:gd name="T50" fmla="*/ 116 w 285"/>
              <a:gd name="T51" fmla="*/ 108 h 229"/>
              <a:gd name="T52" fmla="*/ 122 w 285"/>
              <a:gd name="T53" fmla="*/ 223 h 229"/>
              <a:gd name="T54" fmla="*/ 13 w 285"/>
              <a:gd name="T55" fmla="*/ 217 h 229"/>
              <a:gd name="T56" fmla="*/ 110 w 285"/>
              <a:gd name="T57" fmla="*/ 120 h 229"/>
              <a:gd name="T58" fmla="*/ 55 w 285"/>
              <a:gd name="T59" fmla="*/ 114 h 229"/>
              <a:gd name="T60" fmla="*/ 106 w 285"/>
              <a:gd name="T61" fmla="*/ 54 h 229"/>
              <a:gd name="T62" fmla="*/ 55 w 285"/>
              <a:gd name="T63" fmla="*/ 18 h 229"/>
              <a:gd name="T64" fmla="*/ 20 w 285"/>
              <a:gd name="T65" fmla="*/ 64 h 229"/>
              <a:gd name="T66" fmla="*/ 12 w 285"/>
              <a:gd name="T67" fmla="*/ 143 h 229"/>
              <a:gd name="T68" fmla="*/ 13 w 285"/>
              <a:gd name="T69" fmla="*/ 217 h 22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285" h="229">
                <a:moveTo>
                  <a:pt x="278" y="229"/>
                </a:moveTo>
                <a:cubicBezTo>
                  <a:pt x="170" y="229"/>
                  <a:pt x="170" y="229"/>
                  <a:pt x="170" y="229"/>
                </a:cubicBezTo>
                <a:cubicBezTo>
                  <a:pt x="167" y="229"/>
                  <a:pt x="164" y="226"/>
                  <a:pt x="164" y="223"/>
                </a:cubicBezTo>
                <a:cubicBezTo>
                  <a:pt x="164" y="214"/>
                  <a:pt x="164" y="201"/>
                  <a:pt x="163" y="183"/>
                </a:cubicBezTo>
                <a:cubicBezTo>
                  <a:pt x="163" y="143"/>
                  <a:pt x="163" y="143"/>
                  <a:pt x="163" y="143"/>
                </a:cubicBezTo>
                <a:cubicBezTo>
                  <a:pt x="163" y="126"/>
                  <a:pt x="163" y="112"/>
                  <a:pt x="165" y="99"/>
                </a:cubicBezTo>
                <a:cubicBezTo>
                  <a:pt x="165" y="88"/>
                  <a:pt x="167" y="77"/>
                  <a:pt x="171" y="62"/>
                </a:cubicBezTo>
                <a:cubicBezTo>
                  <a:pt x="174" y="49"/>
                  <a:pt x="179" y="38"/>
                  <a:pt x="186" y="29"/>
                </a:cubicBezTo>
                <a:cubicBezTo>
                  <a:pt x="192" y="20"/>
                  <a:pt x="201" y="13"/>
                  <a:pt x="213" y="8"/>
                </a:cubicBezTo>
                <a:cubicBezTo>
                  <a:pt x="224" y="3"/>
                  <a:pt x="237" y="0"/>
                  <a:pt x="251" y="0"/>
                </a:cubicBezTo>
                <a:cubicBezTo>
                  <a:pt x="254" y="0"/>
                  <a:pt x="256" y="1"/>
                  <a:pt x="257" y="3"/>
                </a:cubicBezTo>
                <a:cubicBezTo>
                  <a:pt x="284" y="57"/>
                  <a:pt x="284" y="57"/>
                  <a:pt x="284" y="57"/>
                </a:cubicBezTo>
                <a:cubicBezTo>
                  <a:pt x="285" y="59"/>
                  <a:pt x="285" y="61"/>
                  <a:pt x="283" y="63"/>
                </a:cubicBezTo>
                <a:cubicBezTo>
                  <a:pt x="282" y="65"/>
                  <a:pt x="280" y="66"/>
                  <a:pt x="278" y="66"/>
                </a:cubicBezTo>
                <a:cubicBezTo>
                  <a:pt x="261" y="66"/>
                  <a:pt x="249" y="70"/>
                  <a:pt x="241" y="77"/>
                </a:cubicBezTo>
                <a:cubicBezTo>
                  <a:pt x="235" y="83"/>
                  <a:pt x="231" y="94"/>
                  <a:pt x="231" y="108"/>
                </a:cubicBezTo>
                <a:cubicBezTo>
                  <a:pt x="278" y="108"/>
                  <a:pt x="278" y="108"/>
                  <a:pt x="278" y="108"/>
                </a:cubicBezTo>
                <a:cubicBezTo>
                  <a:pt x="282" y="108"/>
                  <a:pt x="284" y="111"/>
                  <a:pt x="284" y="114"/>
                </a:cubicBezTo>
                <a:cubicBezTo>
                  <a:pt x="284" y="223"/>
                  <a:pt x="284" y="223"/>
                  <a:pt x="284" y="223"/>
                </a:cubicBezTo>
                <a:cubicBezTo>
                  <a:pt x="284" y="226"/>
                  <a:pt x="282" y="229"/>
                  <a:pt x="278" y="229"/>
                </a:cubicBezTo>
                <a:close/>
                <a:moveTo>
                  <a:pt x="176" y="217"/>
                </a:moveTo>
                <a:cubicBezTo>
                  <a:pt x="272" y="217"/>
                  <a:pt x="272" y="217"/>
                  <a:pt x="272" y="217"/>
                </a:cubicBezTo>
                <a:cubicBezTo>
                  <a:pt x="272" y="120"/>
                  <a:pt x="272" y="120"/>
                  <a:pt x="272" y="120"/>
                </a:cubicBezTo>
                <a:cubicBezTo>
                  <a:pt x="224" y="120"/>
                  <a:pt x="224" y="120"/>
                  <a:pt x="224" y="120"/>
                </a:cubicBezTo>
                <a:cubicBezTo>
                  <a:pt x="221" y="120"/>
                  <a:pt x="218" y="118"/>
                  <a:pt x="218" y="114"/>
                </a:cubicBezTo>
                <a:cubicBezTo>
                  <a:pt x="218" y="94"/>
                  <a:pt x="223" y="78"/>
                  <a:pt x="233" y="68"/>
                </a:cubicBezTo>
                <a:cubicBezTo>
                  <a:pt x="241" y="60"/>
                  <a:pt x="253" y="56"/>
                  <a:pt x="269" y="54"/>
                </a:cubicBezTo>
                <a:cubicBezTo>
                  <a:pt x="248" y="12"/>
                  <a:pt x="248" y="12"/>
                  <a:pt x="248" y="12"/>
                </a:cubicBezTo>
                <a:cubicBezTo>
                  <a:pt x="236" y="12"/>
                  <a:pt x="226" y="15"/>
                  <a:pt x="218" y="18"/>
                </a:cubicBezTo>
                <a:cubicBezTo>
                  <a:pt x="208" y="23"/>
                  <a:pt x="201" y="29"/>
                  <a:pt x="196" y="36"/>
                </a:cubicBezTo>
                <a:cubicBezTo>
                  <a:pt x="190" y="44"/>
                  <a:pt x="185" y="54"/>
                  <a:pt x="183" y="64"/>
                </a:cubicBezTo>
                <a:cubicBezTo>
                  <a:pt x="179" y="79"/>
                  <a:pt x="177" y="90"/>
                  <a:pt x="176" y="100"/>
                </a:cubicBezTo>
                <a:cubicBezTo>
                  <a:pt x="175" y="112"/>
                  <a:pt x="175" y="126"/>
                  <a:pt x="175" y="143"/>
                </a:cubicBezTo>
                <a:cubicBezTo>
                  <a:pt x="175" y="182"/>
                  <a:pt x="175" y="182"/>
                  <a:pt x="175" y="182"/>
                </a:cubicBezTo>
                <a:cubicBezTo>
                  <a:pt x="176" y="197"/>
                  <a:pt x="176" y="208"/>
                  <a:pt x="176" y="217"/>
                </a:cubicBezTo>
                <a:close/>
                <a:moveTo>
                  <a:pt x="116" y="229"/>
                </a:moveTo>
                <a:cubicBezTo>
                  <a:pt x="7" y="229"/>
                  <a:pt x="7" y="229"/>
                  <a:pt x="7" y="229"/>
                </a:cubicBezTo>
                <a:cubicBezTo>
                  <a:pt x="4" y="229"/>
                  <a:pt x="1" y="226"/>
                  <a:pt x="1" y="223"/>
                </a:cubicBezTo>
                <a:cubicBezTo>
                  <a:pt x="1" y="214"/>
                  <a:pt x="1" y="201"/>
                  <a:pt x="1" y="183"/>
                </a:cubicBezTo>
                <a:cubicBezTo>
                  <a:pt x="0" y="165"/>
                  <a:pt x="0" y="151"/>
                  <a:pt x="0" y="143"/>
                </a:cubicBezTo>
                <a:cubicBezTo>
                  <a:pt x="0" y="126"/>
                  <a:pt x="1" y="112"/>
                  <a:pt x="1" y="99"/>
                </a:cubicBezTo>
                <a:cubicBezTo>
                  <a:pt x="3" y="84"/>
                  <a:pt x="5" y="72"/>
                  <a:pt x="9" y="61"/>
                </a:cubicBezTo>
                <a:cubicBezTo>
                  <a:pt x="12" y="48"/>
                  <a:pt x="17" y="37"/>
                  <a:pt x="23" y="29"/>
                </a:cubicBezTo>
                <a:cubicBezTo>
                  <a:pt x="31" y="20"/>
                  <a:pt x="39" y="13"/>
                  <a:pt x="50" y="8"/>
                </a:cubicBezTo>
                <a:cubicBezTo>
                  <a:pt x="61" y="2"/>
                  <a:pt x="75" y="0"/>
                  <a:pt x="89" y="0"/>
                </a:cubicBezTo>
                <a:cubicBezTo>
                  <a:pt x="91" y="0"/>
                  <a:pt x="93" y="1"/>
                  <a:pt x="94" y="3"/>
                </a:cubicBezTo>
                <a:cubicBezTo>
                  <a:pt x="121" y="57"/>
                  <a:pt x="121" y="57"/>
                  <a:pt x="121" y="57"/>
                </a:cubicBezTo>
                <a:cubicBezTo>
                  <a:pt x="122" y="59"/>
                  <a:pt x="122" y="61"/>
                  <a:pt x="121" y="63"/>
                </a:cubicBezTo>
                <a:cubicBezTo>
                  <a:pt x="120" y="65"/>
                  <a:pt x="118" y="66"/>
                  <a:pt x="116" y="66"/>
                </a:cubicBezTo>
                <a:cubicBezTo>
                  <a:pt x="99" y="66"/>
                  <a:pt x="86" y="70"/>
                  <a:pt x="78" y="77"/>
                </a:cubicBezTo>
                <a:cubicBezTo>
                  <a:pt x="72" y="83"/>
                  <a:pt x="68" y="94"/>
                  <a:pt x="68" y="108"/>
                </a:cubicBezTo>
                <a:cubicBezTo>
                  <a:pt x="116" y="108"/>
                  <a:pt x="116" y="108"/>
                  <a:pt x="116" y="108"/>
                </a:cubicBezTo>
                <a:cubicBezTo>
                  <a:pt x="119" y="108"/>
                  <a:pt x="122" y="111"/>
                  <a:pt x="122" y="114"/>
                </a:cubicBezTo>
                <a:cubicBezTo>
                  <a:pt x="122" y="223"/>
                  <a:pt x="122" y="223"/>
                  <a:pt x="122" y="223"/>
                </a:cubicBezTo>
                <a:cubicBezTo>
                  <a:pt x="122" y="226"/>
                  <a:pt x="119" y="229"/>
                  <a:pt x="116" y="229"/>
                </a:cubicBezTo>
                <a:close/>
                <a:moveTo>
                  <a:pt x="13" y="217"/>
                </a:moveTo>
                <a:cubicBezTo>
                  <a:pt x="110" y="217"/>
                  <a:pt x="110" y="217"/>
                  <a:pt x="110" y="217"/>
                </a:cubicBezTo>
                <a:cubicBezTo>
                  <a:pt x="110" y="120"/>
                  <a:pt x="110" y="120"/>
                  <a:pt x="110" y="120"/>
                </a:cubicBezTo>
                <a:cubicBezTo>
                  <a:pt x="61" y="120"/>
                  <a:pt x="61" y="120"/>
                  <a:pt x="61" y="120"/>
                </a:cubicBezTo>
                <a:cubicBezTo>
                  <a:pt x="58" y="120"/>
                  <a:pt x="55" y="118"/>
                  <a:pt x="55" y="114"/>
                </a:cubicBezTo>
                <a:cubicBezTo>
                  <a:pt x="55" y="94"/>
                  <a:pt x="60" y="78"/>
                  <a:pt x="70" y="68"/>
                </a:cubicBezTo>
                <a:cubicBezTo>
                  <a:pt x="78" y="60"/>
                  <a:pt x="90" y="56"/>
                  <a:pt x="106" y="54"/>
                </a:cubicBezTo>
                <a:cubicBezTo>
                  <a:pt x="85" y="12"/>
                  <a:pt x="85" y="12"/>
                  <a:pt x="85" y="12"/>
                </a:cubicBezTo>
                <a:cubicBezTo>
                  <a:pt x="74" y="12"/>
                  <a:pt x="64" y="15"/>
                  <a:pt x="55" y="18"/>
                </a:cubicBezTo>
                <a:cubicBezTo>
                  <a:pt x="46" y="23"/>
                  <a:pt x="39" y="28"/>
                  <a:pt x="33" y="36"/>
                </a:cubicBezTo>
                <a:cubicBezTo>
                  <a:pt x="28" y="43"/>
                  <a:pt x="23" y="52"/>
                  <a:pt x="20" y="64"/>
                </a:cubicBezTo>
                <a:cubicBezTo>
                  <a:pt x="17" y="75"/>
                  <a:pt x="15" y="86"/>
                  <a:pt x="13" y="100"/>
                </a:cubicBezTo>
                <a:cubicBezTo>
                  <a:pt x="13" y="113"/>
                  <a:pt x="12" y="126"/>
                  <a:pt x="12" y="143"/>
                </a:cubicBezTo>
                <a:cubicBezTo>
                  <a:pt x="12" y="151"/>
                  <a:pt x="12" y="164"/>
                  <a:pt x="13" y="182"/>
                </a:cubicBezTo>
                <a:cubicBezTo>
                  <a:pt x="13" y="197"/>
                  <a:pt x="13" y="208"/>
                  <a:pt x="13" y="217"/>
                </a:cubicBezTo>
                <a:close/>
              </a:path>
            </a:pathLst>
          </a:custGeom>
          <a:gradFill>
            <a:gsLst>
              <a:gs pos="0">
                <a:schemeClr val="bg2"/>
              </a:gs>
              <a:gs pos="50000">
                <a:schemeClr val="tx2"/>
              </a:gs>
              <a:gs pos="100000">
                <a:schemeClr val="accent6"/>
              </a:gs>
            </a:gsLst>
            <a:lin ang="0" scaled="0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/>
            <a:endParaRPr lang="en-AU" noProof="0"/>
          </a:p>
        </p:txBody>
      </p:sp>
      <p:sp>
        <p:nvSpPr>
          <p:cNvPr id="17" name="Tagline"/>
          <p:cNvSpPr>
            <a:spLocks noGrp="1"/>
          </p:cNvSpPr>
          <p:nvPr>
            <p:ph type="body" sz="quarter" idx="15" hasCustomPrompt="1"/>
          </p:nvPr>
        </p:nvSpPr>
        <p:spPr>
          <a:xfrm>
            <a:off x="7098373" y="1600610"/>
            <a:ext cx="2376264" cy="3700598"/>
          </a:xfrm>
        </p:spPr>
        <p:txBody>
          <a:bodyPr anchor="ctr"/>
          <a:lstStyle>
            <a:lvl1pPr algn="ctr">
              <a:defRPr sz="1800" i="0">
                <a:solidFill>
                  <a:schemeClr val="bg2"/>
                </a:solidFill>
                <a:latin typeface="Segoe UI Semilight" panose="020B0402040204020203" pitchFamily="34" charset="0"/>
                <a:ea typeface="Segoe UI" panose="020B0502040204020203" pitchFamily="34" charset="0"/>
                <a:cs typeface="Segoe UI Semilight" panose="020B0402040204020203" pitchFamily="34" charset="0"/>
              </a:defRPr>
            </a:lvl1pPr>
            <a:lvl2pPr>
              <a:defRPr>
                <a:solidFill>
                  <a:schemeClr val="bg1"/>
                </a:solidFill>
                <a:latin typeface="Segoe UI Semibold" panose="020B0702040204020203" pitchFamily="34" charset="0"/>
              </a:defRPr>
            </a:lvl2pPr>
            <a:lvl3pPr>
              <a:defRPr>
                <a:solidFill>
                  <a:schemeClr val="bg1"/>
                </a:solidFill>
                <a:latin typeface="Segoe UI Semibold" panose="020B0702040204020203" pitchFamily="34" charset="0"/>
              </a:defRPr>
            </a:lvl3pPr>
            <a:lvl4pPr>
              <a:defRPr>
                <a:solidFill>
                  <a:schemeClr val="bg1"/>
                </a:solidFill>
                <a:latin typeface="Segoe UI Semibold" panose="020B0702040204020203" pitchFamily="34" charset="0"/>
              </a:defRPr>
            </a:lvl4pPr>
            <a:lvl5pPr>
              <a:defRPr>
                <a:solidFill>
                  <a:schemeClr val="bg1"/>
                </a:solidFill>
                <a:latin typeface="Segoe UI Semibold" panose="020B0702040204020203" pitchFamily="34" charset="0"/>
              </a:defRPr>
            </a:lvl5pPr>
          </a:lstStyle>
          <a:p>
            <a:pPr lvl="0"/>
            <a:r>
              <a:rPr lang="en-AU" noProof="0" dirty="0"/>
              <a:t>Pull Quote</a:t>
            </a:r>
          </a:p>
        </p:txBody>
      </p:sp>
      <p:sp>
        <p:nvSpPr>
          <p:cNvPr id="18" name="Chart 1"/>
          <p:cNvSpPr>
            <a:spLocks noGrp="1"/>
          </p:cNvSpPr>
          <p:nvPr>
            <p:ph sz="quarter" idx="14"/>
          </p:nvPr>
        </p:nvSpPr>
        <p:spPr>
          <a:xfrm>
            <a:off x="540000" y="1412776"/>
            <a:ext cx="5688000" cy="4515723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19" name="Source"/>
          <p:cNvSpPr>
            <a:spLocks noGrp="1"/>
          </p:cNvSpPr>
          <p:nvPr>
            <p:ph type="body" sz="quarter" idx="32" hasCustomPrompt="1"/>
          </p:nvPr>
        </p:nvSpPr>
        <p:spPr>
          <a:xfrm>
            <a:off x="540000" y="6021288"/>
            <a:ext cx="5688000" cy="287214"/>
          </a:xfrm>
        </p:spPr>
        <p:txBody>
          <a:bodyPr anchor="ctr"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 lvl="0"/>
            <a:r>
              <a:rPr lang="en-AU" noProof="0" dirty="0"/>
              <a:t>Source</a:t>
            </a:r>
          </a:p>
        </p:txBody>
      </p:sp>
      <p:sp>
        <p:nvSpPr>
          <p:cNvPr id="20" name="Governing Thought">
            <a:extLst>
              <a:ext uri="{FF2B5EF4-FFF2-40B4-BE49-F238E27FC236}">
                <a16:creationId xmlns:a16="http://schemas.microsoft.com/office/drawing/2014/main" id="{17AB7F47-602E-4EE6-8314-BEBDF4A47D7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504000"/>
            <a:ext cx="5688000" cy="504056"/>
          </a:xfrm>
        </p:spPr>
        <p:txBody>
          <a:bodyPr anchor="ctr" anchorCtr="0"/>
          <a:lstStyle>
            <a:lvl1pPr marL="0" marR="0" indent="0" algn="l" defTabSz="914349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/>
            </a:lvl1pPr>
          </a:lstStyle>
          <a:p>
            <a:pPr lvl="0"/>
            <a:r>
              <a:rPr lang="en-AU" noProof="0" dirty="0"/>
              <a:t>Governing thought</a:t>
            </a:r>
          </a:p>
        </p:txBody>
      </p:sp>
    </p:spTree>
    <p:extLst>
      <p:ext uri="{BB962C8B-B14F-4D97-AF65-F5344CB8AC3E}">
        <p14:creationId xmlns:p14="http://schemas.microsoft.com/office/powerpoint/2010/main" val="3943294567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5FC315DB-EF54-45C0-A6F9-FC2BA305DCD3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40000" y="2351170"/>
            <a:ext cx="2628000" cy="3886142"/>
          </a:xfrm>
        </p:spPr>
        <p:txBody>
          <a:bodyPr lIns="72000" rIns="72000"/>
          <a:lstStyle>
            <a:lvl1pPr>
              <a:spcBef>
                <a:spcPts val="1200"/>
              </a:spcBef>
              <a:defRPr sz="1200">
                <a:solidFill>
                  <a:schemeClr val="bg2"/>
                </a:solidFill>
                <a:latin typeface="Segoe UI Semilight" panose="020B0402040204020203" pitchFamily="34" charset="0"/>
                <a:ea typeface="Segoe UI" panose="020B0502040204020203" pitchFamily="34" charset="0"/>
                <a:cs typeface="Segoe UI Semilight" panose="020B0402040204020203" pitchFamily="34" charset="0"/>
              </a:defRPr>
            </a:lvl1pPr>
            <a:lvl2pPr marL="144000" indent="-144000">
              <a:buClr>
                <a:schemeClr val="bg2"/>
              </a:buClr>
              <a:buFont typeface="Arial" panose="020B0604020202020204" pitchFamily="34" charset="0"/>
              <a:buChar char="•"/>
              <a:defRPr sz="1200">
                <a:solidFill>
                  <a:schemeClr val="bg2"/>
                </a:solidFill>
                <a:latin typeface="Segoe UI Semilight" panose="020B0402040204020203" pitchFamily="34" charset="0"/>
                <a:ea typeface="Segoe UI" panose="020B0502040204020203" pitchFamily="34" charset="0"/>
                <a:cs typeface="Segoe UI Semilight" panose="020B0402040204020203" pitchFamily="34" charset="0"/>
              </a:defRPr>
            </a:lvl2pPr>
            <a:lvl3pPr marL="288000" indent="-144000">
              <a:buClr>
                <a:schemeClr val="bg2"/>
              </a:buClr>
              <a:buFont typeface="Segoe UI Semilight" panose="020B0402040204020203" pitchFamily="34" charset="0"/>
              <a:buChar char="–"/>
              <a:defRPr sz="1200">
                <a:solidFill>
                  <a:schemeClr val="bg2"/>
                </a:solidFill>
                <a:latin typeface="Segoe UI Semilight" panose="020B0402040204020203" pitchFamily="34" charset="0"/>
                <a:ea typeface="Segoe UI" panose="020B0502040204020203" pitchFamily="34" charset="0"/>
                <a:cs typeface="Segoe UI Semilight" panose="020B0402040204020203" pitchFamily="34" charset="0"/>
              </a:defRPr>
            </a:lvl3pPr>
            <a:lvl4pPr marL="432000" indent="-144000">
              <a:buClr>
                <a:schemeClr val="bg2"/>
              </a:buClr>
              <a:buFont typeface="Arial" panose="020B0604020202020204" pitchFamily="34" charset="0"/>
              <a:buChar char="•"/>
              <a:defRPr sz="1200">
                <a:solidFill>
                  <a:schemeClr val="bg2"/>
                </a:solidFill>
                <a:latin typeface="Segoe UI Semilight" panose="020B0402040204020203" pitchFamily="34" charset="0"/>
                <a:ea typeface="Segoe UI" panose="020B0502040204020203" pitchFamily="34" charset="0"/>
                <a:cs typeface="Segoe UI Semilight" panose="020B0402040204020203" pitchFamily="34" charset="0"/>
              </a:defRPr>
            </a:lvl4pPr>
            <a:lvl5pPr marL="648000" indent="-144000">
              <a:buClr>
                <a:schemeClr val="bg2"/>
              </a:buClr>
              <a:buFont typeface="Segoe UI Semilight" panose="020B0402040204020203" pitchFamily="34" charset="0"/>
              <a:buChar char="–"/>
              <a:defRPr sz="1200">
                <a:solidFill>
                  <a:schemeClr val="bg2"/>
                </a:solidFill>
                <a:latin typeface="Segoe UI Semilight" panose="020B0402040204020203" pitchFamily="34" charset="0"/>
                <a:ea typeface="Segoe UI" panose="020B0502040204020203" pitchFamily="34" charset="0"/>
                <a:cs typeface="Segoe UI Semilight" panose="020B0402040204020203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67F87FBC-F7C8-426B-8AF3-5C86127FE958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636000" y="2351170"/>
            <a:ext cx="2628000" cy="3886142"/>
          </a:xfrm>
        </p:spPr>
        <p:txBody>
          <a:bodyPr lIns="72000" rIns="72000"/>
          <a:lstStyle>
            <a:lvl1pPr>
              <a:spcBef>
                <a:spcPts val="1200"/>
              </a:spcBef>
              <a:defRPr sz="1200">
                <a:solidFill>
                  <a:schemeClr val="bg2"/>
                </a:solidFill>
                <a:latin typeface="Segoe UI Semilight" panose="020B0402040204020203" pitchFamily="34" charset="0"/>
                <a:ea typeface="Segoe UI" panose="020B0502040204020203" pitchFamily="34" charset="0"/>
                <a:cs typeface="Segoe UI Semilight" panose="020B0402040204020203" pitchFamily="34" charset="0"/>
              </a:defRPr>
            </a:lvl1pPr>
            <a:lvl2pPr marL="144000" indent="-144000">
              <a:buClr>
                <a:schemeClr val="bg2"/>
              </a:buClr>
              <a:buFont typeface="Arial" panose="020B0604020202020204" pitchFamily="34" charset="0"/>
              <a:buChar char="•"/>
              <a:defRPr sz="1200">
                <a:solidFill>
                  <a:schemeClr val="bg2"/>
                </a:solidFill>
                <a:latin typeface="Segoe UI Semilight" panose="020B0402040204020203" pitchFamily="34" charset="0"/>
                <a:ea typeface="Segoe UI" panose="020B0502040204020203" pitchFamily="34" charset="0"/>
                <a:cs typeface="Segoe UI Semilight" panose="020B0402040204020203" pitchFamily="34" charset="0"/>
              </a:defRPr>
            </a:lvl2pPr>
            <a:lvl3pPr marL="288000" indent="-144000">
              <a:buClr>
                <a:schemeClr val="bg2"/>
              </a:buClr>
              <a:buFont typeface="Segoe UI Semilight" panose="020B0402040204020203" pitchFamily="34" charset="0"/>
              <a:buChar char="–"/>
              <a:defRPr sz="1200">
                <a:solidFill>
                  <a:schemeClr val="bg2"/>
                </a:solidFill>
                <a:latin typeface="Segoe UI Semilight" panose="020B0402040204020203" pitchFamily="34" charset="0"/>
                <a:ea typeface="Segoe UI" panose="020B0502040204020203" pitchFamily="34" charset="0"/>
                <a:cs typeface="Segoe UI Semilight" panose="020B0402040204020203" pitchFamily="34" charset="0"/>
              </a:defRPr>
            </a:lvl3pPr>
            <a:lvl4pPr marL="432000" indent="-144000">
              <a:buClr>
                <a:schemeClr val="bg2"/>
              </a:buClr>
              <a:buFont typeface="Arial" panose="020B0604020202020204" pitchFamily="34" charset="0"/>
              <a:buChar char="•"/>
              <a:defRPr sz="1200">
                <a:solidFill>
                  <a:schemeClr val="bg2"/>
                </a:solidFill>
                <a:latin typeface="Segoe UI Semilight" panose="020B0402040204020203" pitchFamily="34" charset="0"/>
                <a:ea typeface="Segoe UI" panose="020B0502040204020203" pitchFamily="34" charset="0"/>
                <a:cs typeface="Segoe UI Semilight" panose="020B0402040204020203" pitchFamily="34" charset="0"/>
              </a:defRPr>
            </a:lvl4pPr>
            <a:lvl5pPr marL="648000" indent="-144000">
              <a:buClr>
                <a:schemeClr val="bg2"/>
              </a:buClr>
              <a:buFont typeface="Segoe UI Semilight" panose="020B0402040204020203" pitchFamily="34" charset="0"/>
              <a:buChar char="–"/>
              <a:defRPr sz="1200">
                <a:solidFill>
                  <a:schemeClr val="bg2"/>
                </a:solidFill>
                <a:latin typeface="Segoe UI Semilight" panose="020B0402040204020203" pitchFamily="34" charset="0"/>
                <a:ea typeface="Segoe UI" panose="020B0502040204020203" pitchFamily="34" charset="0"/>
                <a:cs typeface="Segoe UI Semilight" panose="020B0402040204020203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585685A2-945E-4F85-97B5-E6588F2FBAD3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732000" y="2351170"/>
            <a:ext cx="2628000" cy="3886142"/>
          </a:xfrm>
        </p:spPr>
        <p:txBody>
          <a:bodyPr lIns="72000" rIns="72000"/>
          <a:lstStyle>
            <a:lvl1pPr>
              <a:spcBef>
                <a:spcPts val="1200"/>
              </a:spcBef>
              <a:defRPr sz="1200">
                <a:solidFill>
                  <a:schemeClr val="bg2"/>
                </a:solidFill>
                <a:latin typeface="Segoe UI Semilight" panose="020B0402040204020203" pitchFamily="34" charset="0"/>
                <a:ea typeface="Segoe UI" panose="020B0502040204020203" pitchFamily="34" charset="0"/>
                <a:cs typeface="Segoe UI Semilight" panose="020B0402040204020203" pitchFamily="34" charset="0"/>
              </a:defRPr>
            </a:lvl1pPr>
            <a:lvl2pPr marL="144000" indent="-144000">
              <a:buClr>
                <a:schemeClr val="bg2"/>
              </a:buClr>
              <a:buFont typeface="Arial" panose="020B0604020202020204" pitchFamily="34" charset="0"/>
              <a:buChar char="•"/>
              <a:defRPr sz="1200">
                <a:solidFill>
                  <a:schemeClr val="bg2"/>
                </a:solidFill>
                <a:latin typeface="Segoe UI Semilight" panose="020B0402040204020203" pitchFamily="34" charset="0"/>
                <a:ea typeface="Segoe UI" panose="020B0502040204020203" pitchFamily="34" charset="0"/>
                <a:cs typeface="Segoe UI Semilight" panose="020B0402040204020203" pitchFamily="34" charset="0"/>
              </a:defRPr>
            </a:lvl2pPr>
            <a:lvl3pPr marL="288000" indent="-144000">
              <a:buClr>
                <a:schemeClr val="bg2"/>
              </a:buClr>
              <a:buFont typeface="Segoe UI Semilight" panose="020B0402040204020203" pitchFamily="34" charset="0"/>
              <a:buChar char="–"/>
              <a:defRPr sz="1200">
                <a:solidFill>
                  <a:schemeClr val="bg2"/>
                </a:solidFill>
                <a:latin typeface="Segoe UI Semilight" panose="020B0402040204020203" pitchFamily="34" charset="0"/>
                <a:ea typeface="Segoe UI" panose="020B0502040204020203" pitchFamily="34" charset="0"/>
                <a:cs typeface="Segoe UI Semilight" panose="020B0402040204020203" pitchFamily="34" charset="0"/>
              </a:defRPr>
            </a:lvl3pPr>
            <a:lvl4pPr marL="432000" indent="-144000">
              <a:buClr>
                <a:schemeClr val="bg2"/>
              </a:buClr>
              <a:buFont typeface="Arial" panose="020B0604020202020204" pitchFamily="34" charset="0"/>
              <a:buChar char="•"/>
              <a:defRPr sz="1200">
                <a:solidFill>
                  <a:schemeClr val="bg2"/>
                </a:solidFill>
                <a:latin typeface="Segoe UI Semilight" panose="020B0402040204020203" pitchFamily="34" charset="0"/>
                <a:ea typeface="Segoe UI" panose="020B0502040204020203" pitchFamily="34" charset="0"/>
                <a:cs typeface="Segoe UI Semilight" panose="020B0402040204020203" pitchFamily="34" charset="0"/>
              </a:defRPr>
            </a:lvl4pPr>
            <a:lvl5pPr marL="648000" indent="-144000">
              <a:buClr>
                <a:schemeClr val="bg2"/>
              </a:buClr>
              <a:buFont typeface="Segoe UI Semilight" panose="020B0402040204020203" pitchFamily="34" charset="0"/>
              <a:buChar char="–"/>
              <a:defRPr sz="1200">
                <a:solidFill>
                  <a:schemeClr val="bg2"/>
                </a:solidFill>
                <a:latin typeface="Segoe UI Semilight" panose="020B0402040204020203" pitchFamily="34" charset="0"/>
                <a:ea typeface="Segoe UI" panose="020B0502040204020203" pitchFamily="34" charset="0"/>
                <a:cs typeface="Segoe UI Semilight" panose="020B0402040204020203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4" name="Text Placeholder 8"/>
          <p:cNvSpPr>
            <a:spLocks noGrp="1"/>
          </p:cNvSpPr>
          <p:nvPr>
            <p:ph type="body" sz="quarter" idx="11" hasCustomPrompt="1"/>
          </p:nvPr>
        </p:nvSpPr>
        <p:spPr>
          <a:xfrm>
            <a:off x="540000" y="1844077"/>
            <a:ext cx="2628000" cy="360439"/>
          </a:xfrm>
          <a:solidFill>
            <a:schemeClr val="accent5"/>
          </a:solidFill>
          <a:ln w="19050">
            <a:noFill/>
          </a:ln>
        </p:spPr>
        <p:txBody>
          <a:bodyPr lIns="108000" tIns="46800" rIns="108000" anchor="ctr"/>
          <a:lstStyle>
            <a:lvl1pPr algn="ctr">
              <a:defRPr sz="1400" baseline="0">
                <a:solidFill>
                  <a:schemeClr val="bg2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</a:lstStyle>
          <a:p>
            <a:pPr lvl="0"/>
            <a:r>
              <a:rPr lang="en-AU" noProof="0" dirty="0"/>
              <a:t>HEADING</a:t>
            </a:r>
          </a:p>
        </p:txBody>
      </p:sp>
      <p:sp>
        <p:nvSpPr>
          <p:cNvPr id="6" name="Text Placeholder 8"/>
          <p:cNvSpPr>
            <a:spLocks noGrp="1"/>
          </p:cNvSpPr>
          <p:nvPr>
            <p:ph type="body" sz="quarter" idx="21" hasCustomPrompt="1"/>
          </p:nvPr>
        </p:nvSpPr>
        <p:spPr>
          <a:xfrm>
            <a:off x="3636000" y="1844424"/>
            <a:ext cx="2628000" cy="360439"/>
          </a:xfrm>
          <a:solidFill>
            <a:schemeClr val="accent5"/>
          </a:solidFill>
          <a:ln w="19050">
            <a:noFill/>
          </a:ln>
        </p:spPr>
        <p:txBody>
          <a:bodyPr lIns="108000" tIns="46800" rIns="108000" anchor="ctr"/>
          <a:lstStyle>
            <a:lvl1pPr algn="ctr">
              <a:defRPr sz="1400" baseline="0">
                <a:solidFill>
                  <a:schemeClr val="bg2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</a:lstStyle>
          <a:p>
            <a:pPr lvl="0"/>
            <a:r>
              <a:rPr lang="en-AU" noProof="0" dirty="0"/>
              <a:t>HEADING</a:t>
            </a:r>
          </a:p>
        </p:txBody>
      </p:sp>
      <p:sp>
        <p:nvSpPr>
          <p:cNvPr id="7" name="Text Placeholder 8"/>
          <p:cNvSpPr>
            <a:spLocks noGrp="1"/>
          </p:cNvSpPr>
          <p:nvPr>
            <p:ph type="body" sz="quarter" idx="24" hasCustomPrompt="1"/>
          </p:nvPr>
        </p:nvSpPr>
        <p:spPr>
          <a:xfrm>
            <a:off x="6732000" y="1844424"/>
            <a:ext cx="2628000" cy="360439"/>
          </a:xfrm>
          <a:solidFill>
            <a:schemeClr val="accent5"/>
          </a:solidFill>
          <a:ln w="19050">
            <a:noFill/>
          </a:ln>
        </p:spPr>
        <p:txBody>
          <a:bodyPr lIns="108000" tIns="46800" rIns="108000" anchor="ctr"/>
          <a:lstStyle>
            <a:lvl1pPr algn="ctr">
              <a:defRPr sz="1400" baseline="0">
                <a:solidFill>
                  <a:schemeClr val="bg2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</a:lstStyle>
          <a:p>
            <a:pPr lvl="0"/>
            <a:r>
              <a:rPr lang="en-AU" noProof="0" dirty="0"/>
              <a:t>HEADING</a:t>
            </a:r>
          </a:p>
        </p:txBody>
      </p:sp>
      <p:pic>
        <p:nvPicPr>
          <p:cNvPr id="12" name="Picture 11"/>
          <p:cNvPicPr>
            <a:picLocks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5339" cy="109703"/>
          </a:xfrm>
          <a:prstGeom prst="rect">
            <a:avLst/>
          </a:prstGeom>
        </p:spPr>
      </p:pic>
      <p:sp>
        <p:nvSpPr>
          <p:cNvPr id="11" name="TextBox 10"/>
          <p:cNvSpPr txBox="1"/>
          <p:nvPr userDrawn="1"/>
        </p:nvSpPr>
        <p:spPr>
          <a:xfrm>
            <a:off x="8841432" y="6392361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E8856DA-B77A-4A94-8E84-45BF77D9376B}" type="slidenum">
              <a:rPr lang="en-AU" sz="1200" noProof="0" smtClean="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AU" sz="1200" noProof="0" dirty="0">
              <a:solidFill>
                <a:schemeClr val="accent3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EC3E90AF-4367-4FC8-B680-7F094C650A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504000"/>
            <a:ext cx="8820000" cy="504056"/>
          </a:xfrm>
        </p:spPr>
        <p:txBody>
          <a:bodyPr anchor="ctr" anchorCtr="0"/>
          <a:lstStyle>
            <a:lvl1pPr marL="0" marR="0" indent="0" algn="l" defTabSz="914349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/>
            </a:lvl1pPr>
          </a:lstStyle>
          <a:p>
            <a:pPr lvl="0"/>
            <a:r>
              <a:rPr lang="en-AU" noProof="0" dirty="0"/>
              <a:t>Governing thought</a:t>
            </a:r>
          </a:p>
        </p:txBody>
      </p:sp>
      <p:sp>
        <p:nvSpPr>
          <p:cNvPr id="16" name="Text Placeholder 10">
            <a:extLst>
              <a:ext uri="{FF2B5EF4-FFF2-40B4-BE49-F238E27FC236}">
                <a16:creationId xmlns:a16="http://schemas.microsoft.com/office/drawing/2014/main" id="{7EE446F9-323A-4DBD-86F6-D6E46F969E06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40000" y="1008000"/>
            <a:ext cx="8820000" cy="504056"/>
          </a:xfrm>
          <a:prstGeom prst="rect">
            <a:avLst/>
          </a:prstGeom>
        </p:spPr>
        <p:txBody>
          <a:bodyPr anchor="t"/>
          <a:lstStyle>
            <a:lvl1pPr>
              <a:lnSpc>
                <a:spcPct val="90000"/>
              </a:lnSpc>
              <a:defRPr sz="1800">
                <a:solidFill>
                  <a:schemeClr val="bg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  <a:lvl5pPr>
              <a:defRPr/>
            </a:lvl5pPr>
          </a:lstStyle>
          <a:p>
            <a:pPr lvl="0"/>
            <a:r>
              <a:rPr lang="en-AU" noProof="0" dirty="0"/>
              <a:t>Sub title</a:t>
            </a:r>
          </a:p>
        </p:txBody>
      </p:sp>
    </p:spTree>
    <p:extLst>
      <p:ext uri="{BB962C8B-B14F-4D97-AF65-F5344CB8AC3E}">
        <p14:creationId xmlns:p14="http://schemas.microsoft.com/office/powerpoint/2010/main" val="3971579306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s no hea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7"/>
          <p:cNvSpPr>
            <a:spLocks noGrp="1"/>
          </p:cNvSpPr>
          <p:nvPr>
            <p:ph type="body" sz="quarter" idx="15"/>
          </p:nvPr>
        </p:nvSpPr>
        <p:spPr>
          <a:xfrm>
            <a:off x="540000" y="1700808"/>
            <a:ext cx="2628000" cy="4536503"/>
          </a:xfrm>
        </p:spPr>
        <p:txBody>
          <a:bodyPr lIns="72000" rIns="72000"/>
          <a:lstStyle>
            <a:lvl1pPr>
              <a:spcBef>
                <a:spcPts val="1200"/>
              </a:spcBef>
              <a:defRPr sz="1200">
                <a:solidFill>
                  <a:schemeClr val="bg2"/>
                </a:solidFill>
                <a:latin typeface="Segoe UI Semilight" panose="020B0402040204020203" pitchFamily="34" charset="0"/>
                <a:ea typeface="Segoe UI" panose="020B0502040204020203" pitchFamily="34" charset="0"/>
                <a:cs typeface="Segoe UI Semilight" panose="020B0402040204020203" pitchFamily="34" charset="0"/>
              </a:defRPr>
            </a:lvl1pPr>
            <a:lvl2pPr marL="144000" indent="-144000">
              <a:buClr>
                <a:schemeClr val="bg2"/>
              </a:buClr>
              <a:buFont typeface="Arial" panose="020B0604020202020204" pitchFamily="34" charset="0"/>
              <a:buChar char="•"/>
              <a:defRPr sz="1200">
                <a:solidFill>
                  <a:schemeClr val="bg2"/>
                </a:solidFill>
                <a:latin typeface="Segoe UI Semilight" panose="020B0402040204020203" pitchFamily="34" charset="0"/>
                <a:ea typeface="Segoe UI" panose="020B0502040204020203" pitchFamily="34" charset="0"/>
                <a:cs typeface="Segoe UI Semilight" panose="020B0402040204020203" pitchFamily="34" charset="0"/>
              </a:defRPr>
            </a:lvl2pPr>
            <a:lvl3pPr marL="288000" indent="-144000">
              <a:buClr>
                <a:schemeClr val="bg2"/>
              </a:buClr>
              <a:buFont typeface="Segoe UI Semilight" panose="020B0402040204020203" pitchFamily="34" charset="0"/>
              <a:buChar char="–"/>
              <a:defRPr sz="1200">
                <a:solidFill>
                  <a:schemeClr val="bg2"/>
                </a:solidFill>
                <a:latin typeface="Segoe UI Semilight" panose="020B0402040204020203" pitchFamily="34" charset="0"/>
                <a:ea typeface="Segoe UI" panose="020B0502040204020203" pitchFamily="34" charset="0"/>
                <a:cs typeface="Segoe UI Semilight" panose="020B0402040204020203" pitchFamily="34" charset="0"/>
              </a:defRPr>
            </a:lvl3pPr>
            <a:lvl4pPr marL="432000" indent="-144000">
              <a:buClr>
                <a:schemeClr val="bg2"/>
              </a:buClr>
              <a:buFont typeface="Arial" panose="020B0604020202020204" pitchFamily="34" charset="0"/>
              <a:buChar char="•"/>
              <a:defRPr sz="1200">
                <a:solidFill>
                  <a:schemeClr val="bg2"/>
                </a:solidFill>
                <a:latin typeface="Segoe UI Semilight" panose="020B0402040204020203" pitchFamily="34" charset="0"/>
                <a:ea typeface="Segoe UI" panose="020B0502040204020203" pitchFamily="34" charset="0"/>
                <a:cs typeface="Segoe UI Semilight" panose="020B0402040204020203" pitchFamily="34" charset="0"/>
              </a:defRPr>
            </a:lvl4pPr>
            <a:lvl5pPr marL="648000" indent="-144000">
              <a:buClr>
                <a:schemeClr val="bg2"/>
              </a:buClr>
              <a:buFont typeface="Segoe UI Semilight" panose="020B0402040204020203" pitchFamily="34" charset="0"/>
              <a:buChar char="–"/>
              <a:defRPr sz="1200">
                <a:solidFill>
                  <a:schemeClr val="bg2"/>
                </a:solidFill>
                <a:latin typeface="Segoe UI Semilight" panose="020B0402040204020203" pitchFamily="34" charset="0"/>
                <a:ea typeface="Segoe UI" panose="020B0502040204020203" pitchFamily="34" charset="0"/>
                <a:cs typeface="Segoe UI Semilight" panose="020B0402040204020203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pic>
        <p:nvPicPr>
          <p:cNvPr id="12" name="Picture 11"/>
          <p:cNvPicPr>
            <a:picLocks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5339" cy="109703"/>
          </a:xfrm>
          <a:prstGeom prst="rect">
            <a:avLst/>
          </a:prstGeom>
        </p:spPr>
      </p:pic>
      <p:sp>
        <p:nvSpPr>
          <p:cNvPr id="10" name="TextBox 9"/>
          <p:cNvSpPr txBox="1"/>
          <p:nvPr userDrawn="1"/>
        </p:nvSpPr>
        <p:spPr>
          <a:xfrm>
            <a:off x="8841432" y="6392361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E8856DA-B77A-4A94-8E84-45BF77D9376B}" type="slidenum">
              <a:rPr lang="en-AU" sz="1200" noProof="0" smtClean="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AU" sz="1200" noProof="0" dirty="0">
              <a:solidFill>
                <a:schemeClr val="accent3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E36D8746-9C41-42DB-AA25-341A0388B26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504000"/>
            <a:ext cx="8820000" cy="504056"/>
          </a:xfrm>
        </p:spPr>
        <p:txBody>
          <a:bodyPr anchor="ctr" anchorCtr="0"/>
          <a:lstStyle>
            <a:lvl1pPr marL="0" marR="0" indent="0" algn="l" defTabSz="914349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/>
            </a:lvl1pPr>
          </a:lstStyle>
          <a:p>
            <a:pPr lvl="0"/>
            <a:r>
              <a:rPr lang="en-AU" noProof="0" dirty="0"/>
              <a:t>Governing thought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35FA1E19-E3E1-48C3-BCF7-8B825D8DB853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40000" y="1008000"/>
            <a:ext cx="8820000" cy="504056"/>
          </a:xfrm>
          <a:prstGeom prst="rect">
            <a:avLst/>
          </a:prstGeom>
        </p:spPr>
        <p:txBody>
          <a:bodyPr anchor="t"/>
          <a:lstStyle>
            <a:lvl1pPr>
              <a:lnSpc>
                <a:spcPct val="90000"/>
              </a:lnSpc>
              <a:defRPr sz="1800">
                <a:solidFill>
                  <a:schemeClr val="bg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  <a:lvl5pPr>
              <a:defRPr/>
            </a:lvl5pPr>
          </a:lstStyle>
          <a:p>
            <a:pPr lvl="0"/>
            <a:r>
              <a:rPr lang="en-AU" noProof="0" dirty="0"/>
              <a:t>Sub title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F712F0CC-3429-4F3C-BB82-4D4F24DB3EB7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636000" y="1700808"/>
            <a:ext cx="2628000" cy="4536503"/>
          </a:xfrm>
        </p:spPr>
        <p:txBody>
          <a:bodyPr lIns="72000" rIns="72000"/>
          <a:lstStyle>
            <a:lvl1pPr>
              <a:spcBef>
                <a:spcPts val="1200"/>
              </a:spcBef>
              <a:defRPr sz="1200">
                <a:solidFill>
                  <a:schemeClr val="bg2"/>
                </a:solidFill>
                <a:latin typeface="Segoe UI Semilight" panose="020B0402040204020203" pitchFamily="34" charset="0"/>
                <a:ea typeface="Segoe UI" panose="020B0502040204020203" pitchFamily="34" charset="0"/>
                <a:cs typeface="Segoe UI Semilight" panose="020B0402040204020203" pitchFamily="34" charset="0"/>
              </a:defRPr>
            </a:lvl1pPr>
            <a:lvl2pPr marL="144000" indent="-144000">
              <a:buClr>
                <a:schemeClr val="bg2"/>
              </a:buClr>
              <a:buFont typeface="Arial" panose="020B0604020202020204" pitchFamily="34" charset="0"/>
              <a:buChar char="•"/>
              <a:defRPr sz="1200">
                <a:solidFill>
                  <a:schemeClr val="bg2"/>
                </a:solidFill>
                <a:latin typeface="Segoe UI Semilight" panose="020B0402040204020203" pitchFamily="34" charset="0"/>
                <a:ea typeface="Segoe UI" panose="020B0502040204020203" pitchFamily="34" charset="0"/>
                <a:cs typeface="Segoe UI Semilight" panose="020B0402040204020203" pitchFamily="34" charset="0"/>
              </a:defRPr>
            </a:lvl2pPr>
            <a:lvl3pPr marL="288000" indent="-144000">
              <a:buClr>
                <a:schemeClr val="bg2"/>
              </a:buClr>
              <a:buFont typeface="Segoe UI Semilight" panose="020B0402040204020203" pitchFamily="34" charset="0"/>
              <a:buChar char="–"/>
              <a:defRPr sz="1200">
                <a:solidFill>
                  <a:schemeClr val="bg2"/>
                </a:solidFill>
                <a:latin typeface="Segoe UI Semilight" panose="020B0402040204020203" pitchFamily="34" charset="0"/>
                <a:ea typeface="Segoe UI" panose="020B0502040204020203" pitchFamily="34" charset="0"/>
                <a:cs typeface="Segoe UI Semilight" panose="020B0402040204020203" pitchFamily="34" charset="0"/>
              </a:defRPr>
            </a:lvl3pPr>
            <a:lvl4pPr marL="432000" indent="-144000">
              <a:buClr>
                <a:schemeClr val="bg2"/>
              </a:buClr>
              <a:buFont typeface="Arial" panose="020B0604020202020204" pitchFamily="34" charset="0"/>
              <a:buChar char="•"/>
              <a:defRPr sz="1200">
                <a:solidFill>
                  <a:schemeClr val="bg2"/>
                </a:solidFill>
                <a:latin typeface="Segoe UI Semilight" panose="020B0402040204020203" pitchFamily="34" charset="0"/>
                <a:ea typeface="Segoe UI" panose="020B0502040204020203" pitchFamily="34" charset="0"/>
                <a:cs typeface="Segoe UI Semilight" panose="020B0402040204020203" pitchFamily="34" charset="0"/>
              </a:defRPr>
            </a:lvl4pPr>
            <a:lvl5pPr marL="648000" indent="-144000">
              <a:buClr>
                <a:schemeClr val="bg2"/>
              </a:buClr>
              <a:buFont typeface="Segoe UI Semilight" panose="020B0402040204020203" pitchFamily="34" charset="0"/>
              <a:buChar char="–"/>
              <a:defRPr sz="1200">
                <a:solidFill>
                  <a:schemeClr val="bg2"/>
                </a:solidFill>
                <a:latin typeface="Segoe UI Semilight" panose="020B0402040204020203" pitchFamily="34" charset="0"/>
                <a:ea typeface="Segoe UI" panose="020B0502040204020203" pitchFamily="34" charset="0"/>
                <a:cs typeface="Segoe UI Semilight" panose="020B0402040204020203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489BDC5C-77DE-4CAE-967A-36F5B6B1F00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732000" y="1700808"/>
            <a:ext cx="2628000" cy="4536503"/>
          </a:xfrm>
        </p:spPr>
        <p:txBody>
          <a:bodyPr lIns="72000" rIns="72000"/>
          <a:lstStyle>
            <a:lvl1pPr>
              <a:spcBef>
                <a:spcPts val="1200"/>
              </a:spcBef>
              <a:defRPr sz="1200">
                <a:solidFill>
                  <a:schemeClr val="bg2"/>
                </a:solidFill>
                <a:latin typeface="Segoe UI Semilight" panose="020B0402040204020203" pitchFamily="34" charset="0"/>
                <a:ea typeface="Segoe UI" panose="020B0502040204020203" pitchFamily="34" charset="0"/>
                <a:cs typeface="Segoe UI Semilight" panose="020B0402040204020203" pitchFamily="34" charset="0"/>
              </a:defRPr>
            </a:lvl1pPr>
            <a:lvl2pPr marL="144000" indent="-144000">
              <a:buClr>
                <a:schemeClr val="bg2"/>
              </a:buClr>
              <a:buFont typeface="Arial" panose="020B0604020202020204" pitchFamily="34" charset="0"/>
              <a:buChar char="•"/>
              <a:defRPr sz="1200">
                <a:solidFill>
                  <a:schemeClr val="bg2"/>
                </a:solidFill>
                <a:latin typeface="Segoe UI Semilight" panose="020B0402040204020203" pitchFamily="34" charset="0"/>
                <a:ea typeface="Segoe UI" panose="020B0502040204020203" pitchFamily="34" charset="0"/>
                <a:cs typeface="Segoe UI Semilight" panose="020B0402040204020203" pitchFamily="34" charset="0"/>
              </a:defRPr>
            </a:lvl2pPr>
            <a:lvl3pPr marL="288000" indent="-144000">
              <a:buClr>
                <a:schemeClr val="bg2"/>
              </a:buClr>
              <a:buFont typeface="Segoe UI Semilight" panose="020B0402040204020203" pitchFamily="34" charset="0"/>
              <a:buChar char="–"/>
              <a:defRPr sz="1200">
                <a:solidFill>
                  <a:schemeClr val="bg2"/>
                </a:solidFill>
                <a:latin typeface="Segoe UI Semilight" panose="020B0402040204020203" pitchFamily="34" charset="0"/>
                <a:ea typeface="Segoe UI" panose="020B0502040204020203" pitchFamily="34" charset="0"/>
                <a:cs typeface="Segoe UI Semilight" panose="020B0402040204020203" pitchFamily="34" charset="0"/>
              </a:defRPr>
            </a:lvl3pPr>
            <a:lvl4pPr marL="432000" indent="-144000">
              <a:buClr>
                <a:schemeClr val="bg2"/>
              </a:buClr>
              <a:buFont typeface="Arial" panose="020B0604020202020204" pitchFamily="34" charset="0"/>
              <a:buChar char="•"/>
              <a:defRPr sz="1200">
                <a:solidFill>
                  <a:schemeClr val="bg2"/>
                </a:solidFill>
                <a:latin typeface="Segoe UI Semilight" panose="020B0402040204020203" pitchFamily="34" charset="0"/>
                <a:ea typeface="Segoe UI" panose="020B0502040204020203" pitchFamily="34" charset="0"/>
                <a:cs typeface="Segoe UI Semilight" panose="020B0402040204020203" pitchFamily="34" charset="0"/>
              </a:defRPr>
            </a:lvl4pPr>
            <a:lvl5pPr marL="648000" indent="-144000">
              <a:buClr>
                <a:schemeClr val="bg2"/>
              </a:buClr>
              <a:buFont typeface="Segoe UI Semilight" panose="020B0402040204020203" pitchFamily="34" charset="0"/>
              <a:buChar char="–"/>
              <a:defRPr sz="1200">
                <a:solidFill>
                  <a:schemeClr val="bg2"/>
                </a:solidFill>
                <a:latin typeface="Segoe UI Semilight" panose="020B0402040204020203" pitchFamily="34" charset="0"/>
                <a:ea typeface="Segoe UI" panose="020B0502040204020203" pitchFamily="34" charset="0"/>
                <a:cs typeface="Segoe UI Semilight" panose="020B0402040204020203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</p:spTree>
    <p:extLst>
      <p:ext uri="{BB962C8B-B14F-4D97-AF65-F5344CB8AC3E}">
        <p14:creationId xmlns:p14="http://schemas.microsoft.com/office/powerpoint/2010/main" val="3762917074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s two row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53216835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02" name="think-cell Slide" r:id="rId5" imgW="270" imgH="270" progId="TCLayout.ActiveDocument.1">
                  <p:embed/>
                </p:oleObj>
              </mc:Choice>
              <mc:Fallback>
                <p:oleObj name="think-cell Slide" r:id="rId5" imgW="270" imgH="270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AU" sz="2800" b="0" i="0" baseline="0" dirty="0">
              <a:latin typeface="Segoe UI Semibold"/>
              <a:ea typeface="+mj-ea"/>
              <a:cs typeface="+mj-cs"/>
              <a:sym typeface="Segoe UI Semibold"/>
            </a:endParaRPr>
          </a:p>
        </p:txBody>
      </p:sp>
      <p:pic>
        <p:nvPicPr>
          <p:cNvPr id="4" name="Picture 3"/>
          <p:cNvPicPr>
            <a:picLocks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5339" cy="109703"/>
          </a:xfrm>
          <a:prstGeom prst="rect">
            <a:avLst/>
          </a:prstGeom>
        </p:spPr>
      </p:pic>
      <p:sp>
        <p:nvSpPr>
          <p:cNvPr id="11" name="Content Placeholder 5"/>
          <p:cNvSpPr>
            <a:spLocks noGrp="1"/>
          </p:cNvSpPr>
          <p:nvPr>
            <p:ph sz="quarter" idx="13"/>
          </p:nvPr>
        </p:nvSpPr>
        <p:spPr>
          <a:xfrm>
            <a:off x="540000" y="548680"/>
            <a:ext cx="2520000" cy="5904656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1"/>
          </p:nvPr>
        </p:nvSpPr>
        <p:spPr>
          <a:xfrm>
            <a:off x="3584574" y="1700213"/>
            <a:ext cx="1800473" cy="1512887"/>
          </a:xfrm>
        </p:spPr>
        <p:txBody>
          <a:bodyPr/>
          <a:lstStyle>
            <a:lvl1pPr>
              <a:defRPr sz="1000"/>
            </a:lvl1pPr>
            <a:lvl2pPr>
              <a:defRPr sz="10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2"/>
          </p:nvPr>
        </p:nvSpPr>
        <p:spPr>
          <a:xfrm>
            <a:off x="5600935" y="1700808"/>
            <a:ext cx="1800473" cy="1512887"/>
          </a:xfrm>
        </p:spPr>
        <p:txBody>
          <a:bodyPr/>
          <a:lstStyle>
            <a:lvl1pPr>
              <a:defRPr sz="1000"/>
            </a:lvl1pPr>
            <a:lvl2pPr>
              <a:defRPr sz="10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10" name="Text Placeholder 4"/>
          <p:cNvSpPr>
            <a:spLocks noGrp="1"/>
          </p:cNvSpPr>
          <p:nvPr>
            <p:ph type="body" sz="quarter" idx="33"/>
          </p:nvPr>
        </p:nvSpPr>
        <p:spPr>
          <a:xfrm>
            <a:off x="7617296" y="1700808"/>
            <a:ext cx="1800473" cy="1512887"/>
          </a:xfrm>
        </p:spPr>
        <p:txBody>
          <a:bodyPr/>
          <a:lstStyle>
            <a:lvl1pPr>
              <a:defRPr sz="1000"/>
            </a:lvl1pPr>
            <a:lvl2pPr>
              <a:defRPr sz="10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13" name="Text Placeholder 4"/>
          <p:cNvSpPr>
            <a:spLocks noGrp="1"/>
          </p:cNvSpPr>
          <p:nvPr>
            <p:ph type="body" sz="quarter" idx="34"/>
          </p:nvPr>
        </p:nvSpPr>
        <p:spPr>
          <a:xfrm>
            <a:off x="3584847" y="3428405"/>
            <a:ext cx="1800473" cy="1512887"/>
          </a:xfrm>
        </p:spPr>
        <p:txBody>
          <a:bodyPr/>
          <a:lstStyle>
            <a:lvl1pPr>
              <a:defRPr sz="1000"/>
            </a:lvl1pPr>
            <a:lvl2pPr>
              <a:defRPr sz="10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35"/>
          </p:nvPr>
        </p:nvSpPr>
        <p:spPr>
          <a:xfrm>
            <a:off x="5601208" y="3429000"/>
            <a:ext cx="1800473" cy="1512887"/>
          </a:xfrm>
        </p:spPr>
        <p:txBody>
          <a:bodyPr/>
          <a:lstStyle>
            <a:lvl1pPr>
              <a:defRPr sz="1000"/>
            </a:lvl1pPr>
            <a:lvl2pPr>
              <a:defRPr sz="10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15" name="Text Placeholder 4"/>
          <p:cNvSpPr>
            <a:spLocks noGrp="1"/>
          </p:cNvSpPr>
          <p:nvPr>
            <p:ph type="body" sz="quarter" idx="36"/>
          </p:nvPr>
        </p:nvSpPr>
        <p:spPr>
          <a:xfrm>
            <a:off x="7617569" y="3429000"/>
            <a:ext cx="1800473" cy="1512887"/>
          </a:xfrm>
        </p:spPr>
        <p:txBody>
          <a:bodyPr/>
          <a:lstStyle>
            <a:lvl1pPr>
              <a:defRPr sz="1000"/>
            </a:lvl1pPr>
            <a:lvl2pPr>
              <a:defRPr sz="10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3312000" y="548680"/>
            <a:ext cx="0" cy="5904656"/>
          </a:xfrm>
          <a:prstGeom prst="line">
            <a:avLst/>
          </a:prstGeom>
          <a:ln w="2540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 userDrawn="1"/>
        </p:nvSpPr>
        <p:spPr>
          <a:xfrm>
            <a:off x="8841432" y="6392361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E8856DA-B77A-4A94-8E84-45BF77D9376B}" type="slidenum">
              <a:rPr lang="en-AU" sz="1200" noProof="0" smtClean="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AU" sz="1200" noProof="0" dirty="0">
              <a:solidFill>
                <a:schemeClr val="accent3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2871EA34-AB4A-4AE8-8B88-1B248221CD1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84574" y="504000"/>
            <a:ext cx="5832000" cy="504056"/>
          </a:xfrm>
        </p:spPr>
        <p:txBody>
          <a:bodyPr anchor="ctr" anchorCtr="0"/>
          <a:lstStyle>
            <a:lvl1pPr marL="0" marR="0" indent="0" algn="l" defTabSz="914349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/>
            </a:lvl1pPr>
          </a:lstStyle>
          <a:p>
            <a:pPr lvl="0"/>
            <a:r>
              <a:rPr lang="en-AU" noProof="0" dirty="0"/>
              <a:t>Governing thought</a:t>
            </a:r>
          </a:p>
        </p:txBody>
      </p:sp>
      <p:sp>
        <p:nvSpPr>
          <p:cNvPr id="20" name="Text Placeholder 10">
            <a:extLst>
              <a:ext uri="{FF2B5EF4-FFF2-40B4-BE49-F238E27FC236}">
                <a16:creationId xmlns:a16="http://schemas.microsoft.com/office/drawing/2014/main" id="{64A32BB7-B4B8-4E71-83E1-22368C65915D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584574" y="1008000"/>
            <a:ext cx="5832000" cy="504056"/>
          </a:xfrm>
          <a:prstGeom prst="rect">
            <a:avLst/>
          </a:prstGeom>
        </p:spPr>
        <p:txBody>
          <a:bodyPr anchor="t"/>
          <a:lstStyle>
            <a:lvl1pPr>
              <a:lnSpc>
                <a:spcPct val="90000"/>
              </a:lnSpc>
              <a:defRPr sz="1800">
                <a:solidFill>
                  <a:schemeClr val="bg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  <a:lvl5pPr>
              <a:defRPr/>
            </a:lvl5pPr>
          </a:lstStyle>
          <a:p>
            <a:pPr lvl="0"/>
            <a:r>
              <a:rPr lang="en-AU" noProof="0" dirty="0"/>
              <a:t>Sub title</a:t>
            </a:r>
          </a:p>
        </p:txBody>
      </p:sp>
    </p:spTree>
    <p:extLst>
      <p:ext uri="{BB962C8B-B14F-4D97-AF65-F5344CB8AC3E}">
        <p14:creationId xmlns:p14="http://schemas.microsoft.com/office/powerpoint/2010/main" val="2095163311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s two rows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69327217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226" name="think-cell Slide" r:id="rId5" imgW="270" imgH="270" progId="TCLayout.ActiveDocument.1">
                  <p:embed/>
                </p:oleObj>
              </mc:Choice>
              <mc:Fallback>
                <p:oleObj name="think-cell Slide" r:id="rId5" imgW="270" imgH="270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AU" sz="2800" b="0" i="0" baseline="0" dirty="0">
              <a:latin typeface="Segoe UI Semibold"/>
              <a:ea typeface="+mj-ea"/>
              <a:cs typeface="+mj-cs"/>
              <a:sym typeface="Segoe UI Semibold"/>
            </a:endParaRPr>
          </a:p>
        </p:txBody>
      </p:sp>
      <p:pic>
        <p:nvPicPr>
          <p:cNvPr id="4" name="Picture 3"/>
          <p:cNvPicPr>
            <a:picLocks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5339" cy="109703"/>
          </a:xfrm>
          <a:prstGeom prst="rect">
            <a:avLst/>
          </a:prstGeom>
        </p:spPr>
      </p:pic>
      <p:sp>
        <p:nvSpPr>
          <p:cNvPr id="11" name="Content Placeholder 5"/>
          <p:cNvSpPr>
            <a:spLocks noGrp="1"/>
          </p:cNvSpPr>
          <p:nvPr>
            <p:ph sz="quarter" idx="13"/>
          </p:nvPr>
        </p:nvSpPr>
        <p:spPr>
          <a:xfrm>
            <a:off x="6876000" y="548680"/>
            <a:ext cx="2520000" cy="576064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1"/>
          </p:nvPr>
        </p:nvSpPr>
        <p:spPr>
          <a:xfrm>
            <a:off x="540000" y="1700213"/>
            <a:ext cx="1800473" cy="1512887"/>
          </a:xfrm>
        </p:spPr>
        <p:txBody>
          <a:bodyPr/>
          <a:lstStyle>
            <a:lvl1pPr>
              <a:defRPr sz="1000"/>
            </a:lvl1pPr>
            <a:lvl2pPr>
              <a:defRPr sz="10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2"/>
          </p:nvPr>
        </p:nvSpPr>
        <p:spPr>
          <a:xfrm>
            <a:off x="2556000" y="1700808"/>
            <a:ext cx="1800473" cy="1512887"/>
          </a:xfrm>
        </p:spPr>
        <p:txBody>
          <a:bodyPr/>
          <a:lstStyle>
            <a:lvl1pPr>
              <a:defRPr sz="1000"/>
            </a:lvl1pPr>
            <a:lvl2pPr>
              <a:defRPr sz="10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10" name="Text Placeholder 4"/>
          <p:cNvSpPr>
            <a:spLocks noGrp="1"/>
          </p:cNvSpPr>
          <p:nvPr>
            <p:ph type="body" sz="quarter" idx="33"/>
          </p:nvPr>
        </p:nvSpPr>
        <p:spPr>
          <a:xfrm>
            <a:off x="4572000" y="1700808"/>
            <a:ext cx="1800473" cy="1512887"/>
          </a:xfrm>
        </p:spPr>
        <p:txBody>
          <a:bodyPr/>
          <a:lstStyle>
            <a:lvl1pPr>
              <a:defRPr sz="1000"/>
            </a:lvl1pPr>
            <a:lvl2pPr>
              <a:defRPr sz="10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13" name="Text Placeholder 4"/>
          <p:cNvSpPr>
            <a:spLocks noGrp="1"/>
          </p:cNvSpPr>
          <p:nvPr>
            <p:ph type="body" sz="quarter" idx="34"/>
          </p:nvPr>
        </p:nvSpPr>
        <p:spPr>
          <a:xfrm>
            <a:off x="540000" y="3428405"/>
            <a:ext cx="1800473" cy="1512887"/>
          </a:xfrm>
        </p:spPr>
        <p:txBody>
          <a:bodyPr/>
          <a:lstStyle>
            <a:lvl1pPr>
              <a:defRPr sz="1000"/>
            </a:lvl1pPr>
            <a:lvl2pPr>
              <a:defRPr sz="10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35"/>
          </p:nvPr>
        </p:nvSpPr>
        <p:spPr>
          <a:xfrm>
            <a:off x="2556000" y="3429000"/>
            <a:ext cx="1800473" cy="1512887"/>
          </a:xfrm>
        </p:spPr>
        <p:txBody>
          <a:bodyPr/>
          <a:lstStyle>
            <a:lvl1pPr>
              <a:defRPr sz="1000"/>
            </a:lvl1pPr>
            <a:lvl2pPr>
              <a:defRPr sz="10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15" name="Text Placeholder 4"/>
          <p:cNvSpPr>
            <a:spLocks noGrp="1"/>
          </p:cNvSpPr>
          <p:nvPr>
            <p:ph type="body" sz="quarter" idx="36"/>
          </p:nvPr>
        </p:nvSpPr>
        <p:spPr>
          <a:xfrm>
            <a:off x="4572000" y="3429000"/>
            <a:ext cx="1800473" cy="1512887"/>
          </a:xfrm>
        </p:spPr>
        <p:txBody>
          <a:bodyPr/>
          <a:lstStyle>
            <a:lvl1pPr>
              <a:defRPr sz="1000"/>
            </a:lvl1pPr>
            <a:lvl2pPr>
              <a:defRPr sz="10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6624000" y="548680"/>
            <a:ext cx="0" cy="5904656"/>
          </a:xfrm>
          <a:prstGeom prst="line">
            <a:avLst/>
          </a:prstGeom>
          <a:ln w="2540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 userDrawn="1"/>
        </p:nvSpPr>
        <p:spPr>
          <a:xfrm>
            <a:off x="8841432" y="6392361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E8856DA-B77A-4A94-8E84-45BF77D9376B}" type="slidenum">
              <a:rPr lang="en-AU" sz="1200" noProof="0" smtClean="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AU" sz="1200" noProof="0" dirty="0">
              <a:solidFill>
                <a:schemeClr val="accent3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F4480387-88A6-4400-B54D-4F79477713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504000"/>
            <a:ext cx="5832000" cy="504056"/>
          </a:xfrm>
        </p:spPr>
        <p:txBody>
          <a:bodyPr anchor="ctr" anchorCtr="0"/>
          <a:lstStyle>
            <a:lvl1pPr marL="0" marR="0" indent="0" algn="l" defTabSz="914349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/>
            </a:lvl1pPr>
          </a:lstStyle>
          <a:p>
            <a:pPr lvl="0"/>
            <a:r>
              <a:rPr lang="en-AU" noProof="0" dirty="0"/>
              <a:t>Governing thought</a:t>
            </a:r>
          </a:p>
        </p:txBody>
      </p:sp>
      <p:sp>
        <p:nvSpPr>
          <p:cNvPr id="20" name="Text Placeholder 10">
            <a:extLst>
              <a:ext uri="{FF2B5EF4-FFF2-40B4-BE49-F238E27FC236}">
                <a16:creationId xmlns:a16="http://schemas.microsoft.com/office/drawing/2014/main" id="{FC1EDAA2-A012-4033-AAEC-D978098E69E2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40000" y="1008000"/>
            <a:ext cx="5832000" cy="504056"/>
          </a:xfrm>
          <a:prstGeom prst="rect">
            <a:avLst/>
          </a:prstGeom>
        </p:spPr>
        <p:txBody>
          <a:bodyPr anchor="t"/>
          <a:lstStyle>
            <a:lvl1pPr>
              <a:lnSpc>
                <a:spcPct val="90000"/>
              </a:lnSpc>
              <a:defRPr sz="1800">
                <a:solidFill>
                  <a:schemeClr val="bg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  <a:lvl5pPr>
              <a:defRPr/>
            </a:lvl5pPr>
          </a:lstStyle>
          <a:p>
            <a:pPr lvl="0"/>
            <a:r>
              <a:rPr lang="en-AU" noProof="0" dirty="0"/>
              <a:t>Sub title</a:t>
            </a:r>
          </a:p>
        </p:txBody>
      </p:sp>
    </p:spTree>
    <p:extLst>
      <p:ext uri="{BB962C8B-B14F-4D97-AF65-F5344CB8AC3E}">
        <p14:creationId xmlns:p14="http://schemas.microsoft.com/office/powerpoint/2010/main" val="2588610106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 three row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847010009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250" name="think-cell Slide" r:id="rId5" imgW="270" imgH="270" progId="TCLayout.ActiveDocument.1">
                  <p:embed/>
                </p:oleObj>
              </mc:Choice>
              <mc:Fallback>
                <p:oleObj name="think-cell Slide" r:id="rId5" imgW="270" imgH="270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AU" sz="2800" b="0" i="0" baseline="0" dirty="0">
              <a:latin typeface="Segoe UI Semibold"/>
              <a:ea typeface="+mj-ea"/>
              <a:cs typeface="+mj-cs"/>
              <a:sym typeface="Segoe UI Semibold"/>
            </a:endParaRPr>
          </a:p>
        </p:txBody>
      </p:sp>
      <p:pic>
        <p:nvPicPr>
          <p:cNvPr id="4" name="Picture 3"/>
          <p:cNvPicPr>
            <a:picLocks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5339" cy="109703"/>
          </a:xfrm>
          <a:prstGeom prst="rect">
            <a:avLst/>
          </a:prstGeom>
        </p:spPr>
      </p:pic>
      <p:sp>
        <p:nvSpPr>
          <p:cNvPr id="5" name="Text Placeholder 4"/>
          <p:cNvSpPr>
            <a:spLocks noGrp="1"/>
          </p:cNvSpPr>
          <p:nvPr>
            <p:ph type="body" sz="quarter" idx="31"/>
          </p:nvPr>
        </p:nvSpPr>
        <p:spPr>
          <a:xfrm>
            <a:off x="3584848" y="1700213"/>
            <a:ext cx="2808000" cy="1440000"/>
          </a:xfrm>
        </p:spPr>
        <p:txBody>
          <a:bodyPr/>
          <a:lstStyle>
            <a:lvl1pPr>
              <a:defRPr sz="1000"/>
            </a:lvl1pPr>
            <a:lvl2pPr>
              <a:defRPr sz="10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13" name="Text Placeholder 4"/>
          <p:cNvSpPr>
            <a:spLocks noGrp="1"/>
          </p:cNvSpPr>
          <p:nvPr>
            <p:ph type="body" sz="quarter" idx="34"/>
          </p:nvPr>
        </p:nvSpPr>
        <p:spPr>
          <a:xfrm>
            <a:off x="3585121" y="3322190"/>
            <a:ext cx="2808000" cy="1440000"/>
          </a:xfrm>
        </p:spPr>
        <p:txBody>
          <a:bodyPr/>
          <a:lstStyle>
            <a:lvl1pPr>
              <a:defRPr sz="1000"/>
            </a:lvl1pPr>
            <a:lvl2pPr>
              <a:defRPr sz="10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2"/>
          </p:nvPr>
        </p:nvSpPr>
        <p:spPr>
          <a:xfrm>
            <a:off x="6609496" y="1700808"/>
            <a:ext cx="2808000" cy="1440000"/>
          </a:xfrm>
        </p:spPr>
        <p:txBody>
          <a:bodyPr/>
          <a:lstStyle>
            <a:lvl1pPr>
              <a:defRPr sz="1000"/>
            </a:lvl1pPr>
            <a:lvl2pPr>
              <a:defRPr sz="10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35"/>
          </p:nvPr>
        </p:nvSpPr>
        <p:spPr>
          <a:xfrm>
            <a:off x="6609496" y="3322785"/>
            <a:ext cx="2808000" cy="1440000"/>
          </a:xfrm>
        </p:spPr>
        <p:txBody>
          <a:bodyPr/>
          <a:lstStyle>
            <a:lvl1pPr>
              <a:defRPr sz="1000"/>
            </a:lvl1pPr>
            <a:lvl2pPr>
              <a:defRPr sz="10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16" name="Text Placeholder 4"/>
          <p:cNvSpPr>
            <a:spLocks noGrp="1"/>
          </p:cNvSpPr>
          <p:nvPr>
            <p:ph type="body" sz="quarter" idx="36"/>
          </p:nvPr>
        </p:nvSpPr>
        <p:spPr>
          <a:xfrm>
            <a:off x="3584801" y="4944167"/>
            <a:ext cx="2808000" cy="1440000"/>
          </a:xfrm>
        </p:spPr>
        <p:txBody>
          <a:bodyPr/>
          <a:lstStyle>
            <a:lvl1pPr>
              <a:defRPr sz="1000"/>
            </a:lvl1pPr>
            <a:lvl2pPr>
              <a:defRPr sz="10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17" name="Text Placeholder 4"/>
          <p:cNvSpPr>
            <a:spLocks noGrp="1"/>
          </p:cNvSpPr>
          <p:nvPr>
            <p:ph type="body" sz="quarter" idx="37"/>
          </p:nvPr>
        </p:nvSpPr>
        <p:spPr>
          <a:xfrm>
            <a:off x="6609176" y="4944762"/>
            <a:ext cx="2808000" cy="1440000"/>
          </a:xfrm>
        </p:spPr>
        <p:txBody>
          <a:bodyPr/>
          <a:lstStyle>
            <a:lvl1pPr>
              <a:defRPr sz="1000"/>
            </a:lvl1pPr>
            <a:lvl2pPr>
              <a:defRPr sz="10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15" name="TextBox 14"/>
          <p:cNvSpPr txBox="1"/>
          <p:nvPr userDrawn="1"/>
        </p:nvSpPr>
        <p:spPr>
          <a:xfrm>
            <a:off x="8841432" y="6392361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E8856DA-B77A-4A94-8E84-45BF77D9376B}" type="slidenum">
              <a:rPr lang="en-AU" sz="1200" noProof="0" smtClean="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AU" sz="1200" noProof="0" dirty="0">
              <a:solidFill>
                <a:schemeClr val="accent3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C5B082F3-2515-4BC9-B49B-A93442A9DF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84574" y="504000"/>
            <a:ext cx="5775426" cy="504056"/>
          </a:xfrm>
        </p:spPr>
        <p:txBody>
          <a:bodyPr anchor="ctr" anchorCtr="0"/>
          <a:lstStyle>
            <a:lvl1pPr marL="0" marR="0" indent="0" algn="l" defTabSz="914349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/>
            </a:lvl1pPr>
          </a:lstStyle>
          <a:p>
            <a:pPr lvl="0"/>
            <a:r>
              <a:rPr lang="en-AU" noProof="0" dirty="0"/>
              <a:t>Governing thought</a:t>
            </a:r>
          </a:p>
        </p:txBody>
      </p:sp>
      <p:sp>
        <p:nvSpPr>
          <p:cNvPr id="21" name="Text Placeholder 10">
            <a:extLst>
              <a:ext uri="{FF2B5EF4-FFF2-40B4-BE49-F238E27FC236}">
                <a16:creationId xmlns:a16="http://schemas.microsoft.com/office/drawing/2014/main" id="{CAB7F3DD-CE5D-4E26-AD58-2EA06FB0379D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584574" y="1008000"/>
            <a:ext cx="5775426" cy="504056"/>
          </a:xfrm>
          <a:prstGeom prst="rect">
            <a:avLst/>
          </a:prstGeom>
        </p:spPr>
        <p:txBody>
          <a:bodyPr anchor="t"/>
          <a:lstStyle>
            <a:lvl1pPr>
              <a:lnSpc>
                <a:spcPct val="90000"/>
              </a:lnSpc>
              <a:defRPr sz="1800">
                <a:solidFill>
                  <a:schemeClr val="bg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  <a:lvl5pPr>
              <a:defRPr/>
            </a:lvl5pPr>
          </a:lstStyle>
          <a:p>
            <a:pPr lvl="0"/>
            <a:r>
              <a:rPr lang="en-AU" noProof="0" dirty="0"/>
              <a:t>Sub title</a:t>
            </a:r>
          </a:p>
        </p:txBody>
      </p:sp>
      <p:sp>
        <p:nvSpPr>
          <p:cNvPr id="18" name="Content Placeholder 5"/>
          <p:cNvSpPr>
            <a:spLocks noGrp="1"/>
          </p:cNvSpPr>
          <p:nvPr>
            <p:ph sz="quarter" idx="13"/>
          </p:nvPr>
        </p:nvSpPr>
        <p:spPr>
          <a:xfrm>
            <a:off x="540000" y="548680"/>
            <a:ext cx="2520000" cy="5904656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cxnSp>
        <p:nvCxnSpPr>
          <p:cNvPr id="20" name="Straight Connector 19"/>
          <p:cNvCxnSpPr/>
          <p:nvPr userDrawn="1"/>
        </p:nvCxnSpPr>
        <p:spPr>
          <a:xfrm>
            <a:off x="3312000" y="548680"/>
            <a:ext cx="0" cy="5904656"/>
          </a:xfrm>
          <a:prstGeom prst="line">
            <a:avLst/>
          </a:prstGeom>
          <a:ln w="2540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63404712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 three rows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97827775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274" name="think-cell Slide" r:id="rId5" imgW="270" imgH="270" progId="TCLayout.ActiveDocument.1">
                  <p:embed/>
                </p:oleObj>
              </mc:Choice>
              <mc:Fallback>
                <p:oleObj name="think-cell Slide" r:id="rId5" imgW="270" imgH="270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AU" sz="2800" b="0" i="0" baseline="0" dirty="0">
              <a:latin typeface="Segoe UI Semibold"/>
              <a:ea typeface="+mj-ea"/>
              <a:cs typeface="+mj-cs"/>
              <a:sym typeface="Segoe UI Semibold"/>
            </a:endParaRPr>
          </a:p>
        </p:txBody>
      </p:sp>
      <p:pic>
        <p:nvPicPr>
          <p:cNvPr id="4" name="Picture 3"/>
          <p:cNvPicPr>
            <a:picLocks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5339" cy="109703"/>
          </a:xfrm>
          <a:prstGeom prst="rect">
            <a:avLst/>
          </a:prstGeom>
        </p:spPr>
      </p:pic>
      <p:sp>
        <p:nvSpPr>
          <p:cNvPr id="5" name="Text Placeholder 4"/>
          <p:cNvSpPr>
            <a:spLocks noGrp="1"/>
          </p:cNvSpPr>
          <p:nvPr>
            <p:ph type="body" sz="quarter" idx="31"/>
          </p:nvPr>
        </p:nvSpPr>
        <p:spPr>
          <a:xfrm>
            <a:off x="540000" y="1700213"/>
            <a:ext cx="2808000" cy="1440000"/>
          </a:xfrm>
        </p:spPr>
        <p:txBody>
          <a:bodyPr/>
          <a:lstStyle>
            <a:lvl1pPr>
              <a:defRPr sz="1000"/>
            </a:lvl1pPr>
            <a:lvl2pPr>
              <a:defRPr sz="10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2"/>
          </p:nvPr>
        </p:nvSpPr>
        <p:spPr>
          <a:xfrm>
            <a:off x="3564000" y="1700808"/>
            <a:ext cx="2808000" cy="1440000"/>
          </a:xfrm>
        </p:spPr>
        <p:txBody>
          <a:bodyPr/>
          <a:lstStyle>
            <a:lvl1pPr>
              <a:defRPr sz="1000"/>
            </a:lvl1pPr>
            <a:lvl2pPr>
              <a:defRPr sz="10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13" name="Text Placeholder 4"/>
          <p:cNvSpPr>
            <a:spLocks noGrp="1"/>
          </p:cNvSpPr>
          <p:nvPr>
            <p:ph type="body" sz="quarter" idx="34"/>
          </p:nvPr>
        </p:nvSpPr>
        <p:spPr>
          <a:xfrm>
            <a:off x="540000" y="3322190"/>
            <a:ext cx="2808000" cy="1440000"/>
          </a:xfrm>
        </p:spPr>
        <p:txBody>
          <a:bodyPr/>
          <a:lstStyle>
            <a:lvl1pPr>
              <a:defRPr sz="1000"/>
            </a:lvl1pPr>
            <a:lvl2pPr>
              <a:defRPr sz="10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35"/>
          </p:nvPr>
        </p:nvSpPr>
        <p:spPr>
          <a:xfrm>
            <a:off x="3564000" y="3322785"/>
            <a:ext cx="2808000" cy="1440000"/>
          </a:xfrm>
        </p:spPr>
        <p:txBody>
          <a:bodyPr/>
          <a:lstStyle>
            <a:lvl1pPr>
              <a:defRPr sz="1000"/>
            </a:lvl1pPr>
            <a:lvl2pPr>
              <a:defRPr sz="10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16" name="Text Placeholder 4"/>
          <p:cNvSpPr>
            <a:spLocks noGrp="1"/>
          </p:cNvSpPr>
          <p:nvPr>
            <p:ph type="body" sz="quarter" idx="36"/>
          </p:nvPr>
        </p:nvSpPr>
        <p:spPr>
          <a:xfrm>
            <a:off x="540000" y="4944167"/>
            <a:ext cx="2808000" cy="1440000"/>
          </a:xfrm>
        </p:spPr>
        <p:txBody>
          <a:bodyPr/>
          <a:lstStyle>
            <a:lvl1pPr>
              <a:defRPr sz="1000"/>
            </a:lvl1pPr>
            <a:lvl2pPr>
              <a:defRPr sz="10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17" name="Text Placeholder 4"/>
          <p:cNvSpPr>
            <a:spLocks noGrp="1"/>
          </p:cNvSpPr>
          <p:nvPr>
            <p:ph type="body" sz="quarter" idx="37"/>
          </p:nvPr>
        </p:nvSpPr>
        <p:spPr>
          <a:xfrm>
            <a:off x="3564000" y="4944762"/>
            <a:ext cx="2808000" cy="1440000"/>
          </a:xfrm>
        </p:spPr>
        <p:txBody>
          <a:bodyPr/>
          <a:lstStyle>
            <a:lvl1pPr>
              <a:defRPr sz="1000"/>
            </a:lvl1pPr>
            <a:lvl2pPr>
              <a:defRPr sz="10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75A645FB-7354-4CFA-B102-90F9DC3813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504000"/>
            <a:ext cx="5832000" cy="504056"/>
          </a:xfrm>
        </p:spPr>
        <p:txBody>
          <a:bodyPr anchor="ctr" anchorCtr="0"/>
          <a:lstStyle>
            <a:lvl1pPr marL="0" marR="0" indent="0" algn="l" defTabSz="914349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/>
            </a:lvl1pPr>
          </a:lstStyle>
          <a:p>
            <a:pPr lvl="0"/>
            <a:r>
              <a:rPr lang="en-AU" noProof="0" dirty="0"/>
              <a:t>Governing thought</a:t>
            </a:r>
          </a:p>
        </p:txBody>
      </p:sp>
      <p:sp>
        <p:nvSpPr>
          <p:cNvPr id="21" name="Text Placeholder 10">
            <a:extLst>
              <a:ext uri="{FF2B5EF4-FFF2-40B4-BE49-F238E27FC236}">
                <a16:creationId xmlns:a16="http://schemas.microsoft.com/office/drawing/2014/main" id="{6E3C8706-4623-4565-AA17-AECB38C803F5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40000" y="1008000"/>
            <a:ext cx="5832000" cy="504056"/>
          </a:xfrm>
          <a:prstGeom prst="rect">
            <a:avLst/>
          </a:prstGeom>
        </p:spPr>
        <p:txBody>
          <a:bodyPr anchor="t"/>
          <a:lstStyle>
            <a:lvl1pPr>
              <a:lnSpc>
                <a:spcPct val="90000"/>
              </a:lnSpc>
              <a:defRPr sz="1800">
                <a:solidFill>
                  <a:schemeClr val="bg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  <a:lvl5pPr>
              <a:defRPr/>
            </a:lvl5pPr>
          </a:lstStyle>
          <a:p>
            <a:pPr lvl="0"/>
            <a:r>
              <a:rPr lang="en-AU" noProof="0" dirty="0"/>
              <a:t>Sub title</a:t>
            </a:r>
          </a:p>
        </p:txBody>
      </p:sp>
      <p:sp>
        <p:nvSpPr>
          <p:cNvPr id="18" name="Content Placeholder 5"/>
          <p:cNvSpPr>
            <a:spLocks noGrp="1"/>
          </p:cNvSpPr>
          <p:nvPr>
            <p:ph sz="quarter" idx="13"/>
          </p:nvPr>
        </p:nvSpPr>
        <p:spPr>
          <a:xfrm>
            <a:off x="6876000" y="548680"/>
            <a:ext cx="2520000" cy="5843681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cxnSp>
        <p:nvCxnSpPr>
          <p:cNvPr id="20" name="Straight Connector 19"/>
          <p:cNvCxnSpPr/>
          <p:nvPr userDrawn="1"/>
        </p:nvCxnSpPr>
        <p:spPr>
          <a:xfrm>
            <a:off x="6624000" y="548680"/>
            <a:ext cx="0" cy="5904656"/>
          </a:xfrm>
          <a:prstGeom prst="line">
            <a:avLst/>
          </a:prstGeom>
          <a:ln w="2540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 userDrawn="1"/>
        </p:nvSpPr>
        <p:spPr>
          <a:xfrm>
            <a:off x="8841432" y="6392361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E8856DA-B77A-4A94-8E84-45BF77D9376B}" type="slidenum">
              <a:rPr lang="en-AU" sz="1200" noProof="0" smtClean="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AU" sz="1200" noProof="0" dirty="0">
              <a:solidFill>
                <a:schemeClr val="accent3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9226041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s three row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5339" cy="109703"/>
          </a:xfrm>
          <a:prstGeom prst="rect">
            <a:avLst/>
          </a:prstGeom>
        </p:spPr>
      </p:pic>
      <p:sp>
        <p:nvSpPr>
          <p:cNvPr id="15" name="Text Placeholder 4"/>
          <p:cNvSpPr>
            <a:spLocks noGrp="1"/>
          </p:cNvSpPr>
          <p:nvPr>
            <p:ph type="body" sz="quarter" idx="38"/>
          </p:nvPr>
        </p:nvSpPr>
        <p:spPr>
          <a:xfrm>
            <a:off x="540000" y="1700808"/>
            <a:ext cx="2808000" cy="1440000"/>
          </a:xfrm>
        </p:spPr>
        <p:txBody>
          <a:bodyPr/>
          <a:lstStyle>
            <a:lvl1pPr>
              <a:defRPr sz="1000"/>
            </a:lvl1pPr>
            <a:lvl2pPr>
              <a:defRPr sz="10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8" name="Text Placeholder 4"/>
          <p:cNvSpPr>
            <a:spLocks noGrp="1"/>
          </p:cNvSpPr>
          <p:nvPr>
            <p:ph type="body" sz="quarter" idx="39"/>
          </p:nvPr>
        </p:nvSpPr>
        <p:spPr>
          <a:xfrm>
            <a:off x="540000" y="3280404"/>
            <a:ext cx="2808000" cy="1440000"/>
          </a:xfrm>
        </p:spPr>
        <p:txBody>
          <a:bodyPr/>
          <a:lstStyle>
            <a:lvl1pPr>
              <a:defRPr sz="1000"/>
            </a:lvl1pPr>
            <a:lvl2pPr>
              <a:defRPr sz="10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9" name="Text Placeholder 4"/>
          <p:cNvSpPr>
            <a:spLocks noGrp="1"/>
          </p:cNvSpPr>
          <p:nvPr>
            <p:ph type="body" sz="quarter" idx="40"/>
          </p:nvPr>
        </p:nvSpPr>
        <p:spPr>
          <a:xfrm>
            <a:off x="540000" y="4860000"/>
            <a:ext cx="2808000" cy="1440000"/>
          </a:xfrm>
        </p:spPr>
        <p:txBody>
          <a:bodyPr/>
          <a:lstStyle>
            <a:lvl1pPr>
              <a:defRPr sz="1000"/>
            </a:lvl1pPr>
            <a:lvl2pPr>
              <a:defRPr sz="10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0" name="TextBox 19"/>
          <p:cNvSpPr txBox="1"/>
          <p:nvPr userDrawn="1"/>
        </p:nvSpPr>
        <p:spPr>
          <a:xfrm>
            <a:off x="8841432" y="6392361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E8856DA-B77A-4A94-8E84-45BF77D9376B}" type="slidenum">
              <a:rPr lang="en-AU" sz="1200" noProof="0" smtClean="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AU" sz="1200" noProof="0" dirty="0">
              <a:solidFill>
                <a:schemeClr val="accent3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1B4E545C-8B16-4B92-8AF7-E5E84C0482A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504000"/>
            <a:ext cx="8820000" cy="504056"/>
          </a:xfrm>
        </p:spPr>
        <p:txBody>
          <a:bodyPr anchor="ctr" anchorCtr="0"/>
          <a:lstStyle>
            <a:lvl1pPr marL="0" marR="0" indent="0" algn="l" defTabSz="914349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/>
            </a:lvl1pPr>
          </a:lstStyle>
          <a:p>
            <a:pPr lvl="0"/>
            <a:r>
              <a:rPr lang="en-AU" noProof="0" dirty="0"/>
              <a:t>Governing thought</a:t>
            </a:r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DD764B80-78FB-43C9-895B-1F4FF3FACB03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40000" y="1008000"/>
            <a:ext cx="8820000" cy="504056"/>
          </a:xfrm>
          <a:prstGeom prst="rect">
            <a:avLst/>
          </a:prstGeom>
        </p:spPr>
        <p:txBody>
          <a:bodyPr anchor="t"/>
          <a:lstStyle>
            <a:lvl1pPr>
              <a:lnSpc>
                <a:spcPct val="90000"/>
              </a:lnSpc>
              <a:defRPr sz="1800">
                <a:solidFill>
                  <a:schemeClr val="bg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  <a:lvl5pPr>
              <a:defRPr/>
            </a:lvl5pPr>
          </a:lstStyle>
          <a:p>
            <a:pPr lvl="0"/>
            <a:r>
              <a:rPr lang="en-AU" noProof="0" dirty="0"/>
              <a:t>Sub title</a:t>
            </a:r>
          </a:p>
        </p:txBody>
      </p:sp>
      <p:sp>
        <p:nvSpPr>
          <p:cNvPr id="26" name="Text Placeholder 4"/>
          <p:cNvSpPr>
            <a:spLocks noGrp="1"/>
          </p:cNvSpPr>
          <p:nvPr>
            <p:ph type="body" sz="quarter" idx="41"/>
          </p:nvPr>
        </p:nvSpPr>
        <p:spPr>
          <a:xfrm>
            <a:off x="6552000" y="1700808"/>
            <a:ext cx="2808000" cy="1440000"/>
          </a:xfrm>
        </p:spPr>
        <p:txBody>
          <a:bodyPr/>
          <a:lstStyle>
            <a:lvl1pPr>
              <a:defRPr sz="1000"/>
            </a:lvl1pPr>
            <a:lvl2pPr>
              <a:defRPr sz="10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7" name="Text Placeholder 4"/>
          <p:cNvSpPr>
            <a:spLocks noGrp="1"/>
          </p:cNvSpPr>
          <p:nvPr>
            <p:ph type="body" sz="quarter" idx="42"/>
          </p:nvPr>
        </p:nvSpPr>
        <p:spPr>
          <a:xfrm>
            <a:off x="6552000" y="3280404"/>
            <a:ext cx="2808000" cy="1440000"/>
          </a:xfrm>
        </p:spPr>
        <p:txBody>
          <a:bodyPr/>
          <a:lstStyle>
            <a:lvl1pPr>
              <a:defRPr sz="1000"/>
            </a:lvl1pPr>
            <a:lvl2pPr>
              <a:defRPr sz="10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8" name="Text Placeholder 4"/>
          <p:cNvSpPr>
            <a:spLocks noGrp="1"/>
          </p:cNvSpPr>
          <p:nvPr>
            <p:ph type="body" sz="quarter" idx="43"/>
          </p:nvPr>
        </p:nvSpPr>
        <p:spPr>
          <a:xfrm>
            <a:off x="6552000" y="4860000"/>
            <a:ext cx="2808000" cy="1440000"/>
          </a:xfrm>
        </p:spPr>
        <p:txBody>
          <a:bodyPr/>
          <a:lstStyle>
            <a:lvl1pPr>
              <a:defRPr sz="1000"/>
            </a:lvl1pPr>
            <a:lvl2pPr>
              <a:defRPr sz="10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9" name="Text Placeholder 4"/>
          <p:cNvSpPr>
            <a:spLocks noGrp="1"/>
          </p:cNvSpPr>
          <p:nvPr>
            <p:ph type="body" sz="quarter" idx="44"/>
          </p:nvPr>
        </p:nvSpPr>
        <p:spPr>
          <a:xfrm>
            <a:off x="3548669" y="1700808"/>
            <a:ext cx="2808000" cy="1440000"/>
          </a:xfrm>
        </p:spPr>
        <p:txBody>
          <a:bodyPr/>
          <a:lstStyle>
            <a:lvl1pPr>
              <a:defRPr sz="1000"/>
            </a:lvl1pPr>
            <a:lvl2pPr>
              <a:defRPr sz="10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0" name="Text Placeholder 4"/>
          <p:cNvSpPr>
            <a:spLocks noGrp="1"/>
          </p:cNvSpPr>
          <p:nvPr>
            <p:ph type="body" sz="quarter" idx="45"/>
          </p:nvPr>
        </p:nvSpPr>
        <p:spPr>
          <a:xfrm>
            <a:off x="3548669" y="3280404"/>
            <a:ext cx="2808000" cy="1440000"/>
          </a:xfrm>
        </p:spPr>
        <p:txBody>
          <a:bodyPr/>
          <a:lstStyle>
            <a:lvl1pPr>
              <a:defRPr sz="1000"/>
            </a:lvl1pPr>
            <a:lvl2pPr>
              <a:defRPr sz="10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1" name="Text Placeholder 4"/>
          <p:cNvSpPr>
            <a:spLocks noGrp="1"/>
          </p:cNvSpPr>
          <p:nvPr>
            <p:ph type="body" sz="quarter" idx="46"/>
          </p:nvPr>
        </p:nvSpPr>
        <p:spPr>
          <a:xfrm>
            <a:off x="3548669" y="4860000"/>
            <a:ext cx="2808000" cy="1440000"/>
          </a:xfrm>
        </p:spPr>
        <p:txBody>
          <a:bodyPr/>
          <a:lstStyle>
            <a:lvl1pPr>
              <a:defRPr sz="1000"/>
            </a:lvl1pPr>
            <a:lvl2pPr>
              <a:defRPr sz="10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445663086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harts/insigh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5339" cy="109703"/>
          </a:xfrm>
          <a:prstGeom prst="rect">
            <a:avLst/>
          </a:prstGeom>
        </p:spPr>
      </p:pic>
      <p:sp>
        <p:nvSpPr>
          <p:cNvPr id="6" name="Content Placeholder 5"/>
          <p:cNvSpPr>
            <a:spLocks noGrp="1"/>
          </p:cNvSpPr>
          <p:nvPr>
            <p:ph sz="quarter" idx="11"/>
          </p:nvPr>
        </p:nvSpPr>
        <p:spPr>
          <a:xfrm>
            <a:off x="540000" y="1341438"/>
            <a:ext cx="4248596" cy="23749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10" name="Content Placeholder 5"/>
          <p:cNvSpPr>
            <a:spLocks noGrp="1"/>
          </p:cNvSpPr>
          <p:nvPr>
            <p:ph sz="quarter" idx="12"/>
          </p:nvPr>
        </p:nvSpPr>
        <p:spPr>
          <a:xfrm>
            <a:off x="5112000" y="1340768"/>
            <a:ext cx="4248596" cy="23749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11" name="Content Placeholder 5"/>
          <p:cNvSpPr>
            <a:spLocks noGrp="1"/>
          </p:cNvSpPr>
          <p:nvPr>
            <p:ph sz="quarter" idx="13"/>
          </p:nvPr>
        </p:nvSpPr>
        <p:spPr>
          <a:xfrm>
            <a:off x="540000" y="3864518"/>
            <a:ext cx="4248596" cy="23749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12" name="Content Placeholder 5"/>
          <p:cNvSpPr>
            <a:spLocks noGrp="1"/>
          </p:cNvSpPr>
          <p:nvPr>
            <p:ph sz="quarter" idx="14"/>
          </p:nvPr>
        </p:nvSpPr>
        <p:spPr>
          <a:xfrm>
            <a:off x="5112000" y="3863154"/>
            <a:ext cx="4248596" cy="23749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8841432" y="6392361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E8856DA-B77A-4A94-8E84-45BF77D9376B}" type="slidenum">
              <a:rPr lang="en-AU" sz="1200" noProof="0" smtClean="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AU" sz="1200" noProof="0" dirty="0">
              <a:solidFill>
                <a:schemeClr val="accent3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F4F37BC3-86E4-4EE9-9184-D080958869A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504000"/>
            <a:ext cx="8820000" cy="504056"/>
          </a:xfrm>
        </p:spPr>
        <p:txBody>
          <a:bodyPr anchor="ctr" anchorCtr="0"/>
          <a:lstStyle>
            <a:lvl1pPr marL="0" marR="0" indent="0" algn="l" defTabSz="914349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/>
            </a:lvl1pPr>
          </a:lstStyle>
          <a:p>
            <a:pPr lvl="0"/>
            <a:r>
              <a:rPr lang="en-AU" noProof="0" dirty="0"/>
              <a:t>Governing thought</a:t>
            </a:r>
          </a:p>
        </p:txBody>
      </p:sp>
    </p:spTree>
    <p:extLst>
      <p:ext uri="{BB962C8B-B14F-4D97-AF65-F5344CB8AC3E}">
        <p14:creationId xmlns:p14="http://schemas.microsoft.com/office/powerpoint/2010/main" val="3884767663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harts/insights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5339" cy="109703"/>
          </a:xfrm>
          <a:prstGeom prst="rect">
            <a:avLst/>
          </a:prstGeom>
        </p:spPr>
      </p:pic>
      <p:sp>
        <p:nvSpPr>
          <p:cNvPr id="6" name="Content Placeholder 5"/>
          <p:cNvSpPr>
            <a:spLocks noGrp="1"/>
          </p:cNvSpPr>
          <p:nvPr>
            <p:ph sz="quarter" idx="11"/>
          </p:nvPr>
        </p:nvSpPr>
        <p:spPr>
          <a:xfrm>
            <a:off x="540000" y="1341438"/>
            <a:ext cx="4248596" cy="23749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10" name="Content Placeholder 5"/>
          <p:cNvSpPr>
            <a:spLocks noGrp="1"/>
          </p:cNvSpPr>
          <p:nvPr>
            <p:ph sz="quarter" idx="12"/>
          </p:nvPr>
        </p:nvSpPr>
        <p:spPr>
          <a:xfrm>
            <a:off x="5112000" y="1340768"/>
            <a:ext cx="4248596" cy="2374900"/>
          </a:xfrm>
          <a:solidFill>
            <a:schemeClr val="bg2"/>
          </a:solidFill>
        </p:spPr>
        <p:txBody>
          <a:bodyPr lIns="144000" tIns="108000" rIns="144000" bIns="108000"/>
          <a:lstStyle>
            <a:lvl1pP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11" name="Content Placeholder 5"/>
          <p:cNvSpPr>
            <a:spLocks noGrp="1"/>
          </p:cNvSpPr>
          <p:nvPr>
            <p:ph sz="quarter" idx="13"/>
          </p:nvPr>
        </p:nvSpPr>
        <p:spPr>
          <a:xfrm>
            <a:off x="540000" y="3865882"/>
            <a:ext cx="4248596" cy="23749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12" name="Content Placeholder 5"/>
          <p:cNvSpPr>
            <a:spLocks noGrp="1"/>
          </p:cNvSpPr>
          <p:nvPr>
            <p:ph sz="quarter" idx="14"/>
          </p:nvPr>
        </p:nvSpPr>
        <p:spPr>
          <a:xfrm>
            <a:off x="5112000" y="3864518"/>
            <a:ext cx="4248596" cy="2374900"/>
          </a:xfrm>
          <a:solidFill>
            <a:schemeClr val="bg2"/>
          </a:solidFill>
        </p:spPr>
        <p:txBody>
          <a:bodyPr lIns="144000" tIns="108000" rIns="144000" bIns="108000"/>
          <a:lstStyle>
            <a:lvl1pP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8841432" y="6392361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E8856DA-B77A-4A94-8E84-45BF77D9376B}" type="slidenum">
              <a:rPr lang="en-AU" sz="1200" noProof="0" smtClean="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AU" sz="1200" noProof="0" dirty="0">
              <a:solidFill>
                <a:schemeClr val="accent3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EF3A15C6-EFE5-4BAA-AFE8-A70A7FBBBD8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504000"/>
            <a:ext cx="8820000" cy="504056"/>
          </a:xfrm>
        </p:spPr>
        <p:txBody>
          <a:bodyPr anchor="ctr" anchorCtr="0"/>
          <a:lstStyle>
            <a:lvl1pPr marL="0" marR="0" indent="0" algn="l" defTabSz="914349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/>
            </a:lvl1pPr>
          </a:lstStyle>
          <a:p>
            <a:pPr lvl="0"/>
            <a:r>
              <a:rPr lang="en-AU" noProof="0" dirty="0"/>
              <a:t>Governing thought</a:t>
            </a:r>
          </a:p>
        </p:txBody>
      </p:sp>
    </p:spTree>
    <p:extLst>
      <p:ext uri="{BB962C8B-B14F-4D97-AF65-F5344CB8AC3E}">
        <p14:creationId xmlns:p14="http://schemas.microsoft.com/office/powerpoint/2010/main" val="3191301459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harts/insights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5339" cy="109703"/>
          </a:xfrm>
          <a:prstGeom prst="rect">
            <a:avLst/>
          </a:prstGeom>
        </p:spPr>
      </p:pic>
      <p:sp>
        <p:nvSpPr>
          <p:cNvPr id="6" name="Content Placeholder 5"/>
          <p:cNvSpPr>
            <a:spLocks noGrp="1"/>
          </p:cNvSpPr>
          <p:nvPr>
            <p:ph sz="quarter" idx="11"/>
          </p:nvPr>
        </p:nvSpPr>
        <p:spPr>
          <a:xfrm>
            <a:off x="540000" y="1341438"/>
            <a:ext cx="4248596" cy="23749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10" name="Content Placeholder 5"/>
          <p:cNvSpPr>
            <a:spLocks noGrp="1"/>
          </p:cNvSpPr>
          <p:nvPr>
            <p:ph sz="quarter" idx="12"/>
          </p:nvPr>
        </p:nvSpPr>
        <p:spPr>
          <a:xfrm>
            <a:off x="5112000" y="1340768"/>
            <a:ext cx="4248596" cy="2374900"/>
          </a:xfrm>
          <a:solidFill>
            <a:schemeClr val="accent5"/>
          </a:solidFill>
        </p:spPr>
        <p:txBody>
          <a:bodyPr lIns="144000" tIns="108000" rIns="144000" bIns="108000"/>
          <a:lstStyle>
            <a:lvl1pPr>
              <a:defRPr>
                <a:solidFill>
                  <a:schemeClr val="bg2"/>
                </a:solidFill>
              </a:defRPr>
            </a:lvl1pPr>
            <a:lvl2pPr>
              <a:buClr>
                <a:schemeClr val="bg2"/>
              </a:buClr>
              <a:defRPr>
                <a:solidFill>
                  <a:schemeClr val="bg2"/>
                </a:solidFill>
              </a:defRPr>
            </a:lvl2pPr>
            <a:lvl3pPr>
              <a:buClr>
                <a:schemeClr val="bg2"/>
              </a:buClr>
              <a:defRPr>
                <a:solidFill>
                  <a:schemeClr val="bg2"/>
                </a:solidFill>
              </a:defRPr>
            </a:lvl3pPr>
            <a:lvl4pPr>
              <a:buClr>
                <a:schemeClr val="bg2"/>
              </a:buClr>
              <a:defRPr>
                <a:solidFill>
                  <a:schemeClr val="bg2"/>
                </a:solidFill>
              </a:defRPr>
            </a:lvl4pPr>
            <a:lvl5pPr>
              <a:buClr>
                <a:schemeClr val="bg2"/>
              </a:buCl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11" name="Content Placeholder 5"/>
          <p:cNvSpPr>
            <a:spLocks noGrp="1"/>
          </p:cNvSpPr>
          <p:nvPr>
            <p:ph sz="quarter" idx="13"/>
          </p:nvPr>
        </p:nvSpPr>
        <p:spPr>
          <a:xfrm>
            <a:off x="540000" y="3867246"/>
            <a:ext cx="4248596" cy="23749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12" name="Content Placeholder 5"/>
          <p:cNvSpPr>
            <a:spLocks noGrp="1"/>
          </p:cNvSpPr>
          <p:nvPr>
            <p:ph sz="quarter" idx="14"/>
          </p:nvPr>
        </p:nvSpPr>
        <p:spPr>
          <a:xfrm>
            <a:off x="5112000" y="3865882"/>
            <a:ext cx="4248596" cy="2374900"/>
          </a:xfrm>
          <a:solidFill>
            <a:schemeClr val="accent5"/>
          </a:solidFill>
        </p:spPr>
        <p:txBody>
          <a:bodyPr lIns="144000" tIns="108000" rIns="144000" bIns="108000"/>
          <a:lstStyle>
            <a:lvl1pPr>
              <a:defRPr>
                <a:solidFill>
                  <a:schemeClr val="bg2"/>
                </a:solidFill>
              </a:defRPr>
            </a:lvl1pPr>
            <a:lvl2pPr>
              <a:buClr>
                <a:schemeClr val="bg2"/>
              </a:buClr>
              <a:defRPr>
                <a:solidFill>
                  <a:schemeClr val="bg2"/>
                </a:solidFill>
              </a:defRPr>
            </a:lvl2pPr>
            <a:lvl3pPr>
              <a:buClr>
                <a:schemeClr val="bg2"/>
              </a:buClr>
              <a:defRPr>
                <a:solidFill>
                  <a:schemeClr val="bg2"/>
                </a:solidFill>
              </a:defRPr>
            </a:lvl3pPr>
            <a:lvl4pPr>
              <a:buClr>
                <a:schemeClr val="bg2"/>
              </a:buClr>
              <a:defRPr>
                <a:solidFill>
                  <a:schemeClr val="bg2"/>
                </a:solidFill>
              </a:defRPr>
            </a:lvl4pPr>
            <a:lvl5pPr>
              <a:buClr>
                <a:schemeClr val="bg2"/>
              </a:buCl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8841432" y="6392361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E8856DA-B77A-4A94-8E84-45BF77D9376B}" type="slidenum">
              <a:rPr lang="en-AU" sz="1200" noProof="0" smtClean="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AU" sz="1200" noProof="0" dirty="0">
              <a:solidFill>
                <a:schemeClr val="accent3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7B0863C4-8A1F-4F37-B2BA-622825CC018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504000"/>
            <a:ext cx="8820000" cy="504056"/>
          </a:xfrm>
        </p:spPr>
        <p:txBody>
          <a:bodyPr anchor="ctr" anchorCtr="0"/>
          <a:lstStyle>
            <a:lvl1pPr marL="0" marR="0" indent="0" algn="l" defTabSz="914349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/>
            </a:lvl1pPr>
          </a:lstStyle>
          <a:p>
            <a:pPr lvl="0"/>
            <a:r>
              <a:rPr lang="en-AU" noProof="0" dirty="0"/>
              <a:t>Governing thought</a:t>
            </a:r>
          </a:p>
        </p:txBody>
      </p:sp>
    </p:spTree>
    <p:extLst>
      <p:ext uri="{BB962C8B-B14F-4D97-AF65-F5344CB8AC3E}">
        <p14:creationId xmlns:p14="http://schemas.microsoft.com/office/powerpoint/2010/main" val="3803997753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out No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 userDrawn="1"/>
        </p:nvSpPr>
        <p:spPr>
          <a:xfrm>
            <a:off x="1424608" y="3430741"/>
            <a:ext cx="7056784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1600" noProof="0" dirty="0">
                <a:latin typeface="Segoe UI Semilight" panose="020B0402040204020203" pitchFamily="34" charset="0"/>
                <a:cs typeface="Segoe UI Semilight" panose="020B0402040204020203" pitchFamily="34" charset="0"/>
              </a:rPr>
              <a:t>Nous is the largest Australian-founded management consulting</a:t>
            </a:r>
            <a:br>
              <a:rPr lang="en-AU" sz="1600" noProof="0" dirty="0">
                <a:latin typeface="Segoe UI Semilight" panose="020B0402040204020203" pitchFamily="34" charset="0"/>
                <a:cs typeface="Segoe UI Semilight" panose="020B0402040204020203" pitchFamily="34" charset="0"/>
              </a:rPr>
            </a:br>
            <a:r>
              <a:rPr lang="en-AU" sz="1600" noProof="0" dirty="0">
                <a:latin typeface="Segoe UI Semilight" panose="020B0402040204020203" pitchFamily="34" charset="0"/>
                <a:cs typeface="Segoe UI Semilight" panose="020B0402040204020203" pitchFamily="34" charset="0"/>
              </a:rPr>
              <a:t>firm with over 400 staff across Australia and the UK. </a:t>
            </a:r>
          </a:p>
        </p:txBody>
      </p:sp>
      <p:pic>
        <p:nvPicPr>
          <p:cNvPr id="19" name="Picture 1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2780" y="1122417"/>
            <a:ext cx="3960440" cy="1082447"/>
          </a:xfrm>
          <a:prstGeom prst="rect">
            <a:avLst/>
          </a:prstGeom>
        </p:spPr>
      </p:pic>
      <p:cxnSp>
        <p:nvCxnSpPr>
          <p:cNvPr id="20" name="Straight Connector 19"/>
          <p:cNvCxnSpPr/>
          <p:nvPr userDrawn="1"/>
        </p:nvCxnSpPr>
        <p:spPr>
          <a:xfrm>
            <a:off x="1867694" y="3165288"/>
            <a:ext cx="6170612" cy="0"/>
          </a:xfrm>
          <a:prstGeom prst="line">
            <a:avLst/>
          </a:prstGeom>
          <a:ln w="19050" cap="rnd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 userDrawn="1"/>
        </p:nvSpPr>
        <p:spPr>
          <a:xfrm>
            <a:off x="4157430" y="2961572"/>
            <a:ext cx="159114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AU" sz="1800" noProof="0">
                <a:solidFill>
                  <a:schemeClr val="bg2"/>
                </a:solidFill>
                <a:latin typeface="Segoe UI Semibold" panose="020B0702040204020203" pitchFamily="34" charset="0"/>
              </a:rPr>
              <a:t>About Nous</a:t>
            </a:r>
          </a:p>
        </p:txBody>
      </p:sp>
      <p:sp>
        <p:nvSpPr>
          <p:cNvPr id="14" name="Rectangle 13"/>
          <p:cNvSpPr/>
          <p:nvPr userDrawn="1"/>
        </p:nvSpPr>
        <p:spPr>
          <a:xfrm>
            <a:off x="0" y="4602630"/>
            <a:ext cx="9906001" cy="1644281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5" name="Rectangle 14"/>
          <p:cNvSpPr/>
          <p:nvPr userDrawn="1"/>
        </p:nvSpPr>
        <p:spPr>
          <a:xfrm>
            <a:off x="504000" y="4947717"/>
            <a:ext cx="2645008" cy="954107"/>
          </a:xfrm>
          <a:prstGeom prst="rect">
            <a:avLst/>
          </a:prstGeom>
        </p:spPr>
        <p:txBody>
          <a:bodyPr wrap="square" lIns="0">
            <a:spAutoFit/>
          </a:bodyPr>
          <a:lstStyle/>
          <a:p>
            <a:r>
              <a:rPr lang="en-AU" sz="1400" dirty="0">
                <a:solidFill>
                  <a:schemeClr val="bg1"/>
                </a:solidFill>
                <a:latin typeface="Segoe UI Semibold" panose="020B0702040204020203" pitchFamily="34" charset="0"/>
                <a:cs typeface="Segoe UI Semilight" panose="020B0402040204020203" pitchFamily="34" charset="0"/>
              </a:rPr>
              <a:t>We partner with leaders to shape world-class businesses, effective government</a:t>
            </a:r>
            <a:r>
              <a:rPr lang="en-AU" sz="1400" baseline="0" dirty="0">
                <a:solidFill>
                  <a:schemeClr val="bg1"/>
                </a:solidFill>
                <a:latin typeface="Segoe UI Semibold" panose="020B0702040204020203" pitchFamily="34" charset="0"/>
                <a:cs typeface="Segoe UI Semilight" panose="020B0402040204020203" pitchFamily="34" charset="0"/>
              </a:rPr>
              <a:t> </a:t>
            </a:r>
            <a:r>
              <a:rPr lang="en-AU" sz="1400" dirty="0">
                <a:solidFill>
                  <a:schemeClr val="bg1"/>
                </a:solidFill>
                <a:latin typeface="Segoe UI Semibold" panose="020B0702040204020203" pitchFamily="34" charset="0"/>
                <a:cs typeface="Segoe UI Semilight" panose="020B0402040204020203" pitchFamily="34" charset="0"/>
              </a:rPr>
              <a:t>and empowered communities. 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269EDB1-31CC-4A83-9613-FF8316181ADB}"/>
              </a:ext>
            </a:extLst>
          </p:cNvPr>
          <p:cNvSpPr/>
          <p:nvPr userDrawn="1"/>
        </p:nvSpPr>
        <p:spPr>
          <a:xfrm>
            <a:off x="3036007" y="5662901"/>
            <a:ext cx="1867713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en-AU" sz="1200" b="0" dirty="0">
                <a:solidFill>
                  <a:schemeClr val="bg1"/>
                </a:solidFill>
                <a:latin typeface="Segoe UI Semibold" panose="020B0702040204020203" pitchFamily="34" charset="0"/>
                <a:ea typeface="Segoe UI" panose="020B0502040204020203" pitchFamily="34" charset="0"/>
                <a:cs typeface="Segoe UI Semibold" panose="020B0702040204020203" pitchFamily="34" charset="0"/>
              </a:rPr>
              <a:t>PEOPLE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E07584E-FC48-4B0D-AAD8-E9810407E438}"/>
              </a:ext>
            </a:extLst>
          </p:cNvPr>
          <p:cNvSpPr/>
          <p:nvPr userDrawn="1"/>
        </p:nvSpPr>
        <p:spPr>
          <a:xfrm>
            <a:off x="4718402" y="5662901"/>
            <a:ext cx="1674758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en-AU" sz="1200" b="0" dirty="0">
                <a:solidFill>
                  <a:schemeClr val="bg1"/>
                </a:solidFill>
                <a:latin typeface="Segoe UI Semibold" panose="020B0702040204020203" pitchFamily="34" charset="0"/>
                <a:ea typeface="Segoe UI" panose="020B0502040204020203" pitchFamily="34" charset="0"/>
                <a:cs typeface="Segoe UI Semibold" panose="020B0702040204020203" pitchFamily="34" charset="0"/>
              </a:rPr>
              <a:t>PRINCIPALS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E7EADCD-8E81-4275-99F7-C5C903190651}"/>
              </a:ext>
            </a:extLst>
          </p:cNvPr>
          <p:cNvSpPr/>
          <p:nvPr userDrawn="1"/>
        </p:nvSpPr>
        <p:spPr>
          <a:xfrm>
            <a:off x="7695811" y="5661247"/>
            <a:ext cx="2008483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en-AU" sz="1200" b="0" dirty="0">
                <a:solidFill>
                  <a:schemeClr val="bg1"/>
                </a:solidFill>
                <a:latin typeface="Segoe UI Semibold" panose="020B0702040204020203" pitchFamily="34" charset="0"/>
                <a:ea typeface="Segoe UI" panose="020B0502040204020203" pitchFamily="34" charset="0"/>
                <a:cs typeface="Segoe UI Semibold" panose="020B0702040204020203" pitchFamily="34" charset="0"/>
              </a:rPr>
              <a:t>COUNTRIES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579A913-268D-4A8A-BED9-2FF654F4F6C8}"/>
              </a:ext>
            </a:extLst>
          </p:cNvPr>
          <p:cNvSpPr/>
          <p:nvPr userDrawn="1"/>
        </p:nvSpPr>
        <p:spPr>
          <a:xfrm>
            <a:off x="6278498" y="5662901"/>
            <a:ext cx="1674758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en-AU" sz="1200" b="0" dirty="0">
                <a:solidFill>
                  <a:schemeClr val="bg1"/>
                </a:solidFill>
                <a:latin typeface="Segoe UI Semibold" panose="020B0702040204020203" pitchFamily="34" charset="0"/>
                <a:ea typeface="Segoe UI" panose="020B0502040204020203" pitchFamily="34" charset="0"/>
                <a:cs typeface="Segoe UI Semibold" panose="020B0702040204020203" pitchFamily="34" charset="0"/>
              </a:rPr>
              <a:t>LOCATIONS</a:t>
            </a:r>
          </a:p>
        </p:txBody>
      </p:sp>
      <p:sp>
        <p:nvSpPr>
          <p:cNvPr id="28" name="Freeform 70">
            <a:extLst>
              <a:ext uri="{FF2B5EF4-FFF2-40B4-BE49-F238E27FC236}">
                <a16:creationId xmlns:a16="http://schemas.microsoft.com/office/drawing/2014/main" id="{F3BFF98D-7548-43B2-90C5-D11C3B25CE95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3643454" y="4956969"/>
            <a:ext cx="652819" cy="655335"/>
          </a:xfrm>
          <a:custGeom>
            <a:avLst/>
            <a:gdLst>
              <a:gd name="T0" fmla="*/ 110 w 220"/>
              <a:gd name="T1" fmla="*/ 220 h 220"/>
              <a:gd name="T2" fmla="*/ 0 w 220"/>
              <a:gd name="T3" fmla="*/ 110 h 220"/>
              <a:gd name="T4" fmla="*/ 110 w 220"/>
              <a:gd name="T5" fmla="*/ 0 h 220"/>
              <a:gd name="T6" fmla="*/ 220 w 220"/>
              <a:gd name="T7" fmla="*/ 110 h 220"/>
              <a:gd name="T8" fmla="*/ 110 w 220"/>
              <a:gd name="T9" fmla="*/ 220 h 220"/>
              <a:gd name="T10" fmla="*/ 110 w 220"/>
              <a:gd name="T11" fmla="*/ 8 h 220"/>
              <a:gd name="T12" fmla="*/ 8 w 220"/>
              <a:gd name="T13" fmla="*/ 110 h 220"/>
              <a:gd name="T14" fmla="*/ 110 w 220"/>
              <a:gd name="T15" fmla="*/ 212 h 220"/>
              <a:gd name="T16" fmla="*/ 212 w 220"/>
              <a:gd name="T17" fmla="*/ 110 h 220"/>
              <a:gd name="T18" fmla="*/ 110 w 220"/>
              <a:gd name="T19" fmla="*/ 8 h 2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220" h="220">
                <a:moveTo>
                  <a:pt x="110" y="220"/>
                </a:moveTo>
                <a:cubicBezTo>
                  <a:pt x="49" y="220"/>
                  <a:pt x="0" y="171"/>
                  <a:pt x="0" y="110"/>
                </a:cubicBezTo>
                <a:cubicBezTo>
                  <a:pt x="0" y="49"/>
                  <a:pt x="49" y="0"/>
                  <a:pt x="110" y="0"/>
                </a:cubicBezTo>
                <a:cubicBezTo>
                  <a:pt x="171" y="0"/>
                  <a:pt x="220" y="49"/>
                  <a:pt x="220" y="110"/>
                </a:cubicBezTo>
                <a:cubicBezTo>
                  <a:pt x="220" y="171"/>
                  <a:pt x="171" y="220"/>
                  <a:pt x="110" y="220"/>
                </a:cubicBezTo>
                <a:close/>
                <a:moveTo>
                  <a:pt x="110" y="8"/>
                </a:moveTo>
                <a:cubicBezTo>
                  <a:pt x="54" y="8"/>
                  <a:pt x="8" y="54"/>
                  <a:pt x="8" y="110"/>
                </a:cubicBezTo>
                <a:cubicBezTo>
                  <a:pt x="8" y="166"/>
                  <a:pt x="54" y="212"/>
                  <a:pt x="110" y="212"/>
                </a:cubicBezTo>
                <a:cubicBezTo>
                  <a:pt x="166" y="212"/>
                  <a:pt x="212" y="166"/>
                  <a:pt x="212" y="110"/>
                </a:cubicBezTo>
                <a:cubicBezTo>
                  <a:pt x="212" y="54"/>
                  <a:pt x="166" y="8"/>
                  <a:pt x="110" y="8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97000">
                <a:schemeClr val="accent4"/>
              </a:gs>
              <a:gs pos="65000">
                <a:schemeClr val="accent3"/>
              </a:gs>
              <a:gs pos="31000">
                <a:schemeClr val="accent2"/>
              </a:gs>
            </a:gsLst>
            <a:lin ang="0" scaled="0"/>
          </a:gradFill>
          <a:ln>
            <a:noFill/>
          </a:ln>
        </p:spPr>
        <p:txBody>
          <a:bodyPr vert="horz" wrap="square" lIns="91440" tIns="36000" rIns="91440" bIns="3600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kumimoji="0" lang="en-AU" sz="1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Segoe UI" panose="020B0502040204020203" pitchFamily="34" charset="0"/>
              </a:rPr>
              <a:t>400</a:t>
            </a:r>
            <a:endParaRPr lang="en-AU" sz="1600" b="1" dirty="0">
              <a:solidFill>
                <a:schemeClr val="bg1"/>
              </a:solidFill>
              <a:latin typeface="+mn-lt"/>
              <a:cs typeface="Segoe UI" panose="020B0502040204020203" pitchFamily="34" charset="0"/>
            </a:endParaRPr>
          </a:p>
        </p:txBody>
      </p:sp>
      <p:sp>
        <p:nvSpPr>
          <p:cNvPr id="44" name="Freeform 70">
            <a:extLst>
              <a:ext uri="{FF2B5EF4-FFF2-40B4-BE49-F238E27FC236}">
                <a16:creationId xmlns:a16="http://schemas.microsoft.com/office/drawing/2014/main" id="{09DB6F78-E859-48E4-99F9-587828FE9077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5229372" y="4941168"/>
            <a:ext cx="652819" cy="655335"/>
          </a:xfrm>
          <a:custGeom>
            <a:avLst/>
            <a:gdLst>
              <a:gd name="T0" fmla="*/ 110 w 220"/>
              <a:gd name="T1" fmla="*/ 220 h 220"/>
              <a:gd name="T2" fmla="*/ 0 w 220"/>
              <a:gd name="T3" fmla="*/ 110 h 220"/>
              <a:gd name="T4" fmla="*/ 110 w 220"/>
              <a:gd name="T5" fmla="*/ 0 h 220"/>
              <a:gd name="T6" fmla="*/ 220 w 220"/>
              <a:gd name="T7" fmla="*/ 110 h 220"/>
              <a:gd name="T8" fmla="*/ 110 w 220"/>
              <a:gd name="T9" fmla="*/ 220 h 220"/>
              <a:gd name="T10" fmla="*/ 110 w 220"/>
              <a:gd name="T11" fmla="*/ 8 h 220"/>
              <a:gd name="T12" fmla="*/ 8 w 220"/>
              <a:gd name="T13" fmla="*/ 110 h 220"/>
              <a:gd name="T14" fmla="*/ 110 w 220"/>
              <a:gd name="T15" fmla="*/ 212 h 220"/>
              <a:gd name="T16" fmla="*/ 212 w 220"/>
              <a:gd name="T17" fmla="*/ 110 h 220"/>
              <a:gd name="T18" fmla="*/ 110 w 220"/>
              <a:gd name="T19" fmla="*/ 8 h 2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220" h="220">
                <a:moveTo>
                  <a:pt x="110" y="220"/>
                </a:moveTo>
                <a:cubicBezTo>
                  <a:pt x="49" y="220"/>
                  <a:pt x="0" y="171"/>
                  <a:pt x="0" y="110"/>
                </a:cubicBezTo>
                <a:cubicBezTo>
                  <a:pt x="0" y="49"/>
                  <a:pt x="49" y="0"/>
                  <a:pt x="110" y="0"/>
                </a:cubicBezTo>
                <a:cubicBezTo>
                  <a:pt x="171" y="0"/>
                  <a:pt x="220" y="49"/>
                  <a:pt x="220" y="110"/>
                </a:cubicBezTo>
                <a:cubicBezTo>
                  <a:pt x="220" y="171"/>
                  <a:pt x="171" y="220"/>
                  <a:pt x="110" y="220"/>
                </a:cubicBezTo>
                <a:close/>
                <a:moveTo>
                  <a:pt x="110" y="8"/>
                </a:moveTo>
                <a:cubicBezTo>
                  <a:pt x="54" y="8"/>
                  <a:pt x="8" y="54"/>
                  <a:pt x="8" y="110"/>
                </a:cubicBezTo>
                <a:cubicBezTo>
                  <a:pt x="8" y="166"/>
                  <a:pt x="54" y="212"/>
                  <a:pt x="110" y="212"/>
                </a:cubicBezTo>
                <a:cubicBezTo>
                  <a:pt x="166" y="212"/>
                  <a:pt x="212" y="166"/>
                  <a:pt x="212" y="110"/>
                </a:cubicBezTo>
                <a:cubicBezTo>
                  <a:pt x="212" y="54"/>
                  <a:pt x="166" y="8"/>
                  <a:pt x="110" y="8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97000">
                <a:schemeClr val="accent4"/>
              </a:gs>
              <a:gs pos="65000">
                <a:schemeClr val="accent3"/>
              </a:gs>
              <a:gs pos="31000">
                <a:schemeClr val="accent2"/>
              </a:gs>
            </a:gsLst>
            <a:lin ang="0" scaled="0"/>
          </a:gradFill>
          <a:ln>
            <a:noFill/>
          </a:ln>
        </p:spPr>
        <p:txBody>
          <a:bodyPr vert="horz" wrap="square" lIns="91440" tIns="36000" rIns="91440" bIns="3600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kumimoji="0" lang="en-AU" sz="16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Segoe UI Semibold" panose="020B0702040204020203" pitchFamily="34" charset="0"/>
              </a:rPr>
              <a:t>50</a:t>
            </a:r>
            <a:endParaRPr lang="en-AU" sz="1600" b="1">
              <a:solidFill>
                <a:schemeClr val="bg1"/>
              </a:solidFill>
              <a:latin typeface="+mn-lt"/>
              <a:cs typeface="Segoe UI Semibold" panose="020B0702040204020203" pitchFamily="34" charset="0"/>
            </a:endParaRPr>
          </a:p>
        </p:txBody>
      </p:sp>
      <p:sp>
        <p:nvSpPr>
          <p:cNvPr id="45" name="Freeform 70">
            <a:extLst>
              <a:ext uri="{FF2B5EF4-FFF2-40B4-BE49-F238E27FC236}">
                <a16:creationId xmlns:a16="http://schemas.microsoft.com/office/drawing/2014/main" id="{BCD4DF84-ADFD-4915-B9AB-F7370574BB04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6789468" y="4944416"/>
            <a:ext cx="652819" cy="655335"/>
          </a:xfrm>
          <a:custGeom>
            <a:avLst/>
            <a:gdLst>
              <a:gd name="T0" fmla="*/ 110 w 220"/>
              <a:gd name="T1" fmla="*/ 220 h 220"/>
              <a:gd name="T2" fmla="*/ 0 w 220"/>
              <a:gd name="T3" fmla="*/ 110 h 220"/>
              <a:gd name="T4" fmla="*/ 110 w 220"/>
              <a:gd name="T5" fmla="*/ 0 h 220"/>
              <a:gd name="T6" fmla="*/ 220 w 220"/>
              <a:gd name="T7" fmla="*/ 110 h 220"/>
              <a:gd name="T8" fmla="*/ 110 w 220"/>
              <a:gd name="T9" fmla="*/ 220 h 220"/>
              <a:gd name="T10" fmla="*/ 110 w 220"/>
              <a:gd name="T11" fmla="*/ 8 h 220"/>
              <a:gd name="T12" fmla="*/ 8 w 220"/>
              <a:gd name="T13" fmla="*/ 110 h 220"/>
              <a:gd name="T14" fmla="*/ 110 w 220"/>
              <a:gd name="T15" fmla="*/ 212 h 220"/>
              <a:gd name="T16" fmla="*/ 212 w 220"/>
              <a:gd name="T17" fmla="*/ 110 h 220"/>
              <a:gd name="T18" fmla="*/ 110 w 220"/>
              <a:gd name="T19" fmla="*/ 8 h 2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220" h="220">
                <a:moveTo>
                  <a:pt x="110" y="220"/>
                </a:moveTo>
                <a:cubicBezTo>
                  <a:pt x="49" y="220"/>
                  <a:pt x="0" y="171"/>
                  <a:pt x="0" y="110"/>
                </a:cubicBezTo>
                <a:cubicBezTo>
                  <a:pt x="0" y="49"/>
                  <a:pt x="49" y="0"/>
                  <a:pt x="110" y="0"/>
                </a:cubicBezTo>
                <a:cubicBezTo>
                  <a:pt x="171" y="0"/>
                  <a:pt x="220" y="49"/>
                  <a:pt x="220" y="110"/>
                </a:cubicBezTo>
                <a:cubicBezTo>
                  <a:pt x="220" y="171"/>
                  <a:pt x="171" y="220"/>
                  <a:pt x="110" y="220"/>
                </a:cubicBezTo>
                <a:close/>
                <a:moveTo>
                  <a:pt x="110" y="8"/>
                </a:moveTo>
                <a:cubicBezTo>
                  <a:pt x="54" y="8"/>
                  <a:pt x="8" y="54"/>
                  <a:pt x="8" y="110"/>
                </a:cubicBezTo>
                <a:cubicBezTo>
                  <a:pt x="8" y="166"/>
                  <a:pt x="54" y="212"/>
                  <a:pt x="110" y="212"/>
                </a:cubicBezTo>
                <a:cubicBezTo>
                  <a:pt x="166" y="212"/>
                  <a:pt x="212" y="166"/>
                  <a:pt x="212" y="110"/>
                </a:cubicBezTo>
                <a:cubicBezTo>
                  <a:pt x="212" y="54"/>
                  <a:pt x="166" y="8"/>
                  <a:pt x="110" y="8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97000">
                <a:schemeClr val="accent4"/>
              </a:gs>
              <a:gs pos="65000">
                <a:schemeClr val="accent3"/>
              </a:gs>
              <a:gs pos="31000">
                <a:schemeClr val="accent2"/>
              </a:gs>
            </a:gsLst>
            <a:lin ang="0" scaled="0"/>
          </a:gradFill>
          <a:ln>
            <a:noFill/>
          </a:ln>
        </p:spPr>
        <p:txBody>
          <a:bodyPr vert="horz" wrap="square" lIns="91440" tIns="36000" rIns="91440" bIns="3600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34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Segoe UI Semibold" panose="020B0702040204020203" pitchFamily="34" charset="0"/>
              </a:rPr>
              <a:t>9</a:t>
            </a:r>
          </a:p>
        </p:txBody>
      </p:sp>
      <p:sp>
        <p:nvSpPr>
          <p:cNvPr id="46" name="Freeform 70">
            <a:extLst>
              <a:ext uri="{FF2B5EF4-FFF2-40B4-BE49-F238E27FC236}">
                <a16:creationId xmlns:a16="http://schemas.microsoft.com/office/drawing/2014/main" id="{225EE242-B5C6-41EA-9FE5-9FCE97D819F8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8373643" y="4944417"/>
            <a:ext cx="652819" cy="655335"/>
          </a:xfrm>
          <a:custGeom>
            <a:avLst/>
            <a:gdLst>
              <a:gd name="T0" fmla="*/ 110 w 220"/>
              <a:gd name="T1" fmla="*/ 220 h 220"/>
              <a:gd name="T2" fmla="*/ 0 w 220"/>
              <a:gd name="T3" fmla="*/ 110 h 220"/>
              <a:gd name="T4" fmla="*/ 110 w 220"/>
              <a:gd name="T5" fmla="*/ 0 h 220"/>
              <a:gd name="T6" fmla="*/ 220 w 220"/>
              <a:gd name="T7" fmla="*/ 110 h 220"/>
              <a:gd name="T8" fmla="*/ 110 w 220"/>
              <a:gd name="T9" fmla="*/ 220 h 220"/>
              <a:gd name="T10" fmla="*/ 110 w 220"/>
              <a:gd name="T11" fmla="*/ 8 h 220"/>
              <a:gd name="T12" fmla="*/ 8 w 220"/>
              <a:gd name="T13" fmla="*/ 110 h 220"/>
              <a:gd name="T14" fmla="*/ 110 w 220"/>
              <a:gd name="T15" fmla="*/ 212 h 220"/>
              <a:gd name="T16" fmla="*/ 212 w 220"/>
              <a:gd name="T17" fmla="*/ 110 h 220"/>
              <a:gd name="T18" fmla="*/ 110 w 220"/>
              <a:gd name="T19" fmla="*/ 8 h 2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220" h="220">
                <a:moveTo>
                  <a:pt x="110" y="220"/>
                </a:moveTo>
                <a:cubicBezTo>
                  <a:pt x="49" y="220"/>
                  <a:pt x="0" y="171"/>
                  <a:pt x="0" y="110"/>
                </a:cubicBezTo>
                <a:cubicBezTo>
                  <a:pt x="0" y="49"/>
                  <a:pt x="49" y="0"/>
                  <a:pt x="110" y="0"/>
                </a:cubicBezTo>
                <a:cubicBezTo>
                  <a:pt x="171" y="0"/>
                  <a:pt x="220" y="49"/>
                  <a:pt x="220" y="110"/>
                </a:cubicBezTo>
                <a:cubicBezTo>
                  <a:pt x="220" y="171"/>
                  <a:pt x="171" y="220"/>
                  <a:pt x="110" y="220"/>
                </a:cubicBezTo>
                <a:close/>
                <a:moveTo>
                  <a:pt x="110" y="8"/>
                </a:moveTo>
                <a:cubicBezTo>
                  <a:pt x="54" y="8"/>
                  <a:pt x="8" y="54"/>
                  <a:pt x="8" y="110"/>
                </a:cubicBezTo>
                <a:cubicBezTo>
                  <a:pt x="8" y="166"/>
                  <a:pt x="54" y="212"/>
                  <a:pt x="110" y="212"/>
                </a:cubicBezTo>
                <a:cubicBezTo>
                  <a:pt x="166" y="212"/>
                  <a:pt x="212" y="166"/>
                  <a:pt x="212" y="110"/>
                </a:cubicBezTo>
                <a:cubicBezTo>
                  <a:pt x="212" y="54"/>
                  <a:pt x="166" y="8"/>
                  <a:pt x="110" y="8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97000">
                <a:schemeClr val="accent4"/>
              </a:gs>
              <a:gs pos="65000">
                <a:schemeClr val="accent3"/>
              </a:gs>
              <a:gs pos="31000">
                <a:schemeClr val="accent2"/>
              </a:gs>
            </a:gsLst>
            <a:lin ang="0" scaled="0"/>
          </a:gradFill>
          <a:ln>
            <a:noFill/>
          </a:ln>
        </p:spPr>
        <p:txBody>
          <a:bodyPr vert="horz" wrap="square" lIns="91440" tIns="36000" rIns="91440" bIns="3600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34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6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Segoe UI Semibold" panose="020B0702040204020203" pitchFamily="34" charset="0"/>
              </a:rPr>
              <a:t>2</a:t>
            </a:r>
            <a:endParaRPr kumimoji="0" lang="en-AU" sz="16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Segoe UI Semibold" panose="020B07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8464278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 userDrawn="1"/>
        </p:nvSpPr>
        <p:spPr>
          <a:xfrm>
            <a:off x="0" y="5878066"/>
            <a:ext cx="9907200" cy="98152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AU" noProof="0"/>
          </a:p>
        </p:txBody>
      </p:sp>
      <p:pic>
        <p:nvPicPr>
          <p:cNvPr id="7" name="Picture 2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34" r="15849"/>
          <a:stretch/>
        </p:blipFill>
        <p:spPr bwMode="auto">
          <a:xfrm>
            <a:off x="1568624" y="0"/>
            <a:ext cx="8337376" cy="45576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Title"/>
          <p:cNvSpPr>
            <a:spLocks noGrp="1"/>
          </p:cNvSpPr>
          <p:nvPr>
            <p:ph type="body" sz="quarter" idx="10" hasCustomPrompt="1"/>
          </p:nvPr>
        </p:nvSpPr>
        <p:spPr>
          <a:xfrm>
            <a:off x="540000" y="3716363"/>
            <a:ext cx="7618023" cy="1080790"/>
          </a:xfrm>
        </p:spPr>
        <p:txBody>
          <a:bodyPr anchor="b" anchorCtr="0"/>
          <a:lstStyle>
            <a:lvl1pPr>
              <a:defRPr sz="3200">
                <a:solidFill>
                  <a:schemeClr val="bg1"/>
                </a:solidFill>
                <a:latin typeface="Segoe UI Semibold" panose="020B0702040204020203" pitchFamily="34" charset="0"/>
              </a:defRPr>
            </a:lvl1pPr>
            <a:lvl5pPr>
              <a:defRPr/>
            </a:lvl5pPr>
          </a:lstStyle>
          <a:p>
            <a:pPr lvl="0"/>
            <a:r>
              <a:rPr lang="en-AU" noProof="0" dirty="0"/>
              <a:t>Title</a:t>
            </a:r>
          </a:p>
        </p:txBody>
      </p:sp>
      <p:sp>
        <p:nvSpPr>
          <p:cNvPr id="9" name="Subtitle"/>
          <p:cNvSpPr>
            <a:spLocks noGrp="1"/>
          </p:cNvSpPr>
          <p:nvPr>
            <p:ph type="body" sz="quarter" idx="11" hasCustomPrompt="1"/>
          </p:nvPr>
        </p:nvSpPr>
        <p:spPr>
          <a:xfrm>
            <a:off x="540000" y="4941912"/>
            <a:ext cx="7618023" cy="503312"/>
          </a:xfrm>
        </p:spPr>
        <p:txBody>
          <a:bodyPr/>
          <a:lstStyle>
            <a:lvl1pPr>
              <a:spcBef>
                <a:spcPts val="1200"/>
              </a:spcBef>
              <a:defRPr sz="1600" baseline="0"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AU" noProof="0" dirty="0"/>
              <a:t>Sub title</a:t>
            </a:r>
          </a:p>
        </p:txBody>
      </p:sp>
      <p:pic>
        <p:nvPicPr>
          <p:cNvPr id="12" name="Picture 11" descr="A picture containing drawing&#10;&#10;Description automatically generated">
            <a:extLst>
              <a:ext uri="{FF2B5EF4-FFF2-40B4-BE49-F238E27FC236}">
                <a16:creationId xmlns:a16="http://schemas.microsoft.com/office/drawing/2014/main" id="{9C37872E-03F3-46BF-8359-B9ED1D13B87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28562" y="6242828"/>
            <a:ext cx="947045" cy="258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0823729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740460128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322" name="think-cell Slide" r:id="rId4" imgW="270" imgH="270" progId="TCLayout.ActiveDocument.1">
                  <p:embed/>
                </p:oleObj>
              </mc:Choice>
              <mc:Fallback>
                <p:oleObj name="think-cell Slide" r:id="rId4" imgW="270" imgH="270" progId="TCLayout.ActiveDocument.1">
                  <p:embed/>
                  <p:pic>
                    <p:nvPicPr>
                      <p:cNvPr id="4" name="Object 3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" name="Picture 9"/>
          <p:cNvPicPr>
            <a:picLocks noChangeAspect="1"/>
          </p:cNvPicPr>
          <p:nvPr userDrawn="1"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83" t="41842" r="283" b="17500"/>
          <a:stretch/>
        </p:blipFill>
        <p:spPr>
          <a:xfrm>
            <a:off x="-56456" y="3567933"/>
            <a:ext cx="9962456" cy="2278459"/>
          </a:xfrm>
          <a:prstGeom prst="rect">
            <a:avLst/>
          </a:prstGeom>
        </p:spPr>
      </p:pic>
      <p:pic>
        <p:nvPicPr>
          <p:cNvPr id="8" name="Picture 2"/>
          <p:cNvPicPr>
            <a:picLocks noChangeAspect="1" noChangeArrowheads="1"/>
          </p:cNvPicPr>
          <p:nvPr userDrawn="1"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53" r="55096" b="52571"/>
          <a:stretch/>
        </p:blipFill>
        <p:spPr bwMode="auto">
          <a:xfrm>
            <a:off x="5457056" y="3567933"/>
            <a:ext cx="4448944" cy="22784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Sectiontitle"/>
          <p:cNvSpPr>
            <a:spLocks noGrp="1"/>
          </p:cNvSpPr>
          <p:nvPr>
            <p:ph type="body" sz="quarter" idx="10" hasCustomPrompt="1"/>
          </p:nvPr>
        </p:nvSpPr>
        <p:spPr>
          <a:xfrm>
            <a:off x="540000" y="4148411"/>
            <a:ext cx="6825934" cy="1080790"/>
          </a:xfrm>
        </p:spPr>
        <p:txBody>
          <a:bodyPr anchor="ctr" anchorCtr="0"/>
          <a:lstStyle>
            <a:lvl1pPr>
              <a:defRPr sz="2800">
                <a:solidFill>
                  <a:schemeClr val="bg1"/>
                </a:solidFill>
                <a:latin typeface="Segoe UI Semibold" panose="020B0702040204020203" pitchFamily="34" charset="0"/>
              </a:defRPr>
            </a:lvl1pPr>
            <a:lvl5pPr>
              <a:defRPr/>
            </a:lvl5pPr>
          </a:lstStyle>
          <a:p>
            <a:pPr lvl="0"/>
            <a:r>
              <a:rPr lang="en-AU" noProof="0" dirty="0"/>
              <a:t>Section title</a:t>
            </a:r>
          </a:p>
        </p:txBody>
      </p:sp>
      <p:pic>
        <p:nvPicPr>
          <p:cNvPr id="9" name="Picture 8" descr="A picture containing drawing&#10;&#10;Description automatically generated">
            <a:extLst>
              <a:ext uri="{FF2B5EF4-FFF2-40B4-BE49-F238E27FC236}">
                <a16:creationId xmlns:a16="http://schemas.microsoft.com/office/drawing/2014/main" id="{4E5F4078-34D5-4506-9BA6-DB400F8198CA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61351" y="6379812"/>
            <a:ext cx="664393" cy="190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5697642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5339" cy="109703"/>
          </a:xfrm>
          <a:prstGeom prst="rect">
            <a:avLst/>
          </a:prstGeom>
        </p:spPr>
      </p:pic>
      <p:sp>
        <p:nvSpPr>
          <p:cNvPr id="6" name="TextBox 5"/>
          <p:cNvSpPr txBox="1"/>
          <p:nvPr userDrawn="1"/>
        </p:nvSpPr>
        <p:spPr>
          <a:xfrm>
            <a:off x="540000" y="504000"/>
            <a:ext cx="8784976" cy="482313"/>
          </a:xfrm>
          <a:prstGeom prst="rect">
            <a:avLst/>
          </a:prstGeom>
          <a:noFill/>
        </p:spPr>
        <p:txBody>
          <a:bodyPr wrap="square" lIns="0" tIns="46800" rIns="0" bIns="46800" rtlCol="0" anchor="ctr" anchorCtr="0">
            <a:spAutoFit/>
          </a:bodyPr>
          <a:lstStyle/>
          <a:p>
            <a:pPr>
              <a:lnSpc>
                <a:spcPct val="90000"/>
              </a:lnSpc>
            </a:pPr>
            <a:r>
              <a:rPr lang="en-AU" sz="2800" noProof="0" dirty="0">
                <a:solidFill>
                  <a:schemeClr val="bg2"/>
                </a:solidFill>
                <a:latin typeface="+mj-lt"/>
              </a:rPr>
              <a:t>Contents</a:t>
            </a:r>
          </a:p>
        </p:txBody>
      </p:sp>
      <p:sp>
        <p:nvSpPr>
          <p:cNvPr id="5" name="TextBox 4"/>
          <p:cNvSpPr txBox="1"/>
          <p:nvPr userDrawn="1"/>
        </p:nvSpPr>
        <p:spPr>
          <a:xfrm>
            <a:off x="8841432" y="6392361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E8856DA-B77A-4A94-8E84-45BF77D9376B}" type="slidenum">
              <a:rPr lang="en-AU" sz="1200" noProof="0" smtClean="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AU" sz="1200" noProof="0" dirty="0">
              <a:solidFill>
                <a:schemeClr val="accent3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" name="Content Placeholder 1"/>
          <p:cNvSpPr>
            <a:spLocks noGrp="1"/>
          </p:cNvSpPr>
          <p:nvPr>
            <p:ph sz="quarter" idx="13" hasCustomPrompt="1"/>
          </p:nvPr>
        </p:nvSpPr>
        <p:spPr>
          <a:xfrm>
            <a:off x="540000" y="1620000"/>
            <a:ext cx="8801345" cy="4392488"/>
          </a:xfrm>
        </p:spPr>
        <p:txBody>
          <a:bodyPr/>
          <a:lstStyle>
            <a:lvl1pPr marL="252000" marR="0" indent="-252000" algn="l" defTabSz="914349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 sz="1400">
                <a:solidFill>
                  <a:schemeClr val="bg2"/>
                </a:solidFill>
              </a:defRPr>
            </a:lvl1pPr>
            <a:lvl2pPr marL="504000" indent="-252000">
              <a:spcAft>
                <a:spcPts val="600"/>
              </a:spcAft>
              <a:buClrTx/>
              <a:buFont typeface="Segoe UI" panose="020B0502040204020203" pitchFamily="34" charset="0"/>
              <a:buChar char="–"/>
              <a:defRPr sz="1400">
                <a:solidFill>
                  <a:schemeClr val="bg2"/>
                </a:solidFill>
              </a:defRPr>
            </a:lvl2pPr>
            <a:lvl3pPr marL="756000" indent="-252000">
              <a:spcAft>
                <a:spcPts val="600"/>
              </a:spcAft>
              <a:buClrTx/>
              <a:buFont typeface="Arial" panose="020B0604020202020204" pitchFamily="34" charset="0"/>
              <a:buChar char="•"/>
              <a:defRPr sz="1400">
                <a:solidFill>
                  <a:schemeClr val="bg2"/>
                </a:solidFill>
              </a:defRPr>
            </a:lvl3pPr>
            <a:lvl4pPr marL="809955" indent="0">
              <a:buClr>
                <a:schemeClr val="accent4"/>
              </a:buClr>
              <a:buFont typeface="+mj-lt"/>
              <a:buNone/>
              <a:defRPr/>
            </a:lvl4pPr>
          </a:lstStyle>
          <a:p>
            <a:pPr lvl="0"/>
            <a:r>
              <a:rPr lang="en-AU" noProof="0" dirty="0"/>
              <a:t>Insert table of contents</a:t>
            </a:r>
          </a:p>
          <a:p>
            <a:pPr lvl="1"/>
            <a:r>
              <a:rPr lang="en-AU" noProof="0" dirty="0"/>
              <a:t>Second line</a:t>
            </a:r>
          </a:p>
          <a:p>
            <a:pPr lvl="2"/>
            <a:r>
              <a:rPr lang="en-AU" noProof="0" dirty="0"/>
              <a:t>Third line</a:t>
            </a:r>
          </a:p>
        </p:txBody>
      </p:sp>
    </p:spTree>
    <p:extLst>
      <p:ext uri="{BB962C8B-B14F-4D97-AF65-F5344CB8AC3E}">
        <p14:creationId xmlns:p14="http://schemas.microsoft.com/office/powerpoint/2010/main" val="3644507029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039712026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346" name="think-cell Slide" r:id="rId4" imgW="270" imgH="270" progId="TCLayout.ActiveDocument.1">
                  <p:embed/>
                </p:oleObj>
              </mc:Choice>
              <mc:Fallback>
                <p:oleObj name="think-cell Slide" r:id="rId4" imgW="270" imgH="270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7"/>
          <p:cNvSpPr/>
          <p:nvPr userDrawn="1"/>
        </p:nvSpPr>
        <p:spPr>
          <a:xfrm>
            <a:off x="0" y="1368000"/>
            <a:ext cx="9907200" cy="493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AU" noProof="0"/>
          </a:p>
        </p:txBody>
      </p:sp>
      <p:pic>
        <p:nvPicPr>
          <p:cNvPr id="4" name="Picture 3"/>
          <p:cNvPicPr>
            <a:picLocks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5339" cy="109703"/>
          </a:xfrm>
          <a:prstGeom prst="rect">
            <a:avLst/>
          </a:prstGeom>
        </p:spPr>
      </p:pic>
      <p:sp>
        <p:nvSpPr>
          <p:cNvPr id="7" name="TextBox 6"/>
          <p:cNvSpPr txBox="1"/>
          <p:nvPr userDrawn="1"/>
        </p:nvSpPr>
        <p:spPr>
          <a:xfrm>
            <a:off x="8841432" y="6392361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E8856DA-B77A-4A94-8E84-45BF77D9376B}" type="slidenum">
              <a:rPr lang="en-AU" sz="1200" noProof="0" smtClean="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AU" sz="1200" noProof="0" dirty="0">
              <a:solidFill>
                <a:schemeClr val="accent3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0" name="TextBox 9"/>
          <p:cNvSpPr txBox="1"/>
          <p:nvPr userDrawn="1"/>
        </p:nvSpPr>
        <p:spPr>
          <a:xfrm>
            <a:off x="540000" y="504000"/>
            <a:ext cx="8784976" cy="482313"/>
          </a:xfrm>
          <a:prstGeom prst="rect">
            <a:avLst/>
          </a:prstGeom>
          <a:noFill/>
        </p:spPr>
        <p:txBody>
          <a:bodyPr wrap="square" lIns="0" tIns="46800" rIns="0" bIns="46800" rtlCol="0" anchor="ctr" anchorCtr="0">
            <a:spAutoFit/>
          </a:bodyPr>
          <a:lstStyle/>
          <a:p>
            <a:pPr>
              <a:lnSpc>
                <a:spcPct val="90000"/>
              </a:lnSpc>
            </a:pPr>
            <a:r>
              <a:rPr lang="en-AU" sz="2800" noProof="0" dirty="0">
                <a:solidFill>
                  <a:schemeClr val="bg2"/>
                </a:solidFill>
                <a:latin typeface="+mj-lt"/>
              </a:rPr>
              <a:t>Contents</a:t>
            </a:r>
          </a:p>
        </p:txBody>
      </p:sp>
      <p:sp>
        <p:nvSpPr>
          <p:cNvPr id="11" name="Content Placeholder 1"/>
          <p:cNvSpPr>
            <a:spLocks noGrp="1"/>
          </p:cNvSpPr>
          <p:nvPr>
            <p:ph sz="quarter" idx="13" hasCustomPrompt="1"/>
          </p:nvPr>
        </p:nvSpPr>
        <p:spPr>
          <a:xfrm>
            <a:off x="540000" y="1620000"/>
            <a:ext cx="8801345" cy="4392488"/>
          </a:xfrm>
        </p:spPr>
        <p:txBody>
          <a:bodyPr/>
          <a:lstStyle>
            <a:lvl1pPr marL="252000" marR="0" indent="-252000" algn="l" defTabSz="914349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 sz="1400">
                <a:solidFill>
                  <a:schemeClr val="bg1"/>
                </a:solidFill>
              </a:defRPr>
            </a:lvl1pPr>
            <a:lvl2pPr marL="504000" indent="-252000">
              <a:spcAft>
                <a:spcPts val="600"/>
              </a:spcAft>
              <a:buClrTx/>
              <a:buFont typeface="Segoe UI" panose="020B0502040204020203" pitchFamily="34" charset="0"/>
              <a:buChar char="–"/>
              <a:defRPr sz="1400">
                <a:solidFill>
                  <a:schemeClr val="bg1"/>
                </a:solidFill>
              </a:defRPr>
            </a:lvl2pPr>
            <a:lvl3pPr marL="756000" indent="-252000">
              <a:spcAft>
                <a:spcPts val="600"/>
              </a:spcAft>
              <a:buClrTx/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3pPr>
            <a:lvl4pPr marL="809955" indent="0">
              <a:buClr>
                <a:schemeClr val="accent4"/>
              </a:buClr>
              <a:buFont typeface="+mj-lt"/>
              <a:buNone/>
              <a:defRPr/>
            </a:lvl4pPr>
          </a:lstStyle>
          <a:p>
            <a:pPr lvl="0"/>
            <a:r>
              <a:rPr lang="en-AU" noProof="0" dirty="0"/>
              <a:t>Insert table of contents</a:t>
            </a:r>
          </a:p>
          <a:p>
            <a:pPr lvl="1"/>
            <a:r>
              <a:rPr lang="en-AU" noProof="0" dirty="0"/>
              <a:t>Second line</a:t>
            </a:r>
          </a:p>
          <a:p>
            <a:pPr lvl="2"/>
            <a:r>
              <a:rPr lang="en-AU" noProof="0" dirty="0"/>
              <a:t>Third line</a:t>
            </a:r>
          </a:p>
        </p:txBody>
      </p:sp>
    </p:spTree>
    <p:extLst>
      <p:ext uri="{BB962C8B-B14F-4D97-AF65-F5344CB8AC3E}">
        <p14:creationId xmlns:p14="http://schemas.microsoft.com/office/powerpoint/2010/main" val="2943908461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DD23AFE5-4B63-44A0-BB7F-F1AE657A3D44}"/>
              </a:ext>
            </a:extLst>
          </p:cNvPr>
          <p:cNvSpPr/>
          <p:nvPr userDrawn="1"/>
        </p:nvSpPr>
        <p:spPr>
          <a:xfrm>
            <a:off x="0" y="1368000"/>
            <a:ext cx="9907200" cy="4932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AU" noProof="0"/>
          </a:p>
        </p:txBody>
      </p:sp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4013843906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370" name="think-cell Slide" r:id="rId4" imgW="270" imgH="270" progId="TCLayout.ActiveDocument.1">
                  <p:embed/>
                </p:oleObj>
              </mc:Choice>
              <mc:Fallback>
                <p:oleObj name="think-cell Slide" r:id="rId4" imgW="270" imgH="270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Picture 3"/>
          <p:cNvPicPr>
            <a:picLocks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5339" cy="109703"/>
          </a:xfrm>
          <a:prstGeom prst="rect">
            <a:avLst/>
          </a:prstGeom>
        </p:spPr>
      </p:pic>
      <p:sp>
        <p:nvSpPr>
          <p:cNvPr id="7" name="TextBox 6"/>
          <p:cNvSpPr txBox="1"/>
          <p:nvPr userDrawn="1"/>
        </p:nvSpPr>
        <p:spPr>
          <a:xfrm>
            <a:off x="8841432" y="6392361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E8856DA-B77A-4A94-8E84-45BF77D9376B}" type="slidenum">
              <a:rPr lang="en-AU" sz="1200" noProof="0" smtClean="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AU" sz="1200" noProof="0" dirty="0">
              <a:solidFill>
                <a:schemeClr val="accent3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2" name="Content Placeholder 1"/>
          <p:cNvSpPr>
            <a:spLocks noGrp="1"/>
          </p:cNvSpPr>
          <p:nvPr>
            <p:ph sz="quarter" idx="13" hasCustomPrompt="1"/>
          </p:nvPr>
        </p:nvSpPr>
        <p:spPr>
          <a:xfrm>
            <a:off x="540000" y="1620000"/>
            <a:ext cx="8801345" cy="4392488"/>
          </a:xfrm>
        </p:spPr>
        <p:txBody>
          <a:bodyPr/>
          <a:lstStyle>
            <a:lvl1pPr marL="252000" marR="0" indent="-252000" algn="l" defTabSz="914349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 sz="1400">
                <a:solidFill>
                  <a:schemeClr val="bg2"/>
                </a:solidFill>
              </a:defRPr>
            </a:lvl1pPr>
            <a:lvl2pPr marL="504000" indent="-252000">
              <a:spcAft>
                <a:spcPts val="600"/>
              </a:spcAft>
              <a:buClrTx/>
              <a:buFont typeface="Segoe UI" panose="020B0502040204020203" pitchFamily="34" charset="0"/>
              <a:buChar char="–"/>
              <a:defRPr sz="1400">
                <a:solidFill>
                  <a:schemeClr val="bg2"/>
                </a:solidFill>
              </a:defRPr>
            </a:lvl2pPr>
            <a:lvl3pPr marL="756000" indent="-252000">
              <a:spcAft>
                <a:spcPts val="600"/>
              </a:spcAft>
              <a:buClrTx/>
              <a:buFont typeface="Arial" panose="020B0604020202020204" pitchFamily="34" charset="0"/>
              <a:buChar char="•"/>
              <a:defRPr sz="1400">
                <a:solidFill>
                  <a:schemeClr val="bg2"/>
                </a:solidFill>
              </a:defRPr>
            </a:lvl3pPr>
            <a:lvl4pPr marL="809955" indent="0">
              <a:buClr>
                <a:schemeClr val="accent4"/>
              </a:buClr>
              <a:buFont typeface="+mj-lt"/>
              <a:buNone/>
              <a:defRPr/>
            </a:lvl4pPr>
          </a:lstStyle>
          <a:p>
            <a:pPr lvl="0"/>
            <a:r>
              <a:rPr lang="en-AU" noProof="0" dirty="0"/>
              <a:t>Insert table of contents</a:t>
            </a:r>
          </a:p>
          <a:p>
            <a:pPr lvl="1"/>
            <a:r>
              <a:rPr lang="en-AU" noProof="0" dirty="0"/>
              <a:t>Second line</a:t>
            </a:r>
          </a:p>
          <a:p>
            <a:pPr lvl="2"/>
            <a:r>
              <a:rPr lang="en-AU" noProof="0" dirty="0"/>
              <a:t>Third line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58B5F87-2DA4-4B2D-A742-82FDB2DA919A}"/>
              </a:ext>
            </a:extLst>
          </p:cNvPr>
          <p:cNvSpPr txBox="1"/>
          <p:nvPr userDrawn="1"/>
        </p:nvSpPr>
        <p:spPr>
          <a:xfrm>
            <a:off x="540000" y="504000"/>
            <a:ext cx="8784976" cy="482313"/>
          </a:xfrm>
          <a:prstGeom prst="rect">
            <a:avLst/>
          </a:prstGeom>
          <a:noFill/>
        </p:spPr>
        <p:txBody>
          <a:bodyPr wrap="square" lIns="0" tIns="46800" rIns="0" bIns="46800" rtlCol="0" anchor="ctr" anchorCtr="0">
            <a:spAutoFit/>
          </a:bodyPr>
          <a:lstStyle/>
          <a:p>
            <a:pPr>
              <a:lnSpc>
                <a:spcPct val="90000"/>
              </a:lnSpc>
            </a:pPr>
            <a:r>
              <a:rPr lang="en-AU" sz="2800" noProof="0" dirty="0">
                <a:solidFill>
                  <a:schemeClr val="bg2"/>
                </a:solidFill>
                <a:latin typeface="+mj-lt"/>
              </a:rPr>
              <a:t>Contents</a:t>
            </a:r>
          </a:p>
        </p:txBody>
      </p:sp>
    </p:spTree>
    <p:extLst>
      <p:ext uri="{BB962C8B-B14F-4D97-AF65-F5344CB8AC3E}">
        <p14:creationId xmlns:p14="http://schemas.microsoft.com/office/powerpoint/2010/main" val="4178676075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with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97377715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394" name="think-cell Slide" r:id="rId5" imgW="270" imgH="270" progId="TCLayout.ActiveDocument.1">
                  <p:embed/>
                </p:oleObj>
              </mc:Choice>
              <mc:Fallback>
                <p:oleObj name="think-cell Slide" r:id="rId5" imgW="270" imgH="270" progId="TCLayout.ActiveDocument.1">
                  <p:embed/>
                  <p:pic>
                    <p:nvPicPr>
                      <p:cNvPr id="4" name="Object 3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AU" sz="2800" b="0" i="0" baseline="0" dirty="0">
              <a:latin typeface="Segoe UI Semibold"/>
              <a:ea typeface="+mj-ea"/>
              <a:cs typeface="+mj-cs"/>
              <a:sym typeface="Segoe UI Semibold"/>
            </a:endParaRPr>
          </a:p>
        </p:txBody>
      </p:sp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540000" y="504000"/>
            <a:ext cx="8820000" cy="480117"/>
          </a:xfrm>
        </p:spPr>
        <p:txBody>
          <a:bodyPr anchor="ctr" anchorCtr="0">
            <a:spAutoFit/>
          </a:bodyPr>
          <a:lstStyle>
            <a:lvl1pPr marL="0" marR="0" indent="0" algn="l" defTabSz="914349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/>
            </a:lvl1pPr>
          </a:lstStyle>
          <a:p>
            <a:pPr lvl="0"/>
            <a:r>
              <a:rPr lang="en-AU" noProof="0" dirty="0"/>
              <a:t>Governing thought</a:t>
            </a:r>
          </a:p>
        </p:txBody>
      </p:sp>
      <p:pic>
        <p:nvPicPr>
          <p:cNvPr id="21" name="Picture 20"/>
          <p:cNvPicPr>
            <a:picLocks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5339" cy="109703"/>
          </a:xfrm>
          <a:prstGeom prst="rect">
            <a:avLst/>
          </a:prstGeom>
        </p:spPr>
      </p:pic>
      <p:sp>
        <p:nvSpPr>
          <p:cNvPr id="3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539999" y="5918390"/>
            <a:ext cx="8820000" cy="276985"/>
          </a:xfrm>
        </p:spPr>
        <p:txBody>
          <a:bodyPr anchor="ctr">
            <a:spAutoFit/>
          </a:bodyPr>
          <a:lstStyle>
            <a:lvl1pPr>
              <a:defRPr sz="1200"/>
            </a:lvl1pPr>
          </a:lstStyle>
          <a:p>
            <a:pPr lvl="0"/>
            <a:r>
              <a:rPr lang="en-AU" noProof="0" dirty="0"/>
              <a:t>Source</a:t>
            </a:r>
          </a:p>
        </p:txBody>
      </p:sp>
      <p:sp>
        <p:nvSpPr>
          <p:cNvPr id="5" name="TextBox 4"/>
          <p:cNvSpPr txBox="1"/>
          <p:nvPr userDrawn="1"/>
        </p:nvSpPr>
        <p:spPr>
          <a:xfrm>
            <a:off x="8841432" y="6392361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E8856DA-B77A-4A94-8E84-45BF77D9376B}" type="slidenum">
              <a:rPr lang="en-AU" sz="1200" noProof="0" smtClean="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AU" sz="1200" noProof="0" dirty="0">
              <a:solidFill>
                <a:schemeClr val="accent3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2488583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with Title_contents head_uni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hart 1">
            <a:extLst>
              <a:ext uri="{FF2B5EF4-FFF2-40B4-BE49-F238E27FC236}">
                <a16:creationId xmlns:a16="http://schemas.microsoft.com/office/drawing/2014/main" id="{D8AA666C-6CE6-4C82-B9A8-71FCDFFC88A2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40000" y="1619999"/>
            <a:ext cx="8820000" cy="4068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  <a:lvl2pPr>
              <a:buClrTx/>
              <a:defRPr>
                <a:solidFill>
                  <a:schemeClr val="bg2"/>
                </a:solidFill>
              </a:defRPr>
            </a:lvl2pPr>
            <a:lvl3pPr>
              <a:buClrTx/>
              <a:defRPr>
                <a:solidFill>
                  <a:schemeClr val="bg2"/>
                </a:solidFill>
              </a:defRPr>
            </a:lvl3pPr>
            <a:lvl4pPr>
              <a:buClrTx/>
              <a:defRPr>
                <a:solidFill>
                  <a:schemeClr val="bg2"/>
                </a:solidFill>
              </a:defRPr>
            </a:lvl4pPr>
            <a:lvl5pPr>
              <a:buClrTx/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graphicFrame>
        <p:nvGraphicFramePr>
          <p:cNvPr id="4" name="Object 3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89516920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418" name="think-cell Slide" r:id="rId5" imgW="270" imgH="270" progId="TCLayout.ActiveDocument.1">
                  <p:embed/>
                </p:oleObj>
              </mc:Choice>
              <mc:Fallback>
                <p:oleObj name="think-cell Slide" r:id="rId5" imgW="270" imgH="270" progId="TCLayout.ActiveDocument.1">
                  <p:embed/>
                  <p:pic>
                    <p:nvPicPr>
                      <p:cNvPr id="4" name="Object 3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AU" sz="2800" b="0" i="0" baseline="0" dirty="0">
              <a:latin typeface="Segoe UI Semibold"/>
              <a:ea typeface="+mj-ea"/>
              <a:cs typeface="+mj-cs"/>
              <a:sym typeface="Segoe UI Semibold"/>
            </a:endParaRPr>
          </a:p>
        </p:txBody>
      </p:sp>
      <p:sp>
        <p:nvSpPr>
          <p:cNvPr id="7" name="Governing Thought"/>
          <p:cNvSpPr>
            <a:spLocks noGrp="1"/>
          </p:cNvSpPr>
          <p:nvPr>
            <p:ph type="title" hasCustomPrompt="1"/>
          </p:nvPr>
        </p:nvSpPr>
        <p:spPr>
          <a:xfrm>
            <a:off x="540000" y="504000"/>
            <a:ext cx="8820000" cy="480117"/>
          </a:xfrm>
        </p:spPr>
        <p:txBody>
          <a:bodyPr anchor="ctr" anchorCtr="0">
            <a:spAutoFit/>
          </a:bodyPr>
          <a:lstStyle>
            <a:lvl1pPr marL="0" marR="0" indent="0" algn="l" defTabSz="914349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/>
            </a:lvl1pPr>
          </a:lstStyle>
          <a:p>
            <a:pPr lvl="0"/>
            <a:r>
              <a:rPr lang="en-AU" noProof="0" dirty="0"/>
              <a:t>Governing thought</a:t>
            </a:r>
          </a:p>
        </p:txBody>
      </p:sp>
      <p:pic>
        <p:nvPicPr>
          <p:cNvPr id="21" name="Picture 20"/>
          <p:cNvPicPr>
            <a:picLocks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5339" cy="109703"/>
          </a:xfrm>
          <a:prstGeom prst="rect">
            <a:avLst/>
          </a:prstGeom>
        </p:spPr>
      </p:pic>
      <p:sp>
        <p:nvSpPr>
          <p:cNvPr id="3" name="Source"/>
          <p:cNvSpPr>
            <a:spLocks noGrp="1"/>
          </p:cNvSpPr>
          <p:nvPr>
            <p:ph type="body" sz="quarter" idx="10" hasCustomPrompt="1"/>
          </p:nvPr>
        </p:nvSpPr>
        <p:spPr>
          <a:xfrm>
            <a:off x="539999" y="5918390"/>
            <a:ext cx="8820000" cy="276985"/>
          </a:xfrm>
        </p:spPr>
        <p:txBody>
          <a:bodyPr anchor="ctr">
            <a:spAutoFit/>
          </a:bodyPr>
          <a:lstStyle>
            <a:lvl1pPr>
              <a:defRPr sz="1200"/>
            </a:lvl1pPr>
          </a:lstStyle>
          <a:p>
            <a:pPr lvl="0"/>
            <a:r>
              <a:rPr lang="en-AU" noProof="0" dirty="0"/>
              <a:t>Source</a:t>
            </a:r>
          </a:p>
        </p:txBody>
      </p:sp>
      <p:sp>
        <p:nvSpPr>
          <p:cNvPr id="5" name="TextBox 4"/>
          <p:cNvSpPr txBox="1"/>
          <p:nvPr userDrawn="1"/>
        </p:nvSpPr>
        <p:spPr>
          <a:xfrm>
            <a:off x="8841432" y="6392361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E8856DA-B77A-4A94-8E84-45BF77D9376B}" type="slidenum">
              <a:rPr lang="en-AU" sz="1200" noProof="0" smtClean="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AU" sz="1200" noProof="0" dirty="0">
              <a:solidFill>
                <a:schemeClr val="accent3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3898135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/4 page content_no sub_content he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17848156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42" name="think-cell Slide" r:id="rId5" imgW="270" imgH="270" progId="TCLayout.ActiveDocument.1">
                  <p:embed/>
                </p:oleObj>
              </mc:Choice>
              <mc:Fallback>
                <p:oleObj name="think-cell Slide" r:id="rId5" imgW="270" imgH="270" progId="TCLayout.ActiveDocument.1">
                  <p:embed/>
                  <p:pic>
                    <p:nvPicPr>
                      <p:cNvPr id="4" name="Object 3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AU" sz="2800" b="0" i="0" baseline="0" dirty="0">
              <a:latin typeface="Segoe UI Semibold"/>
              <a:ea typeface="+mj-ea"/>
              <a:cs typeface="+mj-cs"/>
              <a:sym typeface="Segoe UI Semibold"/>
            </a:endParaRPr>
          </a:p>
        </p:txBody>
      </p:sp>
      <p:sp>
        <p:nvSpPr>
          <p:cNvPr id="7" name="Governing Thought"/>
          <p:cNvSpPr>
            <a:spLocks noGrp="1"/>
          </p:cNvSpPr>
          <p:nvPr>
            <p:ph type="title" hasCustomPrompt="1"/>
          </p:nvPr>
        </p:nvSpPr>
        <p:spPr>
          <a:xfrm>
            <a:off x="540000" y="504000"/>
            <a:ext cx="8820000" cy="480117"/>
          </a:xfrm>
        </p:spPr>
        <p:txBody>
          <a:bodyPr anchor="ctr" anchorCtr="0">
            <a:spAutoFit/>
          </a:bodyPr>
          <a:lstStyle>
            <a:lvl1pPr marL="0" marR="0" indent="0" algn="l" defTabSz="914349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/>
            </a:lvl1pPr>
          </a:lstStyle>
          <a:p>
            <a:pPr lvl="0"/>
            <a:r>
              <a:rPr lang="en-AU" noProof="0" dirty="0"/>
              <a:t>Governing thought</a:t>
            </a:r>
          </a:p>
        </p:txBody>
      </p:sp>
      <p:pic>
        <p:nvPicPr>
          <p:cNvPr id="21" name="Picture 20"/>
          <p:cNvPicPr>
            <a:picLocks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5339" cy="109703"/>
          </a:xfrm>
          <a:prstGeom prst="rect">
            <a:avLst/>
          </a:prstGeom>
        </p:spPr>
      </p:pic>
      <p:sp>
        <p:nvSpPr>
          <p:cNvPr id="3" name="Source"/>
          <p:cNvSpPr>
            <a:spLocks noGrp="1"/>
          </p:cNvSpPr>
          <p:nvPr>
            <p:ph type="body" sz="quarter" idx="10" hasCustomPrompt="1"/>
          </p:nvPr>
        </p:nvSpPr>
        <p:spPr>
          <a:xfrm>
            <a:off x="539999" y="5918390"/>
            <a:ext cx="8820000" cy="276985"/>
          </a:xfrm>
        </p:spPr>
        <p:txBody>
          <a:bodyPr anchor="ctr">
            <a:spAutoFit/>
          </a:bodyPr>
          <a:lstStyle>
            <a:lvl1pPr>
              <a:defRPr sz="1200"/>
            </a:lvl1pPr>
          </a:lstStyle>
          <a:p>
            <a:pPr lvl="0"/>
            <a:r>
              <a:rPr lang="en-AU" noProof="0" dirty="0"/>
              <a:t>Source</a:t>
            </a:r>
          </a:p>
        </p:txBody>
      </p:sp>
      <p:sp>
        <p:nvSpPr>
          <p:cNvPr id="5" name="TextBox 4"/>
          <p:cNvSpPr txBox="1"/>
          <p:nvPr userDrawn="1"/>
        </p:nvSpPr>
        <p:spPr>
          <a:xfrm>
            <a:off x="8841432" y="6392361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E8856DA-B77A-4A94-8E84-45BF77D9376B}" type="slidenum">
              <a:rPr lang="en-AU" sz="1200" noProof="0" smtClean="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AU" sz="1200" noProof="0" dirty="0">
              <a:solidFill>
                <a:schemeClr val="accent3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" name="Chart 1">
            <a:extLst>
              <a:ext uri="{FF2B5EF4-FFF2-40B4-BE49-F238E27FC236}">
                <a16:creationId xmlns:a16="http://schemas.microsoft.com/office/drawing/2014/main" id="{802E6A79-0037-44DD-8651-CBF292ED854F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40000" y="2035175"/>
            <a:ext cx="8820000" cy="365282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  <a:lvl2pPr>
              <a:buClrTx/>
              <a:defRPr>
                <a:solidFill>
                  <a:schemeClr val="bg2"/>
                </a:solidFill>
              </a:defRPr>
            </a:lvl2pPr>
            <a:lvl3pPr>
              <a:buClrTx/>
              <a:defRPr>
                <a:solidFill>
                  <a:schemeClr val="bg2"/>
                </a:solidFill>
              </a:defRPr>
            </a:lvl3pPr>
            <a:lvl4pPr>
              <a:buClrTx/>
              <a:defRPr>
                <a:solidFill>
                  <a:schemeClr val="bg2"/>
                </a:solidFill>
              </a:defRPr>
            </a:lvl4pPr>
            <a:lvl5pPr>
              <a:buClrTx/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FEAC0F1C-4096-437F-8942-DC5A70BD192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1338" y="1628775"/>
            <a:ext cx="8824912" cy="246221"/>
          </a:xfrm>
        </p:spPr>
        <p:txBody>
          <a:bodyPr vert="horz" lIns="0" tIns="0" rIns="0" bIns="0" rtlCol="0" anchor="t" anchorCtr="0">
            <a:spAutoFit/>
          </a:bodyPr>
          <a:lstStyle>
            <a:lvl1pPr>
              <a:defRPr lang="en-AU" sz="1600" dirty="0">
                <a:solidFill>
                  <a:schemeClr val="bg2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</a:lstStyle>
          <a:p>
            <a:pPr lvl="0"/>
            <a:r>
              <a:rPr lang="en-US" dirty="0"/>
              <a:t>Content heading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240992015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/4 page content_no sub_content head_uni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88277223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466" name="think-cell Slide" r:id="rId5" imgW="270" imgH="270" progId="TCLayout.ActiveDocument.1">
                  <p:embed/>
                </p:oleObj>
              </mc:Choice>
              <mc:Fallback>
                <p:oleObj name="think-cell Slide" r:id="rId5" imgW="270" imgH="270" progId="TCLayout.ActiveDocument.1">
                  <p:embed/>
                  <p:pic>
                    <p:nvPicPr>
                      <p:cNvPr id="4" name="Object 3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AU" sz="2800" b="0" i="0" baseline="0" dirty="0">
              <a:latin typeface="Segoe UI Semibold"/>
              <a:ea typeface="+mj-ea"/>
              <a:cs typeface="+mj-cs"/>
              <a:sym typeface="Segoe UI Semibold"/>
            </a:endParaRPr>
          </a:p>
        </p:txBody>
      </p:sp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540000" y="504000"/>
            <a:ext cx="8820000" cy="480117"/>
          </a:xfrm>
        </p:spPr>
        <p:txBody>
          <a:bodyPr anchor="ctr" anchorCtr="0">
            <a:spAutoFit/>
          </a:bodyPr>
          <a:lstStyle>
            <a:lvl1pPr marL="0" marR="0" indent="0" algn="l" defTabSz="914349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/>
            </a:lvl1pPr>
          </a:lstStyle>
          <a:p>
            <a:pPr lvl="0"/>
            <a:r>
              <a:rPr lang="en-AU" noProof="0" dirty="0"/>
              <a:t>Governing thought</a:t>
            </a:r>
          </a:p>
        </p:txBody>
      </p:sp>
      <p:pic>
        <p:nvPicPr>
          <p:cNvPr id="21" name="Picture 20"/>
          <p:cNvPicPr>
            <a:picLocks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5339" cy="109703"/>
          </a:xfrm>
          <a:prstGeom prst="rect">
            <a:avLst/>
          </a:prstGeom>
        </p:spPr>
      </p:pic>
      <p:sp>
        <p:nvSpPr>
          <p:cNvPr id="3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539999" y="5918390"/>
            <a:ext cx="8820000" cy="276985"/>
          </a:xfrm>
        </p:spPr>
        <p:txBody>
          <a:bodyPr anchor="ctr">
            <a:spAutoFit/>
          </a:bodyPr>
          <a:lstStyle>
            <a:lvl1pPr>
              <a:defRPr sz="1200"/>
            </a:lvl1pPr>
          </a:lstStyle>
          <a:p>
            <a:pPr lvl="0"/>
            <a:r>
              <a:rPr lang="en-AU" noProof="0" dirty="0"/>
              <a:t>Source</a:t>
            </a:r>
          </a:p>
        </p:txBody>
      </p:sp>
      <p:sp>
        <p:nvSpPr>
          <p:cNvPr id="5" name="TextBox 4"/>
          <p:cNvSpPr txBox="1"/>
          <p:nvPr userDrawn="1"/>
        </p:nvSpPr>
        <p:spPr>
          <a:xfrm>
            <a:off x="8841432" y="6392361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E8856DA-B77A-4A94-8E84-45BF77D9376B}" type="slidenum">
              <a:rPr lang="en-AU" sz="1200" noProof="0" smtClean="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AU" sz="1200" noProof="0" dirty="0">
              <a:solidFill>
                <a:schemeClr val="accent3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802E6A79-0037-44DD-8651-CBF292ED854F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40000" y="2368731"/>
            <a:ext cx="8820000" cy="3319267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  <a:lvl2pPr>
              <a:buClrTx/>
              <a:defRPr>
                <a:solidFill>
                  <a:schemeClr val="bg2"/>
                </a:solidFill>
              </a:defRPr>
            </a:lvl2pPr>
            <a:lvl3pPr>
              <a:buClrTx/>
              <a:defRPr>
                <a:solidFill>
                  <a:schemeClr val="bg2"/>
                </a:solidFill>
              </a:defRPr>
            </a:lvl3pPr>
            <a:lvl4pPr>
              <a:buClrTx/>
              <a:defRPr>
                <a:solidFill>
                  <a:schemeClr val="bg2"/>
                </a:solidFill>
              </a:defRPr>
            </a:lvl4pPr>
            <a:lvl5pPr>
              <a:buClrTx/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FEAC0F1C-4096-437F-8942-DC5A70BD192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1338" y="1628775"/>
            <a:ext cx="8824912" cy="246221"/>
          </a:xfrm>
        </p:spPr>
        <p:txBody>
          <a:bodyPr vert="horz" lIns="0" tIns="0" rIns="0" bIns="0" rtlCol="0" anchor="t" anchorCtr="0">
            <a:spAutoFit/>
          </a:bodyPr>
          <a:lstStyle>
            <a:lvl1pPr>
              <a:defRPr lang="en-AU" sz="1600" dirty="0">
                <a:solidFill>
                  <a:schemeClr val="bg2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</a:lstStyle>
          <a:p>
            <a:pPr lvl="0"/>
            <a:r>
              <a:rPr lang="en-US" dirty="0"/>
              <a:t>Content heading</a:t>
            </a:r>
            <a:endParaRPr lang="en-AU" dirty="0"/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E04E09A2-5A41-46AE-B74F-78B620C6A11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2703" y="1971491"/>
            <a:ext cx="8824912" cy="215444"/>
          </a:xfrm>
        </p:spPr>
        <p:txBody>
          <a:bodyPr vert="horz" lIns="0" tIns="0" rIns="0" bIns="0" rtlCol="0" anchor="t" anchorCtr="0">
            <a:spAutoFit/>
          </a:bodyPr>
          <a:lstStyle>
            <a:lvl1pPr>
              <a:defRPr lang="en-AU" sz="1400" dirty="0">
                <a:solidFill>
                  <a:schemeClr val="bg2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</a:lstStyle>
          <a:p>
            <a:pPr lvl="0"/>
            <a:r>
              <a:rPr lang="en-US" dirty="0"/>
              <a:t>Units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236316138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/4 page content blue_no su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F4E247F6-39DC-4443-9F8F-E9D7771A7078}"/>
              </a:ext>
            </a:extLst>
          </p:cNvPr>
          <p:cNvSpPr/>
          <p:nvPr userDrawn="1"/>
        </p:nvSpPr>
        <p:spPr>
          <a:xfrm>
            <a:off x="0" y="1368000"/>
            <a:ext cx="9907200" cy="493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AU" noProof="0"/>
          </a:p>
        </p:txBody>
      </p:sp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82740988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490" name="think-cell Slide" r:id="rId4" imgW="270" imgH="270" progId="TCLayout.ActiveDocument.1">
                  <p:embed/>
                </p:oleObj>
              </mc:Choice>
              <mc:Fallback>
                <p:oleObj name="think-cell Slide" r:id="rId4" imgW="270" imgH="270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Picture 3"/>
          <p:cNvPicPr>
            <a:picLocks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5339" cy="109703"/>
          </a:xfrm>
          <a:prstGeom prst="rect">
            <a:avLst/>
          </a:prstGeom>
        </p:spPr>
      </p:pic>
      <p:sp>
        <p:nvSpPr>
          <p:cNvPr id="7" name="TextBox 6"/>
          <p:cNvSpPr txBox="1"/>
          <p:nvPr userDrawn="1"/>
        </p:nvSpPr>
        <p:spPr>
          <a:xfrm>
            <a:off x="8841432" y="6392361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E8856DA-B77A-4A94-8E84-45BF77D9376B}" type="slidenum">
              <a:rPr lang="en-AU" sz="1200" noProof="0" smtClean="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AU" sz="1200" noProof="0" dirty="0">
              <a:solidFill>
                <a:schemeClr val="accent3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2"/>
          </p:nvPr>
        </p:nvSpPr>
        <p:spPr>
          <a:xfrm>
            <a:off x="540000" y="1619999"/>
            <a:ext cx="8820000" cy="4068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buClrTx/>
              <a:defRPr>
                <a:solidFill>
                  <a:schemeClr val="bg1"/>
                </a:solidFill>
              </a:defRPr>
            </a:lvl2pPr>
            <a:lvl3pPr>
              <a:buClrTx/>
              <a:defRPr>
                <a:solidFill>
                  <a:schemeClr val="bg1"/>
                </a:solidFill>
              </a:defRPr>
            </a:lvl3pPr>
            <a:lvl4pPr>
              <a:buClrTx/>
              <a:defRPr>
                <a:solidFill>
                  <a:schemeClr val="bg1"/>
                </a:solidFill>
              </a:defRPr>
            </a:lvl4pPr>
            <a:lvl5pPr>
              <a:buClrTx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13" name="Text Placeholder 2"/>
          <p:cNvSpPr>
            <a:spLocks noGrp="1"/>
          </p:cNvSpPr>
          <p:nvPr>
            <p:ph type="body" sz="quarter" idx="31" hasCustomPrompt="1"/>
          </p:nvPr>
        </p:nvSpPr>
        <p:spPr>
          <a:xfrm>
            <a:off x="539999" y="5882795"/>
            <a:ext cx="8820000" cy="276985"/>
          </a:xfrm>
        </p:spPr>
        <p:txBody>
          <a:bodyPr anchor="ctr">
            <a:sp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AU" noProof="0" dirty="0"/>
              <a:t>Source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A3F1DE0C-13EB-4B43-824F-69C3FDCA09C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504000"/>
            <a:ext cx="8820000" cy="480117"/>
          </a:xfrm>
        </p:spPr>
        <p:txBody>
          <a:bodyPr anchor="ctr" anchorCtr="0">
            <a:spAutoFit/>
          </a:bodyPr>
          <a:lstStyle>
            <a:lvl1pPr marL="0" marR="0" indent="0" algn="l" defTabSz="914349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/>
            </a:lvl1pPr>
          </a:lstStyle>
          <a:p>
            <a:pPr lvl="0"/>
            <a:r>
              <a:rPr lang="en-AU" noProof="0" dirty="0"/>
              <a:t>Governing thought</a:t>
            </a:r>
          </a:p>
        </p:txBody>
      </p:sp>
    </p:spTree>
    <p:extLst>
      <p:ext uri="{BB962C8B-B14F-4D97-AF65-F5344CB8AC3E}">
        <p14:creationId xmlns:p14="http://schemas.microsoft.com/office/powerpoint/2010/main" val="3980955775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/4 page content blue_no sub_content he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F4E247F6-39DC-4443-9F8F-E9D7771A7078}"/>
              </a:ext>
            </a:extLst>
          </p:cNvPr>
          <p:cNvSpPr/>
          <p:nvPr userDrawn="1"/>
        </p:nvSpPr>
        <p:spPr>
          <a:xfrm>
            <a:off x="0" y="1368000"/>
            <a:ext cx="9907200" cy="493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AU" noProof="0"/>
          </a:p>
        </p:txBody>
      </p:sp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924795571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514" name="think-cell Slide" r:id="rId4" imgW="270" imgH="270" progId="TCLayout.ActiveDocument.1">
                  <p:embed/>
                </p:oleObj>
              </mc:Choice>
              <mc:Fallback>
                <p:oleObj name="think-cell Slide" r:id="rId4" imgW="270" imgH="270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Picture 3"/>
          <p:cNvPicPr>
            <a:picLocks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5339" cy="109703"/>
          </a:xfrm>
          <a:prstGeom prst="rect">
            <a:avLst/>
          </a:prstGeom>
        </p:spPr>
      </p:pic>
      <p:sp>
        <p:nvSpPr>
          <p:cNvPr id="7" name="TextBox 6"/>
          <p:cNvSpPr txBox="1"/>
          <p:nvPr userDrawn="1"/>
        </p:nvSpPr>
        <p:spPr>
          <a:xfrm>
            <a:off x="8841432" y="6392361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E8856DA-B77A-4A94-8E84-45BF77D9376B}" type="slidenum">
              <a:rPr lang="en-AU" sz="1200" noProof="0" smtClean="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AU" sz="1200" noProof="0" dirty="0">
              <a:solidFill>
                <a:schemeClr val="accent3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3" name="Text Placeholder 2"/>
          <p:cNvSpPr>
            <a:spLocks noGrp="1"/>
          </p:cNvSpPr>
          <p:nvPr>
            <p:ph type="body" sz="quarter" idx="31" hasCustomPrompt="1"/>
          </p:nvPr>
        </p:nvSpPr>
        <p:spPr>
          <a:xfrm>
            <a:off x="539999" y="5882795"/>
            <a:ext cx="8820000" cy="276985"/>
          </a:xfrm>
        </p:spPr>
        <p:txBody>
          <a:bodyPr anchor="ctr">
            <a:sp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AU" noProof="0" dirty="0"/>
              <a:t>Source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A3F1DE0C-13EB-4B43-824F-69C3FDCA09C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504000"/>
            <a:ext cx="8820000" cy="480117"/>
          </a:xfrm>
        </p:spPr>
        <p:txBody>
          <a:bodyPr anchor="ctr" anchorCtr="0">
            <a:spAutoFit/>
          </a:bodyPr>
          <a:lstStyle>
            <a:lvl1pPr marL="0" marR="0" indent="0" algn="l" defTabSz="914349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/>
            </a:lvl1pPr>
          </a:lstStyle>
          <a:p>
            <a:pPr lvl="0"/>
            <a:r>
              <a:rPr lang="en-AU" noProof="0" dirty="0"/>
              <a:t>Governing thought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AADC5A96-FA16-4344-93CF-6748E16C13BA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40000" y="2035175"/>
            <a:ext cx="8820000" cy="365282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buClrTx/>
              <a:defRPr>
                <a:solidFill>
                  <a:schemeClr val="bg1"/>
                </a:solidFill>
              </a:defRPr>
            </a:lvl2pPr>
            <a:lvl3pPr>
              <a:buClrTx/>
              <a:defRPr>
                <a:solidFill>
                  <a:schemeClr val="bg1"/>
                </a:solidFill>
              </a:defRPr>
            </a:lvl3pPr>
            <a:lvl4pPr>
              <a:buClrTx/>
              <a:defRPr>
                <a:solidFill>
                  <a:schemeClr val="bg1"/>
                </a:solidFill>
              </a:defRPr>
            </a:lvl4pPr>
            <a:lvl5pPr>
              <a:buClrTx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F1F7953F-536E-416B-932F-2064350E119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1338" y="1628775"/>
            <a:ext cx="8824912" cy="246221"/>
          </a:xfrm>
        </p:spPr>
        <p:txBody>
          <a:bodyPr vert="horz" lIns="0" tIns="0" rIns="0" bIns="0" rtlCol="0" anchor="t" anchorCtr="0">
            <a:spAutoFit/>
          </a:bodyPr>
          <a:lstStyle>
            <a:lvl1pPr>
              <a:defRPr lang="en-AU" sz="1600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</a:lstStyle>
          <a:p>
            <a:pPr lvl="0"/>
            <a:r>
              <a:rPr lang="en-US" dirty="0"/>
              <a:t>Content heading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186590975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/4 page content blue_no sub_content head_uni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F4E247F6-39DC-4443-9F8F-E9D7771A7078}"/>
              </a:ext>
            </a:extLst>
          </p:cNvPr>
          <p:cNvSpPr/>
          <p:nvPr userDrawn="1"/>
        </p:nvSpPr>
        <p:spPr>
          <a:xfrm>
            <a:off x="0" y="1368000"/>
            <a:ext cx="9907200" cy="493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AU" noProof="0"/>
          </a:p>
        </p:txBody>
      </p:sp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697230395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538" name="think-cell Slide" r:id="rId4" imgW="270" imgH="270" progId="TCLayout.ActiveDocument.1">
                  <p:embed/>
                </p:oleObj>
              </mc:Choice>
              <mc:Fallback>
                <p:oleObj name="think-cell Slide" r:id="rId4" imgW="270" imgH="270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Picture 3"/>
          <p:cNvPicPr>
            <a:picLocks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5339" cy="109703"/>
          </a:xfrm>
          <a:prstGeom prst="rect">
            <a:avLst/>
          </a:prstGeom>
        </p:spPr>
      </p:pic>
      <p:sp>
        <p:nvSpPr>
          <p:cNvPr id="7" name="TextBox 6"/>
          <p:cNvSpPr txBox="1"/>
          <p:nvPr userDrawn="1"/>
        </p:nvSpPr>
        <p:spPr>
          <a:xfrm>
            <a:off x="8841432" y="6392361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E8856DA-B77A-4A94-8E84-45BF77D9376B}" type="slidenum">
              <a:rPr lang="en-AU" sz="1200" noProof="0" smtClean="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AU" sz="1200" noProof="0" dirty="0">
              <a:solidFill>
                <a:schemeClr val="accent3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3" name="Text Placeholder 2"/>
          <p:cNvSpPr>
            <a:spLocks noGrp="1"/>
          </p:cNvSpPr>
          <p:nvPr>
            <p:ph type="body" sz="quarter" idx="31" hasCustomPrompt="1"/>
          </p:nvPr>
        </p:nvSpPr>
        <p:spPr>
          <a:xfrm>
            <a:off x="539999" y="5882795"/>
            <a:ext cx="8820000" cy="276985"/>
          </a:xfrm>
        </p:spPr>
        <p:txBody>
          <a:bodyPr anchor="ctr">
            <a:sp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AU" noProof="0" dirty="0"/>
              <a:t>Source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A3F1DE0C-13EB-4B43-824F-69C3FDCA09C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504000"/>
            <a:ext cx="8820000" cy="480117"/>
          </a:xfrm>
        </p:spPr>
        <p:txBody>
          <a:bodyPr anchor="ctr" anchorCtr="0">
            <a:spAutoFit/>
          </a:bodyPr>
          <a:lstStyle>
            <a:lvl1pPr marL="0" marR="0" indent="0" algn="l" defTabSz="914349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/>
            </a:lvl1pPr>
          </a:lstStyle>
          <a:p>
            <a:pPr lvl="0"/>
            <a:r>
              <a:rPr lang="en-AU" noProof="0" dirty="0"/>
              <a:t>Governing thought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AADC5A96-FA16-4344-93CF-6748E16C13BA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40000" y="2348880"/>
            <a:ext cx="8820000" cy="333911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buClrTx/>
              <a:defRPr>
                <a:solidFill>
                  <a:schemeClr val="bg1"/>
                </a:solidFill>
              </a:defRPr>
            </a:lvl2pPr>
            <a:lvl3pPr>
              <a:buClrTx/>
              <a:defRPr>
                <a:solidFill>
                  <a:schemeClr val="bg1"/>
                </a:solidFill>
              </a:defRPr>
            </a:lvl3pPr>
            <a:lvl4pPr>
              <a:buClrTx/>
              <a:defRPr>
                <a:solidFill>
                  <a:schemeClr val="bg1"/>
                </a:solidFill>
              </a:defRPr>
            </a:lvl4pPr>
            <a:lvl5pPr>
              <a:buClrTx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F1F7953F-536E-416B-932F-2064350E119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1338" y="1628775"/>
            <a:ext cx="8824912" cy="246221"/>
          </a:xfrm>
        </p:spPr>
        <p:txBody>
          <a:bodyPr vert="horz" lIns="0" tIns="0" rIns="0" bIns="0" rtlCol="0" anchor="t" anchorCtr="0">
            <a:spAutoFit/>
          </a:bodyPr>
          <a:lstStyle>
            <a:lvl1pPr>
              <a:defRPr lang="en-AU" sz="1600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</a:lstStyle>
          <a:p>
            <a:pPr lvl="0"/>
            <a:r>
              <a:rPr lang="en-US" dirty="0"/>
              <a:t>Content heading</a:t>
            </a:r>
            <a:endParaRPr lang="en-AU" dirty="0"/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0FC6998-779A-4819-946A-CF80F08E51E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2703" y="1971491"/>
            <a:ext cx="8824912" cy="215444"/>
          </a:xfrm>
        </p:spPr>
        <p:txBody>
          <a:bodyPr vert="horz" lIns="0" tIns="0" rIns="0" bIns="0" rtlCol="0" anchor="t" anchorCtr="0">
            <a:spAutoFit/>
          </a:bodyPr>
          <a:lstStyle>
            <a:lvl1pPr>
              <a:defRPr lang="en-AU" sz="1400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</a:lstStyle>
          <a:p>
            <a:pPr lvl="0"/>
            <a:r>
              <a:rPr lang="en-US" dirty="0"/>
              <a:t>Units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768030413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/4 page content grey_no su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340E8DD2-61E7-4298-BBF6-EA71BF66B8F9}"/>
              </a:ext>
            </a:extLst>
          </p:cNvPr>
          <p:cNvSpPr/>
          <p:nvPr userDrawn="1"/>
        </p:nvSpPr>
        <p:spPr>
          <a:xfrm>
            <a:off x="0" y="1368000"/>
            <a:ext cx="9907200" cy="4932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AU" noProof="0"/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409B9FD0-7A65-4165-B1EF-F1E38C404766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40000" y="1619999"/>
            <a:ext cx="8820000" cy="4068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  <a:lvl2pPr>
              <a:buClrTx/>
              <a:defRPr>
                <a:solidFill>
                  <a:schemeClr val="bg2"/>
                </a:solidFill>
              </a:defRPr>
            </a:lvl2pPr>
            <a:lvl3pPr>
              <a:buClrTx/>
              <a:defRPr>
                <a:solidFill>
                  <a:schemeClr val="bg2"/>
                </a:solidFill>
              </a:defRPr>
            </a:lvl3pPr>
            <a:lvl4pPr>
              <a:buClrTx/>
              <a:defRPr>
                <a:solidFill>
                  <a:schemeClr val="bg2"/>
                </a:solidFill>
              </a:defRPr>
            </a:lvl4pPr>
            <a:lvl5pPr>
              <a:buClrTx/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619825462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562" name="think-cell Slide" r:id="rId4" imgW="270" imgH="270" progId="TCLayout.ActiveDocument.1">
                  <p:embed/>
                </p:oleObj>
              </mc:Choice>
              <mc:Fallback>
                <p:oleObj name="think-cell Slide" r:id="rId4" imgW="270" imgH="270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Picture 3"/>
          <p:cNvPicPr>
            <a:picLocks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5339" cy="109703"/>
          </a:xfrm>
          <a:prstGeom prst="rect">
            <a:avLst/>
          </a:prstGeom>
        </p:spPr>
      </p:pic>
      <p:sp>
        <p:nvSpPr>
          <p:cNvPr id="7" name="TextBox 6"/>
          <p:cNvSpPr txBox="1"/>
          <p:nvPr userDrawn="1"/>
        </p:nvSpPr>
        <p:spPr>
          <a:xfrm>
            <a:off x="8841432" y="6392361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E8856DA-B77A-4A94-8E84-45BF77D9376B}" type="slidenum">
              <a:rPr lang="en-AU" sz="1200" noProof="0" smtClean="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AU" sz="1200" noProof="0" dirty="0">
              <a:solidFill>
                <a:schemeClr val="accent3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4" name="Text Placeholder 2"/>
          <p:cNvSpPr>
            <a:spLocks noGrp="1"/>
          </p:cNvSpPr>
          <p:nvPr>
            <p:ph type="body" sz="quarter" idx="31" hasCustomPrompt="1"/>
          </p:nvPr>
        </p:nvSpPr>
        <p:spPr>
          <a:xfrm>
            <a:off x="539999" y="5882795"/>
            <a:ext cx="8820000" cy="276985"/>
          </a:xfrm>
        </p:spPr>
        <p:txBody>
          <a:bodyPr anchor="ctr">
            <a:spAutoFit/>
          </a:bodyPr>
          <a:lstStyle>
            <a:lvl1pPr>
              <a:defRPr sz="1200">
                <a:solidFill>
                  <a:schemeClr val="bg2"/>
                </a:solidFill>
              </a:defRPr>
            </a:lvl1pPr>
          </a:lstStyle>
          <a:p>
            <a:pPr lvl="0"/>
            <a:r>
              <a:rPr lang="en-AU" noProof="0" dirty="0"/>
              <a:t>Source</a:t>
            </a: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94665714-6FB3-428B-BC2F-738C695E23D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504000"/>
            <a:ext cx="8820000" cy="480117"/>
          </a:xfrm>
        </p:spPr>
        <p:txBody>
          <a:bodyPr anchor="ctr" anchorCtr="0">
            <a:spAutoFit/>
          </a:bodyPr>
          <a:lstStyle>
            <a:lvl1pPr marL="0" marR="0" indent="0" algn="l" defTabSz="914349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>
                <a:solidFill>
                  <a:schemeClr val="bg2"/>
                </a:solidFill>
              </a:defRPr>
            </a:lvl1pPr>
          </a:lstStyle>
          <a:p>
            <a:pPr lvl="0"/>
            <a:r>
              <a:rPr lang="en-AU" noProof="0" dirty="0"/>
              <a:t>Governing thought</a:t>
            </a:r>
          </a:p>
        </p:txBody>
      </p:sp>
    </p:spTree>
    <p:extLst>
      <p:ext uri="{BB962C8B-B14F-4D97-AF65-F5344CB8AC3E}">
        <p14:creationId xmlns:p14="http://schemas.microsoft.com/office/powerpoint/2010/main" val="4256267852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/4 page content grey_no sub_content he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340E8DD2-61E7-4298-BBF6-EA71BF66B8F9}"/>
              </a:ext>
            </a:extLst>
          </p:cNvPr>
          <p:cNvSpPr/>
          <p:nvPr userDrawn="1"/>
        </p:nvSpPr>
        <p:spPr>
          <a:xfrm>
            <a:off x="0" y="1368000"/>
            <a:ext cx="9907200" cy="4932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AU" noProof="0"/>
          </a:p>
        </p:txBody>
      </p:sp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486335535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586" name="think-cell Slide" r:id="rId4" imgW="270" imgH="270" progId="TCLayout.ActiveDocument.1">
                  <p:embed/>
                </p:oleObj>
              </mc:Choice>
              <mc:Fallback>
                <p:oleObj name="think-cell Slide" r:id="rId4" imgW="270" imgH="270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Picture 3"/>
          <p:cNvPicPr>
            <a:picLocks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5339" cy="109703"/>
          </a:xfrm>
          <a:prstGeom prst="rect">
            <a:avLst/>
          </a:prstGeom>
        </p:spPr>
      </p:pic>
      <p:sp>
        <p:nvSpPr>
          <p:cNvPr id="7" name="TextBox 6"/>
          <p:cNvSpPr txBox="1"/>
          <p:nvPr userDrawn="1"/>
        </p:nvSpPr>
        <p:spPr>
          <a:xfrm>
            <a:off x="8841432" y="6392361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E8856DA-B77A-4A94-8E84-45BF77D9376B}" type="slidenum">
              <a:rPr lang="en-AU" sz="1200" noProof="0" smtClean="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AU" sz="1200" noProof="0" dirty="0">
              <a:solidFill>
                <a:schemeClr val="accent3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4" name="Text Placeholder 2"/>
          <p:cNvSpPr>
            <a:spLocks noGrp="1"/>
          </p:cNvSpPr>
          <p:nvPr>
            <p:ph type="body" sz="quarter" idx="31" hasCustomPrompt="1"/>
          </p:nvPr>
        </p:nvSpPr>
        <p:spPr>
          <a:xfrm>
            <a:off x="539999" y="5882795"/>
            <a:ext cx="8820000" cy="276985"/>
          </a:xfrm>
        </p:spPr>
        <p:txBody>
          <a:bodyPr anchor="ctr">
            <a:spAutoFit/>
          </a:bodyPr>
          <a:lstStyle>
            <a:lvl1pPr>
              <a:defRPr sz="1200">
                <a:solidFill>
                  <a:schemeClr val="bg2"/>
                </a:solidFill>
              </a:defRPr>
            </a:lvl1pPr>
          </a:lstStyle>
          <a:p>
            <a:pPr lvl="0"/>
            <a:r>
              <a:rPr lang="en-AU" noProof="0" dirty="0"/>
              <a:t>Source</a:t>
            </a: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94665714-6FB3-428B-BC2F-738C695E23D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504000"/>
            <a:ext cx="8820000" cy="480117"/>
          </a:xfrm>
        </p:spPr>
        <p:txBody>
          <a:bodyPr anchor="ctr" anchorCtr="0">
            <a:spAutoFit/>
          </a:bodyPr>
          <a:lstStyle>
            <a:lvl1pPr marL="0" marR="0" indent="0" algn="l" defTabSz="914349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>
                <a:solidFill>
                  <a:schemeClr val="bg2"/>
                </a:solidFill>
              </a:defRPr>
            </a:lvl1pPr>
          </a:lstStyle>
          <a:p>
            <a:pPr lvl="0"/>
            <a:r>
              <a:rPr lang="en-AU" noProof="0" dirty="0"/>
              <a:t>Governing thought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7C6A968A-8FB7-4BCD-A3C1-34A4FE758FA6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40000" y="2035175"/>
            <a:ext cx="8820000" cy="365282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  <a:lvl2pPr>
              <a:buClrTx/>
              <a:defRPr>
                <a:solidFill>
                  <a:schemeClr val="bg2"/>
                </a:solidFill>
              </a:defRPr>
            </a:lvl2pPr>
            <a:lvl3pPr>
              <a:buClrTx/>
              <a:defRPr>
                <a:solidFill>
                  <a:schemeClr val="bg2"/>
                </a:solidFill>
              </a:defRPr>
            </a:lvl3pPr>
            <a:lvl4pPr>
              <a:buClrTx/>
              <a:defRPr>
                <a:solidFill>
                  <a:schemeClr val="bg2"/>
                </a:solidFill>
              </a:defRPr>
            </a:lvl4pPr>
            <a:lvl5pPr>
              <a:buClrTx/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5A15482-B93E-45A5-8912-65E46210183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1338" y="1628775"/>
            <a:ext cx="8824912" cy="246221"/>
          </a:xfrm>
        </p:spPr>
        <p:txBody>
          <a:bodyPr vert="horz" lIns="0" tIns="0" rIns="0" bIns="0" rtlCol="0" anchor="t" anchorCtr="0">
            <a:spAutoFit/>
          </a:bodyPr>
          <a:lstStyle>
            <a:lvl1pPr>
              <a:defRPr lang="en-AU" sz="1600" dirty="0">
                <a:solidFill>
                  <a:schemeClr val="bg2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</a:lstStyle>
          <a:p>
            <a:pPr lvl="0"/>
            <a:r>
              <a:rPr lang="en-US" dirty="0"/>
              <a:t>Content heading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749513285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/4 page content grey_no sub_content head_uni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340E8DD2-61E7-4298-BBF6-EA71BF66B8F9}"/>
              </a:ext>
            </a:extLst>
          </p:cNvPr>
          <p:cNvSpPr/>
          <p:nvPr userDrawn="1"/>
        </p:nvSpPr>
        <p:spPr>
          <a:xfrm>
            <a:off x="0" y="1368000"/>
            <a:ext cx="9907200" cy="4932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AU" noProof="0"/>
          </a:p>
        </p:txBody>
      </p:sp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013251745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610" name="think-cell Slide" r:id="rId4" imgW="270" imgH="270" progId="TCLayout.ActiveDocument.1">
                  <p:embed/>
                </p:oleObj>
              </mc:Choice>
              <mc:Fallback>
                <p:oleObj name="think-cell Slide" r:id="rId4" imgW="270" imgH="270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Picture 3"/>
          <p:cNvPicPr>
            <a:picLocks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5339" cy="109703"/>
          </a:xfrm>
          <a:prstGeom prst="rect">
            <a:avLst/>
          </a:prstGeom>
        </p:spPr>
      </p:pic>
      <p:sp>
        <p:nvSpPr>
          <p:cNvPr id="7" name="TextBox 6"/>
          <p:cNvSpPr txBox="1"/>
          <p:nvPr userDrawn="1"/>
        </p:nvSpPr>
        <p:spPr>
          <a:xfrm>
            <a:off x="8841432" y="6392361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E8856DA-B77A-4A94-8E84-45BF77D9376B}" type="slidenum">
              <a:rPr lang="en-AU" sz="1200" noProof="0" smtClean="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AU" sz="1200" noProof="0" dirty="0">
              <a:solidFill>
                <a:schemeClr val="accent3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4" name="Text Placeholder 2"/>
          <p:cNvSpPr>
            <a:spLocks noGrp="1"/>
          </p:cNvSpPr>
          <p:nvPr>
            <p:ph type="body" sz="quarter" idx="31" hasCustomPrompt="1"/>
          </p:nvPr>
        </p:nvSpPr>
        <p:spPr>
          <a:xfrm>
            <a:off x="539999" y="5882795"/>
            <a:ext cx="8820000" cy="276985"/>
          </a:xfrm>
        </p:spPr>
        <p:txBody>
          <a:bodyPr anchor="ctr">
            <a:spAutoFit/>
          </a:bodyPr>
          <a:lstStyle>
            <a:lvl1pPr>
              <a:defRPr sz="1200">
                <a:solidFill>
                  <a:schemeClr val="bg2"/>
                </a:solidFill>
              </a:defRPr>
            </a:lvl1pPr>
          </a:lstStyle>
          <a:p>
            <a:pPr lvl="0"/>
            <a:r>
              <a:rPr lang="en-AU" noProof="0" dirty="0"/>
              <a:t>Source</a:t>
            </a: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94665714-6FB3-428B-BC2F-738C695E23D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504000"/>
            <a:ext cx="8820000" cy="480117"/>
          </a:xfrm>
        </p:spPr>
        <p:txBody>
          <a:bodyPr anchor="ctr" anchorCtr="0">
            <a:spAutoFit/>
          </a:bodyPr>
          <a:lstStyle>
            <a:lvl1pPr marL="0" marR="0" indent="0" algn="l" defTabSz="914349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>
                <a:solidFill>
                  <a:schemeClr val="bg2"/>
                </a:solidFill>
              </a:defRPr>
            </a:lvl1pPr>
          </a:lstStyle>
          <a:p>
            <a:pPr lvl="0"/>
            <a:r>
              <a:rPr lang="en-AU" noProof="0" dirty="0"/>
              <a:t>Governing thought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7C6A968A-8FB7-4BCD-A3C1-34A4FE758FA6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40000" y="2348880"/>
            <a:ext cx="8820000" cy="333911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  <a:lvl2pPr>
              <a:buClrTx/>
              <a:defRPr>
                <a:solidFill>
                  <a:schemeClr val="bg2"/>
                </a:solidFill>
              </a:defRPr>
            </a:lvl2pPr>
            <a:lvl3pPr>
              <a:buClrTx/>
              <a:defRPr>
                <a:solidFill>
                  <a:schemeClr val="bg2"/>
                </a:solidFill>
              </a:defRPr>
            </a:lvl3pPr>
            <a:lvl4pPr>
              <a:buClrTx/>
              <a:defRPr>
                <a:solidFill>
                  <a:schemeClr val="bg2"/>
                </a:solidFill>
              </a:defRPr>
            </a:lvl4pPr>
            <a:lvl5pPr>
              <a:buClrTx/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5A15482-B93E-45A5-8912-65E46210183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1338" y="1628775"/>
            <a:ext cx="8824912" cy="246221"/>
          </a:xfrm>
        </p:spPr>
        <p:txBody>
          <a:bodyPr vert="horz" lIns="0" tIns="0" rIns="0" bIns="0" rtlCol="0" anchor="t" anchorCtr="0">
            <a:spAutoFit/>
          </a:bodyPr>
          <a:lstStyle>
            <a:lvl1pPr>
              <a:defRPr lang="en-AU" sz="1600" dirty="0">
                <a:solidFill>
                  <a:schemeClr val="bg2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</a:lstStyle>
          <a:p>
            <a:pPr lvl="0"/>
            <a:r>
              <a:rPr lang="en-US" dirty="0"/>
              <a:t>Content heading</a:t>
            </a:r>
            <a:endParaRPr lang="en-AU" dirty="0"/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D9BFA92-8023-41A1-B2EB-BD0B589F4AA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2703" y="1971491"/>
            <a:ext cx="8824912" cy="215444"/>
          </a:xfrm>
        </p:spPr>
        <p:txBody>
          <a:bodyPr vert="horz" lIns="0" tIns="0" rIns="0" bIns="0" rtlCol="0" anchor="t" anchorCtr="0">
            <a:spAutoFit/>
          </a:bodyPr>
          <a:lstStyle>
            <a:lvl1pPr>
              <a:defRPr lang="en-AU" sz="1400" dirty="0">
                <a:solidFill>
                  <a:schemeClr val="bg2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</a:lstStyle>
          <a:p>
            <a:pPr lvl="0"/>
            <a:r>
              <a:rPr lang="en-US" dirty="0"/>
              <a:t>Units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5740572"/>
      </p:ext>
    </p:extLst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/>
          <p:cNvPicPr>
            <a:picLocks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5339" cy="109703"/>
          </a:xfrm>
          <a:prstGeom prst="rect">
            <a:avLst/>
          </a:prstGeom>
        </p:spPr>
      </p:pic>
      <p:sp>
        <p:nvSpPr>
          <p:cNvPr id="3" name="TextBox 2"/>
          <p:cNvSpPr txBox="1"/>
          <p:nvPr userDrawn="1"/>
        </p:nvSpPr>
        <p:spPr>
          <a:xfrm>
            <a:off x="8841432" y="6392361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E8856DA-B77A-4A94-8E84-45BF77D9376B}" type="slidenum">
              <a:rPr lang="en-AU" sz="1200" noProof="0" smtClean="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AU" sz="1200" noProof="0" dirty="0">
              <a:solidFill>
                <a:schemeClr val="accent3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9270194"/>
      </p:ext>
    </p:extLst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white no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5339" cy="109703"/>
          </a:xfrm>
          <a:prstGeom prst="rect">
            <a:avLst/>
          </a:prstGeom>
        </p:spPr>
      </p:pic>
      <p:sp>
        <p:nvSpPr>
          <p:cNvPr id="4" name="Content Placeholder 3"/>
          <p:cNvSpPr>
            <a:spLocks noGrp="1"/>
          </p:cNvSpPr>
          <p:nvPr>
            <p:ph sz="quarter" idx="12"/>
          </p:nvPr>
        </p:nvSpPr>
        <p:spPr>
          <a:xfrm>
            <a:off x="540000" y="548681"/>
            <a:ext cx="8820000" cy="518457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  <a:lvl2pPr>
              <a:buClrTx/>
              <a:defRPr>
                <a:solidFill>
                  <a:schemeClr val="bg2"/>
                </a:solidFill>
              </a:defRPr>
            </a:lvl2pPr>
            <a:lvl3pPr>
              <a:buClrTx/>
              <a:defRPr>
                <a:solidFill>
                  <a:schemeClr val="bg2"/>
                </a:solidFill>
              </a:defRPr>
            </a:lvl3pPr>
            <a:lvl4pPr>
              <a:buClrTx/>
              <a:defRPr>
                <a:solidFill>
                  <a:schemeClr val="bg2"/>
                </a:solidFill>
              </a:defRPr>
            </a:lvl4pPr>
            <a:lvl5pPr>
              <a:buClrTx/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8841432" y="6392361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E8856DA-B77A-4A94-8E84-45BF77D9376B}" type="slidenum">
              <a:rPr lang="en-AU" sz="1200" noProof="0" smtClean="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AU" sz="1200" noProof="0">
              <a:solidFill>
                <a:schemeClr val="accent3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540000" y="5918390"/>
            <a:ext cx="8820000" cy="276985"/>
          </a:xfrm>
        </p:spPr>
        <p:txBody>
          <a:bodyPr anchor="ctr">
            <a:spAutoFit/>
          </a:bodyPr>
          <a:lstStyle>
            <a:lvl1pPr>
              <a:defRPr sz="1200"/>
            </a:lvl1pPr>
          </a:lstStyle>
          <a:p>
            <a:pPr lvl="0"/>
            <a:r>
              <a:rPr lang="en-AU" noProof="0" dirty="0"/>
              <a:t>Source</a:t>
            </a:r>
          </a:p>
        </p:txBody>
      </p:sp>
    </p:spTree>
    <p:extLst>
      <p:ext uri="{BB962C8B-B14F-4D97-AF65-F5344CB8AC3E}">
        <p14:creationId xmlns:p14="http://schemas.microsoft.com/office/powerpoint/2010/main" val="993134512"/>
      </p:ext>
    </p:extLst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white no title_contents he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5339" cy="109703"/>
          </a:xfrm>
          <a:prstGeom prst="rect">
            <a:avLst/>
          </a:prstGeom>
        </p:spPr>
      </p:pic>
      <p:sp>
        <p:nvSpPr>
          <p:cNvPr id="4" name="Content Placeholder 3"/>
          <p:cNvSpPr>
            <a:spLocks noGrp="1"/>
          </p:cNvSpPr>
          <p:nvPr>
            <p:ph sz="quarter" idx="12"/>
          </p:nvPr>
        </p:nvSpPr>
        <p:spPr>
          <a:xfrm>
            <a:off x="540000" y="998075"/>
            <a:ext cx="8820000" cy="473518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  <a:lvl2pPr>
              <a:buClrTx/>
              <a:defRPr>
                <a:solidFill>
                  <a:schemeClr val="bg2"/>
                </a:solidFill>
              </a:defRPr>
            </a:lvl2pPr>
            <a:lvl3pPr>
              <a:buClrTx/>
              <a:defRPr>
                <a:solidFill>
                  <a:schemeClr val="bg2"/>
                </a:solidFill>
              </a:defRPr>
            </a:lvl3pPr>
            <a:lvl4pPr>
              <a:buClrTx/>
              <a:defRPr>
                <a:solidFill>
                  <a:schemeClr val="bg2"/>
                </a:solidFill>
              </a:defRPr>
            </a:lvl4pPr>
            <a:lvl5pPr>
              <a:buClrTx/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8841432" y="6392361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E8856DA-B77A-4A94-8E84-45BF77D9376B}" type="slidenum">
              <a:rPr lang="en-AU" sz="1200" noProof="0" smtClean="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AU" sz="1200" noProof="0">
              <a:solidFill>
                <a:schemeClr val="accent3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540000" y="5918390"/>
            <a:ext cx="8820000" cy="276985"/>
          </a:xfrm>
        </p:spPr>
        <p:txBody>
          <a:bodyPr anchor="ctr">
            <a:spAutoFit/>
          </a:bodyPr>
          <a:lstStyle>
            <a:lvl1pPr>
              <a:defRPr sz="1200"/>
            </a:lvl1pPr>
          </a:lstStyle>
          <a:p>
            <a:pPr lvl="0"/>
            <a:r>
              <a:rPr lang="en-AU" noProof="0" dirty="0"/>
              <a:t>Source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0A76BC1B-17BB-4902-B0F1-490B2528132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1338" y="554869"/>
            <a:ext cx="8824912" cy="246221"/>
          </a:xfrm>
        </p:spPr>
        <p:txBody>
          <a:bodyPr vert="horz" lIns="0" tIns="0" rIns="0" bIns="0" rtlCol="0" anchor="t" anchorCtr="0">
            <a:spAutoFit/>
          </a:bodyPr>
          <a:lstStyle>
            <a:lvl1pPr>
              <a:defRPr lang="en-AU" sz="1600" dirty="0">
                <a:solidFill>
                  <a:schemeClr val="bg2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</a:lstStyle>
          <a:p>
            <a:pPr lvl="0"/>
            <a:r>
              <a:rPr lang="en-US" dirty="0"/>
              <a:t>Content heading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72081221"/>
      </p:ext>
    </p:extLst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/4 page content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5339" cy="109703"/>
          </a:xfrm>
          <a:prstGeom prst="rect">
            <a:avLst/>
          </a:prstGeom>
        </p:spPr>
      </p:pic>
      <p:sp>
        <p:nvSpPr>
          <p:cNvPr id="4" name="Content Placeholder 3"/>
          <p:cNvSpPr>
            <a:spLocks noGrp="1"/>
          </p:cNvSpPr>
          <p:nvPr>
            <p:ph sz="quarter" idx="12"/>
          </p:nvPr>
        </p:nvSpPr>
        <p:spPr>
          <a:xfrm>
            <a:off x="539999" y="1916113"/>
            <a:ext cx="8820001" cy="374513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  <a:lvl2pPr>
              <a:buClrTx/>
              <a:defRPr>
                <a:solidFill>
                  <a:schemeClr val="bg2"/>
                </a:solidFill>
              </a:defRPr>
            </a:lvl2pPr>
            <a:lvl3pPr>
              <a:buClrTx/>
              <a:defRPr>
                <a:solidFill>
                  <a:schemeClr val="bg2"/>
                </a:solidFill>
              </a:defRPr>
            </a:lvl3pPr>
            <a:lvl4pPr>
              <a:buClrTx/>
              <a:defRPr>
                <a:solidFill>
                  <a:schemeClr val="bg2"/>
                </a:solidFill>
              </a:defRPr>
            </a:lvl4pPr>
            <a:lvl5pPr>
              <a:buClrTx/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8841432" y="6392361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E8856DA-B77A-4A94-8E84-45BF77D9376B}" type="slidenum">
              <a:rPr lang="en-AU" sz="1200" noProof="0" smtClean="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AU" sz="1200" noProof="0">
              <a:solidFill>
                <a:schemeClr val="accent3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" name="Text Placeholder 2"/>
          <p:cNvSpPr>
            <a:spLocks noGrp="1"/>
          </p:cNvSpPr>
          <p:nvPr>
            <p:ph type="body" sz="quarter" idx="31" hasCustomPrompt="1"/>
          </p:nvPr>
        </p:nvSpPr>
        <p:spPr>
          <a:xfrm>
            <a:off x="540000" y="5918390"/>
            <a:ext cx="8820000" cy="276985"/>
          </a:xfrm>
        </p:spPr>
        <p:txBody>
          <a:bodyPr anchor="ctr">
            <a:spAutoFit/>
          </a:bodyPr>
          <a:lstStyle>
            <a:lvl1pPr>
              <a:defRPr sz="1200"/>
            </a:lvl1pPr>
          </a:lstStyle>
          <a:p>
            <a:pPr lvl="0"/>
            <a:r>
              <a:rPr lang="en-AU" noProof="0" dirty="0"/>
              <a:t>Source</a:t>
            </a:r>
          </a:p>
        </p:txBody>
      </p:sp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540000" y="504000"/>
            <a:ext cx="8820000" cy="504056"/>
          </a:xfrm>
        </p:spPr>
        <p:txBody>
          <a:bodyPr anchor="ctr" anchorCtr="0"/>
          <a:lstStyle>
            <a:lvl1pPr marL="0" marR="0" indent="0" algn="l" defTabSz="914349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/>
            </a:lvl1pPr>
          </a:lstStyle>
          <a:p>
            <a:pPr lvl="0"/>
            <a:r>
              <a:rPr lang="en-AU" noProof="0" dirty="0"/>
              <a:t>Governing thought</a:t>
            </a: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72E5C826-F685-4FBB-B69F-42A8A379FA81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40000" y="1008000"/>
            <a:ext cx="8820000" cy="504056"/>
          </a:xfrm>
          <a:prstGeom prst="rect">
            <a:avLst/>
          </a:prstGeom>
        </p:spPr>
        <p:txBody>
          <a:bodyPr anchor="t"/>
          <a:lstStyle>
            <a:lvl1pPr>
              <a:lnSpc>
                <a:spcPct val="90000"/>
              </a:lnSpc>
              <a:defRPr sz="1800">
                <a:solidFill>
                  <a:schemeClr val="bg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  <a:lvl5pPr>
              <a:defRPr/>
            </a:lvl5pPr>
          </a:lstStyle>
          <a:p>
            <a:pPr lvl="0"/>
            <a:r>
              <a:rPr lang="en-AU" noProof="0" dirty="0"/>
              <a:t>Sub title</a:t>
            </a:r>
          </a:p>
        </p:txBody>
      </p:sp>
    </p:spTree>
    <p:extLst>
      <p:ext uri="{BB962C8B-B14F-4D97-AF65-F5344CB8AC3E}">
        <p14:creationId xmlns:p14="http://schemas.microsoft.com/office/powerpoint/2010/main" val="1551828042"/>
      </p:ext>
    </p:extLst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/4 page content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519124713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634" name="think-cell Slide" r:id="rId4" imgW="270" imgH="270" progId="TCLayout.ActiveDocument.1">
                  <p:embed/>
                </p:oleObj>
              </mc:Choice>
              <mc:Fallback>
                <p:oleObj name="think-cell Slide" r:id="rId4" imgW="270" imgH="270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/>
          <p:cNvSpPr/>
          <p:nvPr userDrawn="1"/>
        </p:nvSpPr>
        <p:spPr>
          <a:xfrm>
            <a:off x="0" y="1728000"/>
            <a:ext cx="9906000" cy="45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AU" noProof="0">
              <a:solidFill>
                <a:schemeClr val="bg1"/>
              </a:solidFill>
            </a:endParaRPr>
          </a:p>
        </p:txBody>
      </p:sp>
      <p:pic>
        <p:nvPicPr>
          <p:cNvPr id="6" name="Picture 5"/>
          <p:cNvPicPr>
            <a:picLocks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5339" cy="109703"/>
          </a:xfrm>
          <a:prstGeom prst="rect">
            <a:avLst/>
          </a:prstGeom>
        </p:spPr>
      </p:pic>
      <p:sp>
        <p:nvSpPr>
          <p:cNvPr id="4" name="Content Placeholder 3"/>
          <p:cNvSpPr>
            <a:spLocks noGrp="1"/>
          </p:cNvSpPr>
          <p:nvPr>
            <p:ph sz="quarter" idx="12"/>
          </p:nvPr>
        </p:nvSpPr>
        <p:spPr>
          <a:xfrm>
            <a:off x="540000" y="1944000"/>
            <a:ext cx="8820000" cy="374513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buClrTx/>
              <a:defRPr>
                <a:solidFill>
                  <a:schemeClr val="bg1"/>
                </a:solidFill>
              </a:defRPr>
            </a:lvl2pPr>
            <a:lvl3pPr>
              <a:buClrTx/>
              <a:defRPr>
                <a:solidFill>
                  <a:schemeClr val="bg1"/>
                </a:solidFill>
              </a:defRPr>
            </a:lvl3pPr>
            <a:lvl4pPr>
              <a:buClrTx/>
              <a:defRPr>
                <a:solidFill>
                  <a:schemeClr val="bg1"/>
                </a:solidFill>
              </a:defRPr>
            </a:lvl4pPr>
            <a:lvl5pPr>
              <a:buClrTx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8841432" y="6392361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E8856DA-B77A-4A94-8E84-45BF77D9376B}" type="slidenum">
              <a:rPr lang="en-AU" sz="1200" noProof="0" smtClean="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AU" sz="1200" noProof="0" dirty="0">
              <a:solidFill>
                <a:schemeClr val="accent3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" name="Text Placeholder 2"/>
          <p:cNvSpPr>
            <a:spLocks noGrp="1"/>
          </p:cNvSpPr>
          <p:nvPr>
            <p:ph type="body" sz="quarter" idx="31" hasCustomPrompt="1"/>
          </p:nvPr>
        </p:nvSpPr>
        <p:spPr>
          <a:xfrm>
            <a:off x="539999" y="5882795"/>
            <a:ext cx="8820000" cy="276985"/>
          </a:xfrm>
        </p:spPr>
        <p:txBody>
          <a:bodyPr anchor="ctr">
            <a:sp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AU" noProof="0" dirty="0"/>
              <a:t>Source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F43BF56C-965D-49E3-A22D-EBC440F53277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40000" y="1008000"/>
            <a:ext cx="8820000" cy="504056"/>
          </a:xfrm>
          <a:prstGeom prst="rect">
            <a:avLst/>
          </a:prstGeom>
        </p:spPr>
        <p:txBody>
          <a:bodyPr anchor="t"/>
          <a:lstStyle>
            <a:lvl1pPr>
              <a:lnSpc>
                <a:spcPct val="90000"/>
              </a:lnSpc>
              <a:defRPr sz="1800">
                <a:solidFill>
                  <a:schemeClr val="bg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  <a:lvl5pPr>
              <a:defRPr/>
            </a:lvl5pPr>
          </a:lstStyle>
          <a:p>
            <a:pPr lvl="0"/>
            <a:r>
              <a:rPr lang="en-AU" noProof="0" dirty="0"/>
              <a:t>Sub title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DC91679B-130E-4063-90E6-1B6E7556FF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504000"/>
            <a:ext cx="8820000" cy="504056"/>
          </a:xfrm>
        </p:spPr>
        <p:txBody>
          <a:bodyPr anchor="ctr" anchorCtr="0"/>
          <a:lstStyle>
            <a:lvl1pPr marL="0" marR="0" indent="0" algn="l" defTabSz="914349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/>
            </a:lvl1pPr>
          </a:lstStyle>
          <a:p>
            <a:pPr lvl="0"/>
            <a:r>
              <a:rPr lang="en-AU" noProof="0" dirty="0"/>
              <a:t>Governing thought</a:t>
            </a:r>
          </a:p>
        </p:txBody>
      </p:sp>
    </p:spTree>
    <p:extLst>
      <p:ext uri="{BB962C8B-B14F-4D97-AF65-F5344CB8AC3E}">
        <p14:creationId xmlns:p14="http://schemas.microsoft.com/office/powerpoint/2010/main" val="2453767791"/>
      </p:ext>
    </p:extLst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/4 page content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42039139-2C6D-4993-B734-F6F43710C59F}"/>
              </a:ext>
            </a:extLst>
          </p:cNvPr>
          <p:cNvSpPr/>
          <p:nvPr userDrawn="1"/>
        </p:nvSpPr>
        <p:spPr>
          <a:xfrm>
            <a:off x="0" y="1728000"/>
            <a:ext cx="9906000" cy="4572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AU" noProof="0"/>
          </a:p>
        </p:txBody>
      </p:sp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768986210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658" name="think-cell Slide" r:id="rId4" imgW="270" imgH="270" progId="TCLayout.ActiveDocument.1">
                  <p:embed/>
                </p:oleObj>
              </mc:Choice>
              <mc:Fallback>
                <p:oleObj name="think-cell Slide" r:id="rId4" imgW="270" imgH="270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Picture 5"/>
          <p:cNvPicPr>
            <a:picLocks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5339" cy="109703"/>
          </a:xfrm>
          <a:prstGeom prst="rect">
            <a:avLst/>
          </a:prstGeom>
        </p:spPr>
      </p:pic>
      <p:sp>
        <p:nvSpPr>
          <p:cNvPr id="4" name="Chart 1"/>
          <p:cNvSpPr>
            <a:spLocks noGrp="1"/>
          </p:cNvSpPr>
          <p:nvPr>
            <p:ph sz="quarter" idx="12"/>
          </p:nvPr>
        </p:nvSpPr>
        <p:spPr>
          <a:xfrm>
            <a:off x="540000" y="1944000"/>
            <a:ext cx="8820000" cy="374513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  <a:lvl2pPr>
              <a:buClrTx/>
              <a:defRPr>
                <a:solidFill>
                  <a:schemeClr val="bg2"/>
                </a:solidFill>
              </a:defRPr>
            </a:lvl2pPr>
            <a:lvl3pPr>
              <a:buClrTx/>
              <a:defRPr>
                <a:solidFill>
                  <a:schemeClr val="bg2"/>
                </a:solidFill>
              </a:defRPr>
            </a:lvl3pPr>
            <a:lvl4pPr>
              <a:buClrTx/>
              <a:defRPr>
                <a:solidFill>
                  <a:schemeClr val="bg2"/>
                </a:solidFill>
              </a:defRPr>
            </a:lvl4pPr>
            <a:lvl5pPr>
              <a:buClrTx/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8841432" y="6392361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E8856DA-B77A-4A94-8E84-45BF77D9376B}" type="slidenum">
              <a:rPr lang="en-AU" sz="1200" noProof="0" smtClean="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AU" sz="1200" noProof="0">
              <a:solidFill>
                <a:schemeClr val="accent3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CFB74972-F512-4E1A-B9A7-89DEADC2FB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504000"/>
            <a:ext cx="8820000" cy="504056"/>
          </a:xfrm>
        </p:spPr>
        <p:txBody>
          <a:bodyPr anchor="ctr" anchorCtr="0"/>
          <a:lstStyle>
            <a:lvl1pPr marL="0" marR="0" indent="0" algn="l" defTabSz="914349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/>
            </a:lvl1pPr>
          </a:lstStyle>
          <a:p>
            <a:pPr lvl="0"/>
            <a:r>
              <a:rPr lang="en-AU" noProof="0" dirty="0"/>
              <a:t>Governing thought</a:t>
            </a:r>
          </a:p>
        </p:txBody>
      </p:sp>
      <p:sp>
        <p:nvSpPr>
          <p:cNvPr id="16" name="Text Placeholder 10">
            <a:extLst>
              <a:ext uri="{FF2B5EF4-FFF2-40B4-BE49-F238E27FC236}">
                <a16:creationId xmlns:a16="http://schemas.microsoft.com/office/drawing/2014/main" id="{24D2FF7D-8482-4358-AFB7-945E91835B5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40000" y="1008000"/>
            <a:ext cx="8820000" cy="504056"/>
          </a:xfrm>
          <a:prstGeom prst="rect">
            <a:avLst/>
          </a:prstGeom>
        </p:spPr>
        <p:txBody>
          <a:bodyPr anchor="t"/>
          <a:lstStyle>
            <a:lvl1pPr>
              <a:lnSpc>
                <a:spcPct val="90000"/>
              </a:lnSpc>
              <a:defRPr sz="1800">
                <a:solidFill>
                  <a:schemeClr val="bg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  <a:lvl5pPr>
              <a:defRPr/>
            </a:lvl5pPr>
          </a:lstStyle>
          <a:p>
            <a:pPr lvl="0"/>
            <a:r>
              <a:rPr lang="en-AU" noProof="0" dirty="0"/>
              <a:t>Sub title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DAE70FE4-FE12-4A33-8091-C32619BC42D5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39999" y="5882795"/>
            <a:ext cx="8820000" cy="276985"/>
          </a:xfrm>
        </p:spPr>
        <p:txBody>
          <a:bodyPr anchor="ctr">
            <a:spAutoFit/>
          </a:bodyPr>
          <a:lstStyle>
            <a:lvl1pPr>
              <a:defRPr sz="1200"/>
            </a:lvl1pPr>
          </a:lstStyle>
          <a:p>
            <a:pPr lvl="0"/>
            <a:r>
              <a:rPr lang="en-AU" noProof="0" dirty="0"/>
              <a:t>Source</a:t>
            </a:r>
          </a:p>
        </p:txBody>
      </p:sp>
    </p:spTree>
    <p:extLst>
      <p:ext uri="{BB962C8B-B14F-4D97-AF65-F5344CB8AC3E}">
        <p14:creationId xmlns:p14="http://schemas.microsoft.com/office/powerpoint/2010/main" val="28364668"/>
      </p:ext>
    </p:extLst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 page colour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BEB08B54-CFC9-4D42-B3D7-0CC48363F82A}"/>
              </a:ext>
            </a:extLst>
          </p:cNvPr>
          <p:cNvSpPr/>
          <p:nvPr userDrawn="1"/>
        </p:nvSpPr>
        <p:spPr>
          <a:xfrm>
            <a:off x="0" y="3068960"/>
            <a:ext cx="9906000" cy="323104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AU" noProof="0"/>
          </a:p>
        </p:txBody>
      </p:sp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4081972688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682" name="think-cell Slide" r:id="rId4" imgW="270" imgH="270" progId="TCLayout.ActiveDocument.1">
                  <p:embed/>
                </p:oleObj>
              </mc:Choice>
              <mc:Fallback>
                <p:oleObj name="think-cell Slide" r:id="rId4" imgW="270" imgH="270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Picture 5"/>
          <p:cNvPicPr>
            <a:picLocks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5339" cy="109703"/>
          </a:xfrm>
          <a:prstGeom prst="rect">
            <a:avLst/>
          </a:prstGeom>
        </p:spPr>
      </p:pic>
      <p:sp>
        <p:nvSpPr>
          <p:cNvPr id="4" name="Content Placeholder 3"/>
          <p:cNvSpPr>
            <a:spLocks noGrp="1"/>
          </p:cNvSpPr>
          <p:nvPr>
            <p:ph sz="quarter" idx="12"/>
          </p:nvPr>
        </p:nvSpPr>
        <p:spPr>
          <a:xfrm>
            <a:off x="540000" y="1772817"/>
            <a:ext cx="8820000" cy="115212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  <a:lvl2pPr>
              <a:buClrTx/>
              <a:defRPr>
                <a:solidFill>
                  <a:schemeClr val="bg2"/>
                </a:solidFill>
              </a:defRPr>
            </a:lvl2pPr>
            <a:lvl3pPr>
              <a:buClrTx/>
              <a:defRPr>
                <a:solidFill>
                  <a:schemeClr val="bg2"/>
                </a:solidFill>
              </a:defRPr>
            </a:lvl3pPr>
            <a:lvl4pPr>
              <a:buClr>
                <a:schemeClr val="bg2"/>
              </a:buClr>
              <a:defRPr>
                <a:solidFill>
                  <a:schemeClr val="bg2"/>
                </a:solidFill>
              </a:defRPr>
            </a:lvl4pPr>
            <a:lvl5pPr>
              <a:buClr>
                <a:schemeClr val="bg2"/>
              </a:buCl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11" name="TextBox 10"/>
          <p:cNvSpPr txBox="1"/>
          <p:nvPr userDrawn="1"/>
        </p:nvSpPr>
        <p:spPr>
          <a:xfrm>
            <a:off x="8841432" y="6392361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E8856DA-B77A-4A94-8E84-45BF77D9376B}" type="slidenum">
              <a:rPr lang="en-AU" sz="1200" noProof="0" smtClean="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AU" sz="1200" noProof="0">
              <a:solidFill>
                <a:schemeClr val="accent3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0" name="Content Placeholder 3"/>
          <p:cNvSpPr>
            <a:spLocks noGrp="1"/>
          </p:cNvSpPr>
          <p:nvPr>
            <p:ph sz="quarter" idx="32"/>
          </p:nvPr>
        </p:nvSpPr>
        <p:spPr>
          <a:xfrm>
            <a:off x="540000" y="3356993"/>
            <a:ext cx="8820000" cy="243344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  <a:lvl2pPr>
              <a:buClrTx/>
              <a:defRPr>
                <a:solidFill>
                  <a:schemeClr val="bg2"/>
                </a:solidFill>
              </a:defRPr>
            </a:lvl2pPr>
            <a:lvl3pPr>
              <a:buClrTx/>
              <a:defRPr>
                <a:solidFill>
                  <a:schemeClr val="bg2"/>
                </a:solidFill>
              </a:defRPr>
            </a:lvl3pPr>
            <a:lvl4pPr>
              <a:buClrTx/>
              <a:defRPr>
                <a:solidFill>
                  <a:schemeClr val="bg2"/>
                </a:solidFill>
              </a:defRPr>
            </a:lvl4pPr>
            <a:lvl5pPr>
              <a:buClrTx/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CAC6E698-F64A-4983-9E64-BD7BD74EAD7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504000"/>
            <a:ext cx="8820000" cy="504056"/>
          </a:xfrm>
        </p:spPr>
        <p:txBody>
          <a:bodyPr anchor="ctr" anchorCtr="0"/>
          <a:lstStyle>
            <a:lvl1pPr marL="0" marR="0" indent="0" algn="l" defTabSz="914349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/>
            </a:lvl1pPr>
          </a:lstStyle>
          <a:p>
            <a:pPr lvl="0"/>
            <a:r>
              <a:rPr lang="en-AU" noProof="0" dirty="0"/>
              <a:t>Governing thought</a:t>
            </a:r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7D6039FD-70A6-4500-8540-79C58F602ED1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40000" y="1008000"/>
            <a:ext cx="8820000" cy="504056"/>
          </a:xfrm>
          <a:prstGeom prst="rect">
            <a:avLst/>
          </a:prstGeom>
        </p:spPr>
        <p:txBody>
          <a:bodyPr anchor="t"/>
          <a:lstStyle>
            <a:lvl1pPr>
              <a:lnSpc>
                <a:spcPct val="90000"/>
              </a:lnSpc>
              <a:defRPr sz="1800">
                <a:solidFill>
                  <a:schemeClr val="bg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  <a:lvl5pPr>
              <a:defRPr/>
            </a:lvl5pPr>
          </a:lstStyle>
          <a:p>
            <a:pPr lvl="0"/>
            <a:r>
              <a:rPr lang="en-AU" noProof="0" dirty="0"/>
              <a:t>Sub title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BC7E2E1E-6575-47AE-B752-D6D5AC4A2F3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39999" y="5882795"/>
            <a:ext cx="8820000" cy="276985"/>
          </a:xfrm>
        </p:spPr>
        <p:txBody>
          <a:bodyPr anchor="ctr">
            <a:spAutoFit/>
          </a:bodyPr>
          <a:lstStyle>
            <a:lvl1pPr>
              <a:defRPr sz="1200"/>
            </a:lvl1pPr>
          </a:lstStyle>
          <a:p>
            <a:pPr lvl="0"/>
            <a:r>
              <a:rPr lang="en-AU" noProof="0" dirty="0"/>
              <a:t>Source</a:t>
            </a:r>
          </a:p>
        </p:txBody>
      </p:sp>
    </p:spTree>
    <p:extLst>
      <p:ext uri="{BB962C8B-B14F-4D97-AF65-F5344CB8AC3E}">
        <p14:creationId xmlns:p14="http://schemas.microsoft.com/office/powerpoint/2010/main" val="596086836"/>
      </p:ext>
    </p:extLst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 page colour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4445EDC5-E00D-477F-9891-DE34A3D58106}"/>
              </a:ext>
            </a:extLst>
          </p:cNvPr>
          <p:cNvSpPr/>
          <p:nvPr userDrawn="1"/>
        </p:nvSpPr>
        <p:spPr>
          <a:xfrm>
            <a:off x="0" y="3068960"/>
            <a:ext cx="9906000" cy="323104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AU" noProof="0"/>
          </a:p>
        </p:txBody>
      </p:sp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565535342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706" name="think-cell Slide" r:id="rId4" imgW="270" imgH="270" progId="TCLayout.ActiveDocument.1">
                  <p:embed/>
                </p:oleObj>
              </mc:Choice>
              <mc:Fallback>
                <p:oleObj name="think-cell Slide" r:id="rId4" imgW="270" imgH="270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Picture 5"/>
          <p:cNvPicPr>
            <a:picLocks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5339" cy="109703"/>
          </a:xfrm>
          <a:prstGeom prst="rect">
            <a:avLst/>
          </a:prstGeom>
        </p:spPr>
      </p:pic>
      <p:sp>
        <p:nvSpPr>
          <p:cNvPr id="4" name="Content Placeholder 3"/>
          <p:cNvSpPr>
            <a:spLocks noGrp="1"/>
          </p:cNvSpPr>
          <p:nvPr>
            <p:ph sz="quarter" idx="12"/>
          </p:nvPr>
        </p:nvSpPr>
        <p:spPr>
          <a:xfrm>
            <a:off x="540000" y="1772817"/>
            <a:ext cx="8820000" cy="115212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  <a:lvl2pPr>
              <a:buClrTx/>
              <a:defRPr>
                <a:solidFill>
                  <a:schemeClr val="bg2"/>
                </a:solidFill>
              </a:defRPr>
            </a:lvl2pPr>
            <a:lvl3pPr>
              <a:buClrTx/>
              <a:defRPr>
                <a:solidFill>
                  <a:schemeClr val="bg2"/>
                </a:solidFill>
              </a:defRPr>
            </a:lvl3pPr>
            <a:lvl4pPr>
              <a:buClr>
                <a:schemeClr val="bg2"/>
              </a:buClr>
              <a:defRPr>
                <a:solidFill>
                  <a:schemeClr val="bg2"/>
                </a:solidFill>
              </a:defRPr>
            </a:lvl4pPr>
            <a:lvl5pPr>
              <a:buClr>
                <a:schemeClr val="bg2"/>
              </a:buCl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11" name="TextBox 10"/>
          <p:cNvSpPr txBox="1"/>
          <p:nvPr userDrawn="1"/>
        </p:nvSpPr>
        <p:spPr>
          <a:xfrm>
            <a:off x="8841432" y="6392361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E8856DA-B77A-4A94-8E84-45BF77D9376B}" type="slidenum">
              <a:rPr lang="en-AU" sz="1200" noProof="0" smtClean="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AU" sz="1200" noProof="0">
              <a:solidFill>
                <a:schemeClr val="accent3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0" name="Content Placeholder 3"/>
          <p:cNvSpPr>
            <a:spLocks noGrp="1"/>
          </p:cNvSpPr>
          <p:nvPr>
            <p:ph sz="quarter" idx="32"/>
          </p:nvPr>
        </p:nvSpPr>
        <p:spPr>
          <a:xfrm>
            <a:off x="540000" y="3356993"/>
            <a:ext cx="8820000" cy="243344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buClrTx/>
              <a:defRPr>
                <a:solidFill>
                  <a:schemeClr val="bg1"/>
                </a:solidFill>
              </a:defRPr>
            </a:lvl2pPr>
            <a:lvl3pPr>
              <a:buClrTx/>
              <a:defRPr>
                <a:solidFill>
                  <a:schemeClr val="bg1"/>
                </a:solidFill>
              </a:defRPr>
            </a:lvl3pPr>
            <a:lvl4pPr>
              <a:buClrTx/>
              <a:defRPr>
                <a:solidFill>
                  <a:schemeClr val="bg1"/>
                </a:solidFill>
              </a:defRPr>
            </a:lvl4pPr>
            <a:lvl5pPr>
              <a:buClrTx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0D955657-F834-447D-BD3F-75205CFDCA2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504000"/>
            <a:ext cx="8820000" cy="504056"/>
          </a:xfrm>
        </p:spPr>
        <p:txBody>
          <a:bodyPr anchor="ctr" anchorCtr="0"/>
          <a:lstStyle>
            <a:lvl1pPr marL="0" marR="0" indent="0" algn="l" defTabSz="914349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/>
            </a:lvl1pPr>
          </a:lstStyle>
          <a:p>
            <a:pPr lvl="0"/>
            <a:r>
              <a:rPr lang="en-AU" noProof="0" dirty="0"/>
              <a:t>Governing thought</a:t>
            </a:r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813DFE8A-BE83-4705-B0D2-05E83DD5D702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40000" y="1008000"/>
            <a:ext cx="8820000" cy="504056"/>
          </a:xfrm>
          <a:prstGeom prst="rect">
            <a:avLst/>
          </a:prstGeom>
        </p:spPr>
        <p:txBody>
          <a:bodyPr anchor="t"/>
          <a:lstStyle>
            <a:lvl1pPr>
              <a:lnSpc>
                <a:spcPct val="90000"/>
              </a:lnSpc>
              <a:defRPr sz="1800">
                <a:solidFill>
                  <a:schemeClr val="bg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  <a:lvl5pPr>
              <a:defRPr/>
            </a:lvl5pPr>
          </a:lstStyle>
          <a:p>
            <a:pPr lvl="0"/>
            <a:r>
              <a:rPr lang="en-AU" noProof="0" dirty="0"/>
              <a:t>Sub title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54DD0623-740F-4586-9D33-6ADA6BEAFD0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39999" y="5882795"/>
            <a:ext cx="8820000" cy="276985"/>
          </a:xfrm>
        </p:spPr>
        <p:txBody>
          <a:bodyPr anchor="ctr">
            <a:sp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AU" noProof="0" dirty="0"/>
              <a:t>Source</a:t>
            </a:r>
          </a:p>
        </p:txBody>
      </p:sp>
    </p:spTree>
    <p:extLst>
      <p:ext uri="{BB962C8B-B14F-4D97-AF65-F5344CB8AC3E}">
        <p14:creationId xmlns:p14="http://schemas.microsoft.com/office/powerpoint/2010/main" val="1860559906"/>
      </p:ext>
    </p:extLst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5339" cy="109703"/>
          </a:xfrm>
          <a:prstGeom prst="rect">
            <a:avLst/>
          </a:prstGeom>
        </p:spPr>
      </p:pic>
      <p:sp>
        <p:nvSpPr>
          <p:cNvPr id="7" name="Content Placeholder 3"/>
          <p:cNvSpPr>
            <a:spLocks noGrp="1"/>
          </p:cNvSpPr>
          <p:nvPr>
            <p:ph sz="quarter" idx="12"/>
          </p:nvPr>
        </p:nvSpPr>
        <p:spPr>
          <a:xfrm>
            <a:off x="540000" y="1944000"/>
            <a:ext cx="8820000" cy="3025055"/>
          </a:xfrm>
          <a:prstGeom prst="rect">
            <a:avLst/>
          </a:prstGeom>
        </p:spPr>
        <p:txBody>
          <a:bodyPr/>
          <a:lstStyle>
            <a:lvl2pPr>
              <a:buClrTx/>
              <a:defRPr/>
            </a:lvl2pPr>
            <a:lvl3pPr>
              <a:buClrTx/>
              <a:defRPr/>
            </a:lvl3pPr>
            <a:lvl4pPr>
              <a:buClrTx/>
              <a:defRPr/>
            </a:lvl4pPr>
            <a:lvl5pPr>
              <a:buClrTx/>
              <a:defRPr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31"/>
          </p:nvPr>
        </p:nvSpPr>
        <p:spPr>
          <a:xfrm>
            <a:off x="540000" y="5229225"/>
            <a:ext cx="8820000" cy="10795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8" name="TextBox 7"/>
          <p:cNvSpPr txBox="1"/>
          <p:nvPr userDrawn="1"/>
        </p:nvSpPr>
        <p:spPr>
          <a:xfrm>
            <a:off x="8841432" y="6392361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E8856DA-B77A-4A94-8E84-45BF77D9376B}" type="slidenum">
              <a:rPr lang="en-AU" sz="1200" noProof="0" smtClean="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AU" sz="1200" noProof="0" dirty="0">
              <a:solidFill>
                <a:schemeClr val="accent3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EBFFB89C-272F-4A77-B4A8-37343FD852C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504000"/>
            <a:ext cx="8820000" cy="504056"/>
          </a:xfrm>
        </p:spPr>
        <p:txBody>
          <a:bodyPr anchor="ctr" anchorCtr="0"/>
          <a:lstStyle>
            <a:lvl1pPr marL="0" marR="0" indent="0" algn="l" defTabSz="914349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/>
            </a:lvl1pPr>
          </a:lstStyle>
          <a:p>
            <a:pPr lvl="0"/>
            <a:r>
              <a:rPr lang="en-AU" noProof="0" dirty="0"/>
              <a:t>Governing thought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14520794-36D1-4CE2-8D99-435B0548D485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40000" y="1008000"/>
            <a:ext cx="8820000" cy="504056"/>
          </a:xfrm>
          <a:prstGeom prst="rect">
            <a:avLst/>
          </a:prstGeom>
        </p:spPr>
        <p:txBody>
          <a:bodyPr anchor="t"/>
          <a:lstStyle>
            <a:lvl1pPr>
              <a:lnSpc>
                <a:spcPct val="90000"/>
              </a:lnSpc>
              <a:defRPr sz="1800">
                <a:solidFill>
                  <a:schemeClr val="bg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  <a:lvl5pPr>
              <a:defRPr/>
            </a:lvl5pPr>
          </a:lstStyle>
          <a:p>
            <a:pPr lvl="0"/>
            <a:r>
              <a:rPr lang="en-AU" noProof="0" dirty="0"/>
              <a:t>Sub title</a:t>
            </a:r>
          </a:p>
        </p:txBody>
      </p:sp>
    </p:spTree>
    <p:extLst>
      <p:ext uri="{BB962C8B-B14F-4D97-AF65-F5344CB8AC3E}">
        <p14:creationId xmlns:p14="http://schemas.microsoft.com/office/powerpoint/2010/main" val="3045674106"/>
      </p:ext>
    </p:extLst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and content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34527A43-59B4-45DD-B9B5-93C627444766}"/>
              </a:ext>
            </a:extLst>
          </p:cNvPr>
          <p:cNvSpPr/>
          <p:nvPr userDrawn="1"/>
        </p:nvSpPr>
        <p:spPr>
          <a:xfrm>
            <a:off x="0" y="1728000"/>
            <a:ext cx="9906000" cy="4572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AU" noProof="0"/>
          </a:p>
        </p:txBody>
      </p:sp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778442649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730" name="think-cell Slide" r:id="rId4" imgW="270" imgH="270" progId="TCLayout.ActiveDocument.1">
                  <p:embed/>
                </p:oleObj>
              </mc:Choice>
              <mc:Fallback>
                <p:oleObj name="think-cell Slide" r:id="rId4" imgW="270" imgH="270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Picture 3"/>
          <p:cNvPicPr>
            <a:picLocks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5339" cy="109703"/>
          </a:xfrm>
          <a:prstGeom prst="rect">
            <a:avLst/>
          </a:prstGeom>
        </p:spPr>
      </p:pic>
      <p:sp>
        <p:nvSpPr>
          <p:cNvPr id="7" name="Content Placeholder 3"/>
          <p:cNvSpPr>
            <a:spLocks noGrp="1"/>
          </p:cNvSpPr>
          <p:nvPr>
            <p:ph sz="quarter" idx="12"/>
          </p:nvPr>
        </p:nvSpPr>
        <p:spPr>
          <a:xfrm>
            <a:off x="540000" y="1944000"/>
            <a:ext cx="8820000" cy="302505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31"/>
          </p:nvPr>
        </p:nvSpPr>
        <p:spPr>
          <a:xfrm>
            <a:off x="540000" y="5229225"/>
            <a:ext cx="8820000" cy="864071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8841432" y="6392361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E8856DA-B77A-4A94-8E84-45BF77D9376B}" type="slidenum">
              <a:rPr lang="en-AU" sz="1200" noProof="0" smtClean="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AU" sz="1200" noProof="0">
              <a:solidFill>
                <a:schemeClr val="accent3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A33D0AFD-20CD-427D-9E87-F69B6A47B09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504000"/>
            <a:ext cx="8820000" cy="504056"/>
          </a:xfrm>
        </p:spPr>
        <p:txBody>
          <a:bodyPr anchor="ctr" anchorCtr="0"/>
          <a:lstStyle>
            <a:lvl1pPr marL="0" marR="0" indent="0" algn="l" defTabSz="914349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/>
            </a:lvl1pPr>
          </a:lstStyle>
          <a:p>
            <a:pPr lvl="0"/>
            <a:r>
              <a:rPr lang="en-AU" noProof="0" dirty="0"/>
              <a:t>Governing thought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71C0994C-15F8-40F3-A9BB-E19FDF396F80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40000" y="1008000"/>
            <a:ext cx="8820000" cy="504056"/>
          </a:xfrm>
          <a:prstGeom prst="rect">
            <a:avLst/>
          </a:prstGeom>
        </p:spPr>
        <p:txBody>
          <a:bodyPr anchor="t"/>
          <a:lstStyle>
            <a:lvl1pPr>
              <a:lnSpc>
                <a:spcPct val="90000"/>
              </a:lnSpc>
              <a:defRPr sz="1800">
                <a:solidFill>
                  <a:schemeClr val="bg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  <a:lvl5pPr>
              <a:defRPr/>
            </a:lvl5pPr>
          </a:lstStyle>
          <a:p>
            <a:pPr lvl="0"/>
            <a:r>
              <a:rPr lang="en-AU" noProof="0" dirty="0"/>
              <a:t>Sub title</a:t>
            </a:r>
          </a:p>
        </p:txBody>
      </p:sp>
    </p:spTree>
    <p:extLst>
      <p:ext uri="{BB962C8B-B14F-4D97-AF65-F5344CB8AC3E}">
        <p14:creationId xmlns:p14="http://schemas.microsoft.com/office/powerpoint/2010/main" val="2415792519"/>
      </p:ext>
    </p:extLst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and content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88009F53-A6BC-4C3D-BAF8-C870932B36DE}"/>
              </a:ext>
            </a:extLst>
          </p:cNvPr>
          <p:cNvSpPr/>
          <p:nvPr userDrawn="1"/>
        </p:nvSpPr>
        <p:spPr>
          <a:xfrm>
            <a:off x="0" y="1728000"/>
            <a:ext cx="9906000" cy="45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AU" noProof="0"/>
          </a:p>
        </p:txBody>
      </p:sp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773023426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754" name="think-cell Slide" r:id="rId4" imgW="270" imgH="270" progId="TCLayout.ActiveDocument.1">
                  <p:embed/>
                </p:oleObj>
              </mc:Choice>
              <mc:Fallback>
                <p:oleObj name="think-cell Slide" r:id="rId4" imgW="270" imgH="270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Picture 3"/>
          <p:cNvPicPr>
            <a:picLocks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5339" cy="109703"/>
          </a:xfrm>
          <a:prstGeom prst="rect">
            <a:avLst/>
          </a:prstGeom>
        </p:spPr>
      </p:pic>
      <p:sp>
        <p:nvSpPr>
          <p:cNvPr id="7" name="Content Placeholder 3"/>
          <p:cNvSpPr>
            <a:spLocks noGrp="1"/>
          </p:cNvSpPr>
          <p:nvPr>
            <p:ph sz="quarter" idx="12"/>
          </p:nvPr>
        </p:nvSpPr>
        <p:spPr>
          <a:xfrm>
            <a:off x="540000" y="1944000"/>
            <a:ext cx="8820000" cy="302505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buClrTx/>
              <a:defRPr>
                <a:solidFill>
                  <a:schemeClr val="bg1"/>
                </a:solidFill>
              </a:defRPr>
            </a:lvl2pPr>
            <a:lvl3pPr>
              <a:buClrTx/>
              <a:defRPr>
                <a:solidFill>
                  <a:schemeClr val="bg1"/>
                </a:solidFill>
              </a:defRPr>
            </a:lvl3pPr>
            <a:lvl4pPr>
              <a:buClrTx/>
              <a:defRPr>
                <a:solidFill>
                  <a:schemeClr val="bg1"/>
                </a:solidFill>
              </a:defRPr>
            </a:lvl4pPr>
            <a:lvl5pPr>
              <a:buClrTx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31"/>
          </p:nvPr>
        </p:nvSpPr>
        <p:spPr>
          <a:xfrm>
            <a:off x="540000" y="5229225"/>
            <a:ext cx="8820000" cy="86407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buClrTx/>
              <a:defRPr>
                <a:solidFill>
                  <a:schemeClr val="bg1"/>
                </a:solidFill>
              </a:defRPr>
            </a:lvl2pPr>
            <a:lvl3pPr>
              <a:buClrTx/>
              <a:defRPr>
                <a:solidFill>
                  <a:schemeClr val="bg1"/>
                </a:solidFill>
              </a:defRPr>
            </a:lvl3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8841432" y="6392361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E8856DA-B77A-4A94-8E84-45BF77D9376B}" type="slidenum">
              <a:rPr lang="en-AU" sz="1200" noProof="0" smtClean="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AU" sz="1200" noProof="0">
              <a:solidFill>
                <a:schemeClr val="accent3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8D3AE73A-B66C-4E86-A337-9D466809D4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504000"/>
            <a:ext cx="8820000" cy="504056"/>
          </a:xfrm>
        </p:spPr>
        <p:txBody>
          <a:bodyPr anchor="ctr" anchorCtr="0"/>
          <a:lstStyle>
            <a:lvl1pPr marL="0" marR="0" indent="0" algn="l" defTabSz="914349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/>
            </a:lvl1pPr>
          </a:lstStyle>
          <a:p>
            <a:pPr lvl="0"/>
            <a:r>
              <a:rPr lang="en-AU" noProof="0" dirty="0"/>
              <a:t>Governing thought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8CF33F92-FDDA-408B-BAE1-E0A9BDC9BAB4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40000" y="1008000"/>
            <a:ext cx="8820000" cy="504056"/>
          </a:xfrm>
          <a:prstGeom prst="rect">
            <a:avLst/>
          </a:prstGeom>
        </p:spPr>
        <p:txBody>
          <a:bodyPr anchor="t"/>
          <a:lstStyle>
            <a:lvl1pPr>
              <a:lnSpc>
                <a:spcPct val="90000"/>
              </a:lnSpc>
              <a:defRPr sz="1800">
                <a:solidFill>
                  <a:schemeClr val="bg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  <a:lvl5pPr>
              <a:defRPr/>
            </a:lvl5pPr>
          </a:lstStyle>
          <a:p>
            <a:pPr lvl="0"/>
            <a:r>
              <a:rPr lang="en-AU" noProof="0" dirty="0"/>
              <a:t>Sub title</a:t>
            </a:r>
          </a:p>
        </p:txBody>
      </p:sp>
    </p:spTree>
    <p:extLst>
      <p:ext uri="{BB962C8B-B14F-4D97-AF65-F5344CB8AC3E}">
        <p14:creationId xmlns:p14="http://schemas.microsoft.com/office/powerpoint/2010/main" val="3643524341"/>
      </p:ext>
    </p:extLst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hen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5339" cy="109703"/>
          </a:xfrm>
          <a:prstGeom prst="rect">
            <a:avLst/>
          </a:prstGeom>
        </p:spPr>
      </p:pic>
      <p:sp>
        <p:nvSpPr>
          <p:cNvPr id="7" name="Content Placeholder 3"/>
          <p:cNvSpPr>
            <a:spLocks noGrp="1"/>
          </p:cNvSpPr>
          <p:nvPr>
            <p:ph sz="quarter" idx="12"/>
          </p:nvPr>
        </p:nvSpPr>
        <p:spPr>
          <a:xfrm>
            <a:off x="540000" y="3284984"/>
            <a:ext cx="8820000" cy="302505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31"/>
          </p:nvPr>
        </p:nvSpPr>
        <p:spPr>
          <a:xfrm>
            <a:off x="540000" y="1916832"/>
            <a:ext cx="8820000" cy="1079500"/>
          </a:xfrm>
        </p:spPr>
        <p:txBody>
          <a:bodyPr/>
          <a:lstStyle>
            <a:lvl2pPr>
              <a:buClrTx/>
              <a:defRPr/>
            </a:lvl2pPr>
            <a:lvl3pPr>
              <a:buClrTx/>
              <a:defRPr/>
            </a:lvl3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8" name="TextBox 7"/>
          <p:cNvSpPr txBox="1"/>
          <p:nvPr userDrawn="1"/>
        </p:nvSpPr>
        <p:spPr>
          <a:xfrm>
            <a:off x="8841432" y="6392361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E8856DA-B77A-4A94-8E84-45BF77D9376B}" type="slidenum">
              <a:rPr lang="en-AU" sz="1200" noProof="0" smtClean="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AU" sz="1200" noProof="0" dirty="0">
              <a:solidFill>
                <a:schemeClr val="accent3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8219F972-BAAF-4254-9064-CF318DC8888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504000"/>
            <a:ext cx="8820000" cy="504056"/>
          </a:xfrm>
        </p:spPr>
        <p:txBody>
          <a:bodyPr anchor="ctr" anchorCtr="0"/>
          <a:lstStyle>
            <a:lvl1pPr marL="0" marR="0" indent="0" algn="l" defTabSz="914349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/>
            </a:lvl1pPr>
          </a:lstStyle>
          <a:p>
            <a:pPr lvl="0"/>
            <a:r>
              <a:rPr lang="en-AU" noProof="0" dirty="0"/>
              <a:t>Governing thought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90FA493F-4693-4DD3-BDB6-CB3D458DAE70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40000" y="1008000"/>
            <a:ext cx="8820000" cy="504056"/>
          </a:xfrm>
          <a:prstGeom prst="rect">
            <a:avLst/>
          </a:prstGeom>
        </p:spPr>
        <p:txBody>
          <a:bodyPr anchor="t"/>
          <a:lstStyle>
            <a:lvl1pPr>
              <a:lnSpc>
                <a:spcPct val="90000"/>
              </a:lnSpc>
              <a:defRPr sz="1800">
                <a:solidFill>
                  <a:schemeClr val="bg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  <a:lvl5pPr>
              <a:defRPr/>
            </a:lvl5pPr>
          </a:lstStyle>
          <a:p>
            <a:pPr lvl="0"/>
            <a:r>
              <a:rPr lang="en-AU" noProof="0" dirty="0"/>
              <a:t>Sub title</a:t>
            </a:r>
          </a:p>
        </p:txBody>
      </p:sp>
    </p:spTree>
    <p:extLst>
      <p:ext uri="{BB962C8B-B14F-4D97-AF65-F5344CB8AC3E}">
        <p14:creationId xmlns:p14="http://schemas.microsoft.com/office/powerpoint/2010/main" val="2002301465"/>
      </p:ext>
    </p:extLst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hen chart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7C60B666-ED45-4958-9B3C-FC6AE3174DCD}"/>
              </a:ext>
            </a:extLst>
          </p:cNvPr>
          <p:cNvSpPr/>
          <p:nvPr userDrawn="1"/>
        </p:nvSpPr>
        <p:spPr>
          <a:xfrm>
            <a:off x="0" y="1728000"/>
            <a:ext cx="9906000" cy="4572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AU" noProof="0"/>
          </a:p>
        </p:txBody>
      </p:sp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4228595831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778" name="think-cell Slide" r:id="rId4" imgW="270" imgH="270" progId="TCLayout.ActiveDocument.1">
                  <p:embed/>
                </p:oleObj>
              </mc:Choice>
              <mc:Fallback>
                <p:oleObj name="think-cell Slide" r:id="rId4" imgW="270" imgH="270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Picture 3"/>
          <p:cNvPicPr>
            <a:picLocks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5339" cy="109703"/>
          </a:xfrm>
          <a:prstGeom prst="rect">
            <a:avLst/>
          </a:prstGeom>
        </p:spPr>
      </p:pic>
      <p:sp>
        <p:nvSpPr>
          <p:cNvPr id="10" name="TextBox 9"/>
          <p:cNvSpPr txBox="1"/>
          <p:nvPr userDrawn="1"/>
        </p:nvSpPr>
        <p:spPr>
          <a:xfrm>
            <a:off x="8841432" y="6392361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E8856DA-B77A-4A94-8E84-45BF77D9376B}" type="slidenum">
              <a:rPr lang="en-AU" sz="1200" noProof="0" smtClean="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AU" sz="1200" noProof="0">
              <a:solidFill>
                <a:schemeClr val="accent3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205D93F2-C1BA-43B0-99F9-DAF3039892B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504000"/>
            <a:ext cx="8820000" cy="504056"/>
          </a:xfrm>
        </p:spPr>
        <p:txBody>
          <a:bodyPr anchor="ctr" anchorCtr="0"/>
          <a:lstStyle>
            <a:lvl1pPr marL="0" marR="0" indent="0" algn="l" defTabSz="914349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/>
            </a:lvl1pPr>
          </a:lstStyle>
          <a:p>
            <a:pPr lvl="0"/>
            <a:r>
              <a:rPr lang="en-AU" noProof="0" dirty="0"/>
              <a:t>Governing thought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74D37FE9-FB16-40AD-97E4-8BA4E43C73A2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40000" y="1008000"/>
            <a:ext cx="8820000" cy="504056"/>
          </a:xfrm>
          <a:prstGeom prst="rect">
            <a:avLst/>
          </a:prstGeom>
        </p:spPr>
        <p:txBody>
          <a:bodyPr anchor="t"/>
          <a:lstStyle>
            <a:lvl1pPr>
              <a:lnSpc>
                <a:spcPct val="90000"/>
              </a:lnSpc>
              <a:defRPr sz="1800">
                <a:solidFill>
                  <a:schemeClr val="bg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  <a:lvl5pPr>
              <a:defRPr/>
            </a:lvl5pPr>
          </a:lstStyle>
          <a:p>
            <a:pPr lvl="0"/>
            <a:r>
              <a:rPr lang="en-AU" noProof="0" dirty="0"/>
              <a:t>Sub title</a:t>
            </a:r>
          </a:p>
        </p:txBody>
      </p:sp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F4ADA4C0-7D89-4CE5-94E2-A796312D411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40000" y="3284984"/>
            <a:ext cx="8820000" cy="2772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18" name="Text Placeholder 8">
            <a:extLst>
              <a:ext uri="{FF2B5EF4-FFF2-40B4-BE49-F238E27FC236}">
                <a16:creationId xmlns:a16="http://schemas.microsoft.com/office/drawing/2014/main" id="{50A3C0F5-2C21-4FF8-83F7-9A0EC84BD9E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40000" y="1916832"/>
            <a:ext cx="8820000" cy="10795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239809527"/>
      </p:ext>
    </p:extLst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hen chart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7D771456-E2EE-4A71-A3C4-87FE7DF7F0FD}"/>
              </a:ext>
            </a:extLst>
          </p:cNvPr>
          <p:cNvSpPr/>
          <p:nvPr userDrawn="1"/>
        </p:nvSpPr>
        <p:spPr>
          <a:xfrm>
            <a:off x="0" y="1728000"/>
            <a:ext cx="9906000" cy="45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AU" noProof="0"/>
          </a:p>
        </p:txBody>
      </p:sp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543550183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802" name="think-cell Slide" r:id="rId4" imgW="270" imgH="270" progId="TCLayout.ActiveDocument.1">
                  <p:embed/>
                </p:oleObj>
              </mc:Choice>
              <mc:Fallback>
                <p:oleObj name="think-cell Slide" r:id="rId4" imgW="270" imgH="270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Picture 3"/>
          <p:cNvPicPr>
            <a:picLocks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5339" cy="109703"/>
          </a:xfrm>
          <a:prstGeom prst="rect">
            <a:avLst/>
          </a:prstGeom>
        </p:spPr>
      </p:pic>
      <p:sp>
        <p:nvSpPr>
          <p:cNvPr id="10" name="TextBox 9"/>
          <p:cNvSpPr txBox="1"/>
          <p:nvPr userDrawn="1"/>
        </p:nvSpPr>
        <p:spPr>
          <a:xfrm>
            <a:off x="8841432" y="6392361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E8856DA-B77A-4A94-8E84-45BF77D9376B}" type="slidenum">
              <a:rPr lang="en-AU" sz="1200" noProof="0" smtClean="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AU" sz="1200" noProof="0">
              <a:solidFill>
                <a:schemeClr val="accent3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DB95062C-C750-44AA-8448-A0BC224E9FF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504000"/>
            <a:ext cx="8820000" cy="504056"/>
          </a:xfrm>
        </p:spPr>
        <p:txBody>
          <a:bodyPr anchor="ctr" anchorCtr="0"/>
          <a:lstStyle>
            <a:lvl1pPr marL="0" marR="0" indent="0" algn="l" defTabSz="914349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/>
            </a:lvl1pPr>
          </a:lstStyle>
          <a:p>
            <a:pPr lvl="0"/>
            <a:r>
              <a:rPr lang="en-AU" noProof="0" dirty="0"/>
              <a:t>Governing thought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8587FF4F-FFC1-4B10-B2F4-9B8A39192DF1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40000" y="1008000"/>
            <a:ext cx="8820000" cy="504056"/>
          </a:xfrm>
          <a:prstGeom prst="rect">
            <a:avLst/>
          </a:prstGeom>
        </p:spPr>
        <p:txBody>
          <a:bodyPr anchor="t"/>
          <a:lstStyle>
            <a:lvl1pPr>
              <a:lnSpc>
                <a:spcPct val="90000"/>
              </a:lnSpc>
              <a:defRPr sz="1800">
                <a:solidFill>
                  <a:schemeClr val="bg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  <a:lvl5pPr>
              <a:defRPr/>
            </a:lvl5pPr>
          </a:lstStyle>
          <a:p>
            <a:pPr lvl="0"/>
            <a:r>
              <a:rPr lang="en-AU" noProof="0" dirty="0"/>
              <a:t>Sub title</a:t>
            </a:r>
          </a:p>
        </p:txBody>
      </p:sp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455D34FC-B457-42FD-A70D-15A73F6F2308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40000" y="3284984"/>
            <a:ext cx="8820000" cy="2772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18" name="Text Placeholder 8">
            <a:extLst>
              <a:ext uri="{FF2B5EF4-FFF2-40B4-BE49-F238E27FC236}">
                <a16:creationId xmlns:a16="http://schemas.microsoft.com/office/drawing/2014/main" id="{8E5AC9C1-5BCA-4A30-8B81-1261C9C0D71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40000" y="1916832"/>
            <a:ext cx="8820000" cy="10795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431213920"/>
      </p:ext>
    </p:extLst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5339" cy="109703"/>
          </a:xfrm>
          <a:prstGeom prst="rect">
            <a:avLst/>
          </a:prstGeom>
        </p:spPr>
      </p:pic>
      <p:sp>
        <p:nvSpPr>
          <p:cNvPr id="4" name="Content Placeholder 3"/>
          <p:cNvSpPr>
            <a:spLocks noGrp="1"/>
          </p:cNvSpPr>
          <p:nvPr>
            <p:ph sz="quarter" idx="12"/>
          </p:nvPr>
        </p:nvSpPr>
        <p:spPr>
          <a:xfrm>
            <a:off x="540000" y="1916113"/>
            <a:ext cx="4198969" cy="374513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  <a:lvl2pPr>
              <a:buClrTx/>
              <a:defRPr>
                <a:solidFill>
                  <a:schemeClr val="bg2"/>
                </a:solidFill>
              </a:defRPr>
            </a:lvl2pPr>
            <a:lvl3pPr>
              <a:buClrTx/>
              <a:defRPr>
                <a:solidFill>
                  <a:schemeClr val="bg2"/>
                </a:solidFill>
              </a:defRPr>
            </a:lvl3pPr>
            <a:lvl4pPr>
              <a:buClrTx/>
              <a:defRPr>
                <a:solidFill>
                  <a:schemeClr val="bg2"/>
                </a:solidFill>
              </a:defRPr>
            </a:lvl4pPr>
            <a:lvl5pPr>
              <a:buClrTx/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8841432" y="6392361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E8856DA-B77A-4A94-8E84-45BF77D9376B}" type="slidenum">
              <a:rPr lang="en-AU" sz="1200" noProof="0" smtClean="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AU" sz="1200" noProof="0">
              <a:solidFill>
                <a:schemeClr val="accent3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" name="Content Placeholder 3"/>
          <p:cNvSpPr>
            <a:spLocks noGrp="1"/>
          </p:cNvSpPr>
          <p:nvPr>
            <p:ph sz="quarter" idx="13"/>
          </p:nvPr>
        </p:nvSpPr>
        <p:spPr>
          <a:xfrm>
            <a:off x="5161030" y="1916832"/>
            <a:ext cx="4198969" cy="374513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  <a:lvl2pPr>
              <a:buClrTx/>
              <a:defRPr>
                <a:solidFill>
                  <a:schemeClr val="bg2"/>
                </a:solidFill>
              </a:defRPr>
            </a:lvl2pPr>
            <a:lvl3pPr>
              <a:buClrTx/>
              <a:defRPr>
                <a:solidFill>
                  <a:schemeClr val="bg2"/>
                </a:solidFill>
              </a:defRPr>
            </a:lvl3pPr>
            <a:lvl4pPr>
              <a:buClrTx/>
              <a:defRPr>
                <a:solidFill>
                  <a:schemeClr val="bg2"/>
                </a:solidFill>
              </a:defRPr>
            </a:lvl4pPr>
            <a:lvl5pPr>
              <a:buClrTx/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1817A836-EF4B-444B-8416-46DE40D6746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504000"/>
            <a:ext cx="8820000" cy="504056"/>
          </a:xfrm>
        </p:spPr>
        <p:txBody>
          <a:bodyPr anchor="ctr" anchorCtr="0"/>
          <a:lstStyle>
            <a:lvl1pPr marL="0" marR="0" indent="0" algn="l" defTabSz="914349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/>
            </a:lvl1pPr>
          </a:lstStyle>
          <a:p>
            <a:pPr lvl="0"/>
            <a:r>
              <a:rPr lang="en-AU" noProof="0" dirty="0"/>
              <a:t>Governing thought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B96A2BE8-FEEB-41D1-A377-3BA687EC6750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40000" y="1008000"/>
            <a:ext cx="8820000" cy="504056"/>
          </a:xfrm>
          <a:prstGeom prst="rect">
            <a:avLst/>
          </a:prstGeom>
        </p:spPr>
        <p:txBody>
          <a:bodyPr anchor="t"/>
          <a:lstStyle>
            <a:lvl1pPr>
              <a:lnSpc>
                <a:spcPct val="90000"/>
              </a:lnSpc>
              <a:defRPr sz="1800">
                <a:solidFill>
                  <a:schemeClr val="bg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  <a:lvl5pPr>
              <a:defRPr/>
            </a:lvl5pPr>
          </a:lstStyle>
          <a:p>
            <a:pPr lvl="0"/>
            <a:r>
              <a:rPr lang="en-AU" noProof="0" dirty="0"/>
              <a:t>Sub title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DCF58D6C-0BB0-4D5F-82D1-7A0C5459D40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39999" y="5918390"/>
            <a:ext cx="8820000" cy="276985"/>
          </a:xfrm>
        </p:spPr>
        <p:txBody>
          <a:bodyPr anchor="ctr">
            <a:spAutoFit/>
          </a:bodyPr>
          <a:lstStyle>
            <a:lvl1pPr>
              <a:defRPr sz="1200"/>
            </a:lvl1pPr>
          </a:lstStyle>
          <a:p>
            <a:pPr lvl="0"/>
            <a:r>
              <a:rPr lang="en-AU" noProof="0" dirty="0"/>
              <a:t>Source</a:t>
            </a:r>
          </a:p>
        </p:txBody>
      </p:sp>
    </p:spTree>
    <p:extLst>
      <p:ext uri="{BB962C8B-B14F-4D97-AF65-F5344CB8AC3E}">
        <p14:creationId xmlns:p14="http://schemas.microsoft.com/office/powerpoint/2010/main" val="3091230620"/>
      </p:ext>
    </p:extLst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 content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171DE86C-155F-4616-8A97-6CA89012AAE4}"/>
              </a:ext>
            </a:extLst>
          </p:cNvPr>
          <p:cNvSpPr/>
          <p:nvPr userDrawn="1"/>
        </p:nvSpPr>
        <p:spPr>
          <a:xfrm>
            <a:off x="0" y="1728000"/>
            <a:ext cx="9906000" cy="4572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AU" noProof="0"/>
          </a:p>
        </p:txBody>
      </p:sp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609506584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826" name="think-cell Slide" r:id="rId4" imgW="270" imgH="270" progId="TCLayout.ActiveDocument.1">
                  <p:embed/>
                </p:oleObj>
              </mc:Choice>
              <mc:Fallback>
                <p:oleObj name="think-cell Slide" r:id="rId4" imgW="270" imgH="270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Picture 5"/>
          <p:cNvPicPr>
            <a:picLocks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5339" cy="109703"/>
          </a:xfrm>
          <a:prstGeom prst="rect">
            <a:avLst/>
          </a:prstGeom>
        </p:spPr>
      </p:pic>
      <p:sp>
        <p:nvSpPr>
          <p:cNvPr id="11" name="TextBox 10"/>
          <p:cNvSpPr txBox="1"/>
          <p:nvPr userDrawn="1"/>
        </p:nvSpPr>
        <p:spPr>
          <a:xfrm>
            <a:off x="8841432" y="6392361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E8856DA-B77A-4A94-8E84-45BF77D9376B}" type="slidenum">
              <a:rPr lang="en-AU" sz="1200" noProof="0" smtClean="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AU" sz="1200" noProof="0">
              <a:solidFill>
                <a:schemeClr val="accent3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D0C703A3-DEB2-49B9-896C-35FD2FDD6254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40000" y="1916113"/>
            <a:ext cx="4198969" cy="374513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  <a:lvl2pPr>
              <a:buClrTx/>
              <a:defRPr>
                <a:solidFill>
                  <a:schemeClr val="bg2"/>
                </a:solidFill>
              </a:defRPr>
            </a:lvl2pPr>
            <a:lvl3pPr>
              <a:buClrTx/>
              <a:defRPr>
                <a:solidFill>
                  <a:schemeClr val="bg2"/>
                </a:solidFill>
              </a:defRPr>
            </a:lvl3pPr>
            <a:lvl4pPr>
              <a:buClrTx/>
              <a:defRPr>
                <a:solidFill>
                  <a:schemeClr val="bg2"/>
                </a:solidFill>
              </a:defRPr>
            </a:lvl4pPr>
            <a:lvl5pPr>
              <a:buClrTx/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672A081B-9651-4BD7-BDC2-F10932E1660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61030" y="1916832"/>
            <a:ext cx="4198969" cy="374513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  <a:lvl2pPr>
              <a:buClrTx/>
              <a:defRPr>
                <a:solidFill>
                  <a:schemeClr val="bg2"/>
                </a:solidFill>
              </a:defRPr>
            </a:lvl2pPr>
            <a:lvl3pPr>
              <a:buClrTx/>
              <a:defRPr>
                <a:solidFill>
                  <a:schemeClr val="bg2"/>
                </a:solidFill>
              </a:defRPr>
            </a:lvl3pPr>
            <a:lvl4pPr>
              <a:buClrTx/>
              <a:defRPr>
                <a:solidFill>
                  <a:schemeClr val="bg2"/>
                </a:solidFill>
              </a:defRPr>
            </a:lvl4pPr>
            <a:lvl5pPr>
              <a:buClrTx/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C8D47D15-B996-4A64-A736-25DB8D40370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504000"/>
            <a:ext cx="8820000" cy="504056"/>
          </a:xfrm>
        </p:spPr>
        <p:txBody>
          <a:bodyPr anchor="ctr" anchorCtr="0"/>
          <a:lstStyle>
            <a:lvl1pPr marL="0" marR="0" indent="0" algn="l" defTabSz="914349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/>
            </a:lvl1pPr>
          </a:lstStyle>
          <a:p>
            <a:pPr lvl="0"/>
            <a:r>
              <a:rPr lang="en-AU" noProof="0" dirty="0"/>
              <a:t>Governing thought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A98BCF11-1B2D-40B9-B8B6-66C9493B221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40000" y="1008000"/>
            <a:ext cx="8820000" cy="504056"/>
          </a:xfrm>
          <a:prstGeom prst="rect">
            <a:avLst/>
          </a:prstGeom>
        </p:spPr>
        <p:txBody>
          <a:bodyPr anchor="t"/>
          <a:lstStyle>
            <a:lvl1pPr>
              <a:lnSpc>
                <a:spcPct val="90000"/>
              </a:lnSpc>
              <a:defRPr sz="1800">
                <a:solidFill>
                  <a:schemeClr val="bg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  <a:lvl5pPr>
              <a:defRPr/>
            </a:lvl5pPr>
          </a:lstStyle>
          <a:p>
            <a:pPr lvl="0"/>
            <a:r>
              <a:rPr lang="en-AU" noProof="0" dirty="0"/>
              <a:t>Sub title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A9B5A437-7B08-4A44-B779-48F99BF4A98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39999" y="5918390"/>
            <a:ext cx="8820000" cy="276985"/>
          </a:xfrm>
        </p:spPr>
        <p:txBody>
          <a:bodyPr anchor="ctr">
            <a:spAutoFit/>
          </a:bodyPr>
          <a:lstStyle>
            <a:lvl1pPr>
              <a:defRPr sz="1200"/>
            </a:lvl1pPr>
          </a:lstStyle>
          <a:p>
            <a:pPr lvl="0"/>
            <a:r>
              <a:rPr lang="en-AU" noProof="0" dirty="0"/>
              <a:t>Source</a:t>
            </a:r>
          </a:p>
        </p:txBody>
      </p:sp>
    </p:spTree>
    <p:extLst>
      <p:ext uri="{BB962C8B-B14F-4D97-AF65-F5344CB8AC3E}">
        <p14:creationId xmlns:p14="http://schemas.microsoft.com/office/powerpoint/2010/main" val="3779241671"/>
      </p:ext>
    </p:extLst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content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72207BC6-D0F1-4E06-87F2-78260EE2E07E}"/>
              </a:ext>
            </a:extLst>
          </p:cNvPr>
          <p:cNvSpPr/>
          <p:nvPr userDrawn="1"/>
        </p:nvSpPr>
        <p:spPr>
          <a:xfrm>
            <a:off x="0" y="1728000"/>
            <a:ext cx="9906000" cy="45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AU" noProof="0"/>
          </a:p>
        </p:txBody>
      </p:sp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349583970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850" name="think-cell Slide" r:id="rId4" imgW="270" imgH="270" progId="TCLayout.ActiveDocument.1">
                  <p:embed/>
                </p:oleObj>
              </mc:Choice>
              <mc:Fallback>
                <p:oleObj name="think-cell Slide" r:id="rId4" imgW="270" imgH="270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Picture 5"/>
          <p:cNvPicPr>
            <a:picLocks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5339" cy="109703"/>
          </a:xfrm>
          <a:prstGeom prst="rect">
            <a:avLst/>
          </a:prstGeom>
        </p:spPr>
      </p:pic>
      <p:sp>
        <p:nvSpPr>
          <p:cNvPr id="4" name="Content Placeholder 3"/>
          <p:cNvSpPr>
            <a:spLocks noGrp="1"/>
          </p:cNvSpPr>
          <p:nvPr>
            <p:ph sz="quarter" idx="12"/>
          </p:nvPr>
        </p:nvSpPr>
        <p:spPr>
          <a:xfrm>
            <a:off x="540000" y="1916113"/>
            <a:ext cx="4198969" cy="374513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buClrTx/>
              <a:defRPr>
                <a:solidFill>
                  <a:schemeClr val="bg1"/>
                </a:solidFill>
              </a:defRPr>
            </a:lvl2pPr>
            <a:lvl3pPr>
              <a:buClrTx/>
              <a:defRPr>
                <a:solidFill>
                  <a:schemeClr val="bg1"/>
                </a:solidFill>
              </a:defRPr>
            </a:lvl3pPr>
            <a:lvl4pPr>
              <a:buClrTx/>
              <a:defRPr>
                <a:solidFill>
                  <a:schemeClr val="bg1"/>
                </a:solidFill>
              </a:defRPr>
            </a:lvl4pPr>
            <a:lvl5pPr>
              <a:buClrTx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8841432" y="6392361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E8856DA-B77A-4A94-8E84-45BF77D9376B}" type="slidenum">
              <a:rPr lang="en-AU" sz="1200" noProof="0" smtClean="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AU" sz="1200" noProof="0">
              <a:solidFill>
                <a:schemeClr val="accent3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" name="Content Placeholder 3"/>
          <p:cNvSpPr>
            <a:spLocks noGrp="1"/>
          </p:cNvSpPr>
          <p:nvPr>
            <p:ph sz="quarter" idx="13"/>
          </p:nvPr>
        </p:nvSpPr>
        <p:spPr>
          <a:xfrm>
            <a:off x="5167033" y="1916832"/>
            <a:ext cx="4198969" cy="374513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buClrTx/>
              <a:defRPr>
                <a:solidFill>
                  <a:schemeClr val="bg1"/>
                </a:solidFill>
              </a:defRPr>
            </a:lvl2pPr>
            <a:lvl3pPr>
              <a:buClrTx/>
              <a:defRPr>
                <a:solidFill>
                  <a:schemeClr val="bg1"/>
                </a:solidFill>
              </a:defRPr>
            </a:lvl3pPr>
            <a:lvl4pPr>
              <a:buClrTx/>
              <a:defRPr>
                <a:solidFill>
                  <a:schemeClr val="bg1"/>
                </a:solidFill>
              </a:defRPr>
            </a:lvl4pPr>
            <a:lvl5pPr>
              <a:buClrTx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CCA17992-92CB-43BD-A819-E3617D65C6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504000"/>
            <a:ext cx="8820000" cy="504056"/>
          </a:xfrm>
        </p:spPr>
        <p:txBody>
          <a:bodyPr anchor="ctr" anchorCtr="0"/>
          <a:lstStyle>
            <a:lvl1pPr marL="0" marR="0" indent="0" algn="l" defTabSz="914349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/>
            </a:lvl1pPr>
          </a:lstStyle>
          <a:p>
            <a:pPr lvl="0"/>
            <a:r>
              <a:rPr lang="en-AU" noProof="0" dirty="0"/>
              <a:t>Governing thought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A3EDF980-B214-40BB-A8CD-99DD9BB78873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40000" y="1008000"/>
            <a:ext cx="8820000" cy="504056"/>
          </a:xfrm>
          <a:prstGeom prst="rect">
            <a:avLst/>
          </a:prstGeom>
        </p:spPr>
        <p:txBody>
          <a:bodyPr anchor="t"/>
          <a:lstStyle>
            <a:lvl1pPr>
              <a:lnSpc>
                <a:spcPct val="90000"/>
              </a:lnSpc>
              <a:defRPr sz="1800">
                <a:solidFill>
                  <a:schemeClr val="bg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  <a:lvl5pPr>
              <a:defRPr/>
            </a:lvl5pPr>
          </a:lstStyle>
          <a:p>
            <a:pPr lvl="0"/>
            <a:r>
              <a:rPr lang="en-AU" noProof="0" dirty="0"/>
              <a:t>Sub title</a:t>
            </a:r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7060639F-944C-40E2-8F60-0E769990FBE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39999" y="5882795"/>
            <a:ext cx="8820000" cy="276985"/>
          </a:xfrm>
        </p:spPr>
        <p:txBody>
          <a:bodyPr anchor="ctr">
            <a:sp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AU" noProof="0" dirty="0"/>
              <a:t>Source</a:t>
            </a:r>
          </a:p>
        </p:txBody>
      </p:sp>
    </p:spTree>
    <p:extLst>
      <p:ext uri="{BB962C8B-B14F-4D97-AF65-F5344CB8AC3E}">
        <p14:creationId xmlns:p14="http://schemas.microsoft.com/office/powerpoint/2010/main" val="2704215773"/>
      </p:ext>
    </p:extLst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70329665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874" name="think-cell Slide" r:id="rId5" imgW="270" imgH="270" progId="TCLayout.ActiveDocument.1">
                  <p:embed/>
                </p:oleObj>
              </mc:Choice>
              <mc:Fallback>
                <p:oleObj name="think-cell Slide" r:id="rId5" imgW="270" imgH="270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AU" sz="2800" b="0" i="0" baseline="0" dirty="0">
              <a:latin typeface="Segoe UI Semibold"/>
              <a:ea typeface="+mj-ea"/>
              <a:cs typeface="+mj-cs"/>
              <a:sym typeface="Segoe UI Semibold"/>
            </a:endParaRPr>
          </a:p>
        </p:txBody>
      </p:sp>
      <p:pic>
        <p:nvPicPr>
          <p:cNvPr id="4" name="Picture 3"/>
          <p:cNvPicPr>
            <a:picLocks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5339" cy="109703"/>
          </a:xfrm>
          <a:prstGeom prst="rect">
            <a:avLst/>
          </a:prstGeom>
        </p:spPr>
      </p:pic>
      <p:sp>
        <p:nvSpPr>
          <p:cNvPr id="11" name="Content Placeholder 5"/>
          <p:cNvSpPr>
            <a:spLocks noGrp="1"/>
          </p:cNvSpPr>
          <p:nvPr>
            <p:ph sz="quarter" idx="13"/>
          </p:nvPr>
        </p:nvSpPr>
        <p:spPr>
          <a:xfrm>
            <a:off x="541454" y="1700808"/>
            <a:ext cx="4248596" cy="4535872"/>
          </a:xfrm>
        </p:spPr>
        <p:txBody>
          <a:bodyPr/>
          <a:lstStyle>
            <a:lvl2pPr>
              <a:buClrTx/>
              <a:defRPr/>
            </a:lvl2pPr>
            <a:lvl3pPr>
              <a:buClrTx/>
              <a:defRPr/>
            </a:lvl3pPr>
            <a:lvl4pPr>
              <a:buClrTx/>
              <a:defRPr/>
            </a:lvl4pPr>
            <a:lvl5pPr>
              <a:buClrTx/>
              <a:defRPr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12" name="Content Placeholder 5"/>
          <p:cNvSpPr>
            <a:spLocks noGrp="1"/>
          </p:cNvSpPr>
          <p:nvPr>
            <p:ph sz="quarter" idx="14"/>
          </p:nvPr>
        </p:nvSpPr>
        <p:spPr>
          <a:xfrm>
            <a:off x="5111404" y="548680"/>
            <a:ext cx="4248596" cy="56880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7" name="TextBox 6"/>
          <p:cNvSpPr txBox="1"/>
          <p:nvPr userDrawn="1"/>
        </p:nvSpPr>
        <p:spPr>
          <a:xfrm>
            <a:off x="8841432" y="6392361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E8856DA-B77A-4A94-8E84-45BF77D9376B}" type="slidenum">
              <a:rPr lang="en-AU" sz="1200" noProof="0" smtClean="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AU" sz="1200" noProof="0" dirty="0">
              <a:solidFill>
                <a:schemeClr val="accent3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BC624E14-0657-4E67-B2C9-C7B707744F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504000"/>
            <a:ext cx="4259144" cy="504056"/>
          </a:xfrm>
        </p:spPr>
        <p:txBody>
          <a:bodyPr anchor="ctr" anchorCtr="0"/>
          <a:lstStyle>
            <a:lvl1pPr marL="0" marR="0" indent="0" algn="l" defTabSz="914349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/>
            </a:lvl1pPr>
          </a:lstStyle>
          <a:p>
            <a:pPr lvl="0"/>
            <a:r>
              <a:rPr lang="en-AU" noProof="0" dirty="0"/>
              <a:t>Governing thought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4BCE3792-08C1-47DF-995D-4C9B94A23FA6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40000" y="1008000"/>
            <a:ext cx="4259144" cy="504056"/>
          </a:xfrm>
          <a:prstGeom prst="rect">
            <a:avLst/>
          </a:prstGeom>
        </p:spPr>
        <p:txBody>
          <a:bodyPr anchor="t"/>
          <a:lstStyle>
            <a:lvl1pPr>
              <a:lnSpc>
                <a:spcPct val="90000"/>
              </a:lnSpc>
              <a:defRPr sz="1800">
                <a:solidFill>
                  <a:schemeClr val="bg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  <a:lvl5pPr>
              <a:defRPr/>
            </a:lvl5pPr>
          </a:lstStyle>
          <a:p>
            <a:pPr lvl="0"/>
            <a:r>
              <a:rPr lang="en-AU" noProof="0" dirty="0"/>
              <a:t>Sub title</a:t>
            </a:r>
          </a:p>
        </p:txBody>
      </p:sp>
    </p:spTree>
    <p:extLst>
      <p:ext uri="{BB962C8B-B14F-4D97-AF65-F5344CB8AC3E}">
        <p14:creationId xmlns:p14="http://schemas.microsoft.com/office/powerpoint/2010/main" val="268679698"/>
      </p:ext>
    </p:extLst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sm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12047483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898" name="think-cell Slide" r:id="rId5" imgW="270" imgH="270" progId="TCLayout.ActiveDocument.1">
                  <p:embed/>
                </p:oleObj>
              </mc:Choice>
              <mc:Fallback>
                <p:oleObj name="think-cell Slide" r:id="rId5" imgW="270" imgH="270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AU" sz="2800" b="0" i="0" baseline="0" dirty="0">
              <a:latin typeface="Segoe UI Semibold"/>
              <a:ea typeface="+mj-ea"/>
              <a:cs typeface="+mj-cs"/>
              <a:sym typeface="Segoe UI Semibold"/>
            </a:endParaRPr>
          </a:p>
        </p:txBody>
      </p:sp>
      <p:pic>
        <p:nvPicPr>
          <p:cNvPr id="4" name="Picture 3"/>
          <p:cNvPicPr>
            <a:picLocks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5339" cy="109703"/>
          </a:xfrm>
          <a:prstGeom prst="rect">
            <a:avLst/>
          </a:prstGeom>
        </p:spPr>
      </p:pic>
      <p:sp>
        <p:nvSpPr>
          <p:cNvPr id="11" name="Content Placeholder 5"/>
          <p:cNvSpPr>
            <a:spLocks noGrp="1"/>
          </p:cNvSpPr>
          <p:nvPr>
            <p:ph sz="quarter" idx="13"/>
          </p:nvPr>
        </p:nvSpPr>
        <p:spPr>
          <a:xfrm>
            <a:off x="540000" y="548680"/>
            <a:ext cx="2664296" cy="56880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12" name="Content Placeholder 5"/>
          <p:cNvSpPr>
            <a:spLocks noGrp="1"/>
          </p:cNvSpPr>
          <p:nvPr>
            <p:ph sz="quarter" idx="14"/>
          </p:nvPr>
        </p:nvSpPr>
        <p:spPr>
          <a:xfrm>
            <a:off x="3584848" y="1702172"/>
            <a:ext cx="5775152" cy="4534508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7" name="TextBox 6"/>
          <p:cNvSpPr txBox="1"/>
          <p:nvPr userDrawn="1"/>
        </p:nvSpPr>
        <p:spPr>
          <a:xfrm>
            <a:off x="8841432" y="6392361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E8856DA-B77A-4A94-8E84-45BF77D9376B}" type="slidenum">
              <a:rPr lang="en-AU" sz="1200" noProof="0" smtClean="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AU" sz="1200" noProof="0" dirty="0">
              <a:solidFill>
                <a:schemeClr val="accent3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A7750C84-DC10-4039-8497-5089CB54D59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84848" y="504000"/>
            <a:ext cx="5775152" cy="504056"/>
          </a:xfrm>
        </p:spPr>
        <p:txBody>
          <a:bodyPr anchor="ctr" anchorCtr="0"/>
          <a:lstStyle>
            <a:lvl1pPr marL="0" marR="0" indent="0" algn="l" defTabSz="914349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/>
            </a:lvl1pPr>
          </a:lstStyle>
          <a:p>
            <a:pPr lvl="0"/>
            <a:r>
              <a:rPr lang="en-AU" noProof="0" dirty="0"/>
              <a:t>Governing thought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066DEF2E-9824-45FE-83CE-E2F5B4BD4411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584848" y="1008000"/>
            <a:ext cx="5775152" cy="504056"/>
          </a:xfrm>
          <a:prstGeom prst="rect">
            <a:avLst/>
          </a:prstGeom>
        </p:spPr>
        <p:txBody>
          <a:bodyPr anchor="t"/>
          <a:lstStyle>
            <a:lvl1pPr>
              <a:lnSpc>
                <a:spcPct val="90000"/>
              </a:lnSpc>
              <a:defRPr sz="1800">
                <a:solidFill>
                  <a:schemeClr val="bg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  <a:lvl5pPr>
              <a:defRPr/>
            </a:lvl5pPr>
          </a:lstStyle>
          <a:p>
            <a:pPr lvl="0"/>
            <a:r>
              <a:rPr lang="en-AU" noProof="0" dirty="0"/>
              <a:t>Sub title</a:t>
            </a:r>
          </a:p>
        </p:txBody>
      </p:sp>
    </p:spTree>
    <p:extLst>
      <p:ext uri="{BB962C8B-B14F-4D97-AF65-F5344CB8AC3E}">
        <p14:creationId xmlns:p14="http://schemas.microsoft.com/office/powerpoint/2010/main" val="2891689764"/>
      </p:ext>
    </p:extLst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small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03133345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22" name="think-cell Slide" r:id="rId5" imgW="270" imgH="270" progId="TCLayout.ActiveDocument.1">
                  <p:embed/>
                </p:oleObj>
              </mc:Choice>
              <mc:Fallback>
                <p:oleObj name="think-cell Slide" r:id="rId5" imgW="270" imgH="270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AU" sz="2800" b="0" i="0" baseline="0" dirty="0">
              <a:latin typeface="Segoe UI Semibold"/>
              <a:ea typeface="+mj-ea"/>
              <a:cs typeface="+mj-cs"/>
              <a:sym typeface="Segoe UI Semibold"/>
            </a:endParaRPr>
          </a:p>
        </p:txBody>
      </p:sp>
      <p:pic>
        <p:nvPicPr>
          <p:cNvPr id="4" name="Picture 3"/>
          <p:cNvPicPr>
            <a:picLocks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5339" cy="109703"/>
          </a:xfrm>
          <a:prstGeom prst="rect">
            <a:avLst/>
          </a:prstGeom>
        </p:spPr>
      </p:pic>
      <p:sp>
        <p:nvSpPr>
          <p:cNvPr id="11" name="Content Placeholder 5"/>
          <p:cNvSpPr>
            <a:spLocks noGrp="1"/>
          </p:cNvSpPr>
          <p:nvPr>
            <p:ph sz="quarter" idx="13"/>
          </p:nvPr>
        </p:nvSpPr>
        <p:spPr>
          <a:xfrm>
            <a:off x="6681192" y="548680"/>
            <a:ext cx="2664296" cy="56880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7" name="TextBox 6"/>
          <p:cNvSpPr txBox="1"/>
          <p:nvPr userDrawn="1"/>
        </p:nvSpPr>
        <p:spPr>
          <a:xfrm>
            <a:off x="8841432" y="6392361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E8856DA-B77A-4A94-8E84-45BF77D9376B}" type="slidenum">
              <a:rPr lang="en-AU" sz="1200" noProof="0" smtClean="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AU" sz="1200" noProof="0" dirty="0">
              <a:solidFill>
                <a:schemeClr val="accent3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5" name="Content Placeholder 5">
            <a:extLst>
              <a:ext uri="{FF2B5EF4-FFF2-40B4-BE49-F238E27FC236}">
                <a16:creationId xmlns:a16="http://schemas.microsoft.com/office/drawing/2014/main" id="{9963EDF5-1C87-4957-9C63-8FC4D8C79194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41454" y="1700808"/>
            <a:ext cx="5851706" cy="4535872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1B282EE3-2178-4F9C-9FD8-91B022EA64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504000"/>
            <a:ext cx="5866234" cy="504056"/>
          </a:xfrm>
        </p:spPr>
        <p:txBody>
          <a:bodyPr anchor="ctr" anchorCtr="0"/>
          <a:lstStyle>
            <a:lvl1pPr marL="0" marR="0" indent="0" algn="l" defTabSz="914349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/>
            </a:lvl1pPr>
          </a:lstStyle>
          <a:p>
            <a:pPr lvl="0"/>
            <a:r>
              <a:rPr lang="en-AU" noProof="0" dirty="0"/>
              <a:t>Governing thought</a:t>
            </a:r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FF3B5C0A-8CE1-47F1-869F-FDFEA1EF9FFF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40000" y="1008000"/>
            <a:ext cx="5866234" cy="504056"/>
          </a:xfrm>
          <a:prstGeom prst="rect">
            <a:avLst/>
          </a:prstGeom>
        </p:spPr>
        <p:txBody>
          <a:bodyPr anchor="t"/>
          <a:lstStyle>
            <a:lvl1pPr>
              <a:lnSpc>
                <a:spcPct val="90000"/>
              </a:lnSpc>
              <a:defRPr sz="1800">
                <a:solidFill>
                  <a:schemeClr val="bg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  <a:lvl5pPr>
              <a:defRPr/>
            </a:lvl5pPr>
          </a:lstStyle>
          <a:p>
            <a:pPr lvl="0"/>
            <a:r>
              <a:rPr lang="en-AU" noProof="0" dirty="0"/>
              <a:t>Sub title</a:t>
            </a:r>
          </a:p>
        </p:txBody>
      </p:sp>
    </p:spTree>
    <p:extLst>
      <p:ext uri="{BB962C8B-B14F-4D97-AF65-F5344CB8AC3E}">
        <p14:creationId xmlns:p14="http://schemas.microsoft.com/office/powerpoint/2010/main" val="3515754377"/>
      </p:ext>
    </p:extLst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diagr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5339" cy="109703"/>
          </a:xfrm>
          <a:prstGeom prst="rect">
            <a:avLst/>
          </a:prstGeom>
        </p:spPr>
      </p:pic>
      <p:sp>
        <p:nvSpPr>
          <p:cNvPr id="4" name="Content Placeholder 3"/>
          <p:cNvSpPr>
            <a:spLocks noGrp="1"/>
          </p:cNvSpPr>
          <p:nvPr>
            <p:ph sz="quarter" idx="12"/>
          </p:nvPr>
        </p:nvSpPr>
        <p:spPr>
          <a:xfrm>
            <a:off x="540000" y="1916113"/>
            <a:ext cx="4198969" cy="374513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8841432" y="6392361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E8856DA-B77A-4A94-8E84-45BF77D9376B}" type="slidenum">
              <a:rPr lang="en-AU" sz="1200" noProof="0" smtClean="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AU" sz="1200" noProof="0">
              <a:solidFill>
                <a:schemeClr val="accent3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5163884" y="1916832"/>
            <a:ext cx="4198969" cy="208823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15" name="Content Placeholder 3"/>
          <p:cNvSpPr>
            <a:spLocks noGrp="1"/>
          </p:cNvSpPr>
          <p:nvPr>
            <p:ph sz="quarter" idx="14"/>
          </p:nvPr>
        </p:nvSpPr>
        <p:spPr>
          <a:xfrm>
            <a:off x="5186389" y="4221088"/>
            <a:ext cx="4198969" cy="197428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6FF53B31-16E9-4224-82ED-ABC697466A4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504000"/>
            <a:ext cx="8820000" cy="504056"/>
          </a:xfrm>
        </p:spPr>
        <p:txBody>
          <a:bodyPr anchor="ctr" anchorCtr="0"/>
          <a:lstStyle>
            <a:lvl1pPr marL="0" marR="0" indent="0" algn="l" defTabSz="914349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/>
            </a:lvl1pPr>
          </a:lstStyle>
          <a:p>
            <a:pPr lvl="0"/>
            <a:r>
              <a:rPr lang="en-AU" noProof="0" dirty="0"/>
              <a:t>Governing thought</a:t>
            </a:r>
          </a:p>
        </p:txBody>
      </p:sp>
      <p:sp>
        <p:nvSpPr>
          <p:cNvPr id="16" name="Text Placeholder 10">
            <a:extLst>
              <a:ext uri="{FF2B5EF4-FFF2-40B4-BE49-F238E27FC236}">
                <a16:creationId xmlns:a16="http://schemas.microsoft.com/office/drawing/2014/main" id="{21C142A2-A42C-45B3-A6F8-0CEB12421C4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40000" y="1008000"/>
            <a:ext cx="8820000" cy="504056"/>
          </a:xfrm>
          <a:prstGeom prst="rect">
            <a:avLst/>
          </a:prstGeom>
        </p:spPr>
        <p:txBody>
          <a:bodyPr anchor="t"/>
          <a:lstStyle>
            <a:lvl1pPr>
              <a:lnSpc>
                <a:spcPct val="90000"/>
              </a:lnSpc>
              <a:defRPr sz="1800">
                <a:solidFill>
                  <a:schemeClr val="bg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  <a:lvl5pPr>
              <a:defRPr/>
            </a:lvl5pPr>
          </a:lstStyle>
          <a:p>
            <a:pPr lvl="0"/>
            <a:r>
              <a:rPr lang="en-AU" noProof="0" dirty="0"/>
              <a:t>Sub title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FD2354B0-ECDF-41E9-8601-7584A63703E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39999" y="5918390"/>
            <a:ext cx="4198969" cy="276985"/>
          </a:xfrm>
        </p:spPr>
        <p:txBody>
          <a:bodyPr wrap="square" anchor="ctr">
            <a:spAutoFit/>
          </a:bodyPr>
          <a:lstStyle>
            <a:lvl1pPr>
              <a:defRPr sz="1200"/>
            </a:lvl1pPr>
          </a:lstStyle>
          <a:p>
            <a:pPr lvl="0"/>
            <a:r>
              <a:rPr lang="en-AU" noProof="0" dirty="0"/>
              <a:t>Source</a:t>
            </a:r>
          </a:p>
        </p:txBody>
      </p:sp>
    </p:spTree>
    <p:extLst>
      <p:ext uri="{BB962C8B-B14F-4D97-AF65-F5344CB8AC3E}">
        <p14:creationId xmlns:p14="http://schemas.microsoft.com/office/powerpoint/2010/main" val="37780801"/>
      </p:ext>
    </p:extLst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 and two char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5339" cy="109703"/>
          </a:xfrm>
          <a:prstGeom prst="rect">
            <a:avLst/>
          </a:prstGeom>
        </p:spPr>
      </p:pic>
      <p:sp>
        <p:nvSpPr>
          <p:cNvPr id="11" name="Content Placeholder 5"/>
          <p:cNvSpPr>
            <a:spLocks noGrp="1"/>
          </p:cNvSpPr>
          <p:nvPr>
            <p:ph sz="quarter" idx="13"/>
          </p:nvPr>
        </p:nvSpPr>
        <p:spPr>
          <a:xfrm>
            <a:off x="540000" y="3356992"/>
            <a:ext cx="4248596" cy="2881684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12" name="Content Placeholder 5"/>
          <p:cNvSpPr>
            <a:spLocks noGrp="1"/>
          </p:cNvSpPr>
          <p:nvPr>
            <p:ph sz="quarter" idx="14"/>
          </p:nvPr>
        </p:nvSpPr>
        <p:spPr>
          <a:xfrm>
            <a:off x="5117406" y="3355628"/>
            <a:ext cx="4248596" cy="2881684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31"/>
          </p:nvPr>
        </p:nvSpPr>
        <p:spPr>
          <a:xfrm>
            <a:off x="540000" y="1916832"/>
            <a:ext cx="8820000" cy="10795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8841432" y="6392361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E8856DA-B77A-4A94-8E84-45BF77D9376B}" type="slidenum">
              <a:rPr lang="en-AU" sz="1200" noProof="0" smtClean="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AU" sz="1200" noProof="0" dirty="0">
              <a:solidFill>
                <a:schemeClr val="accent3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AA66AC44-400F-43B8-8A05-BF3AECCD239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504000"/>
            <a:ext cx="8820000" cy="504056"/>
          </a:xfrm>
        </p:spPr>
        <p:txBody>
          <a:bodyPr anchor="ctr" anchorCtr="0"/>
          <a:lstStyle>
            <a:lvl1pPr marL="0" marR="0" indent="0" algn="l" defTabSz="914349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/>
            </a:lvl1pPr>
          </a:lstStyle>
          <a:p>
            <a:pPr lvl="0"/>
            <a:r>
              <a:rPr lang="en-AU" noProof="0" dirty="0"/>
              <a:t>Governing thought</a:t>
            </a:r>
          </a:p>
        </p:txBody>
      </p:sp>
      <p:sp>
        <p:nvSpPr>
          <p:cNvPr id="16" name="Text Placeholder 10">
            <a:extLst>
              <a:ext uri="{FF2B5EF4-FFF2-40B4-BE49-F238E27FC236}">
                <a16:creationId xmlns:a16="http://schemas.microsoft.com/office/drawing/2014/main" id="{3EC09068-4141-40E8-9FC8-77B5AA40667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40000" y="1008000"/>
            <a:ext cx="8820000" cy="504056"/>
          </a:xfrm>
          <a:prstGeom prst="rect">
            <a:avLst/>
          </a:prstGeom>
        </p:spPr>
        <p:txBody>
          <a:bodyPr anchor="t"/>
          <a:lstStyle>
            <a:lvl1pPr>
              <a:lnSpc>
                <a:spcPct val="90000"/>
              </a:lnSpc>
              <a:defRPr sz="1800">
                <a:solidFill>
                  <a:schemeClr val="bg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  <a:lvl5pPr>
              <a:defRPr/>
            </a:lvl5pPr>
          </a:lstStyle>
          <a:p>
            <a:pPr lvl="0"/>
            <a:r>
              <a:rPr lang="en-AU" noProof="0" dirty="0"/>
              <a:t>Sub title</a:t>
            </a:r>
          </a:p>
        </p:txBody>
      </p:sp>
    </p:spTree>
    <p:extLst>
      <p:ext uri="{BB962C8B-B14F-4D97-AF65-F5344CB8AC3E}">
        <p14:creationId xmlns:p14="http://schemas.microsoft.com/office/powerpoint/2010/main" val="3074231823"/>
      </p:ext>
    </p:extLst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two charts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5BD201AF-117C-40A5-B86C-C0639109E6C6}"/>
              </a:ext>
            </a:extLst>
          </p:cNvPr>
          <p:cNvSpPr/>
          <p:nvPr userDrawn="1"/>
        </p:nvSpPr>
        <p:spPr>
          <a:xfrm>
            <a:off x="0" y="1728000"/>
            <a:ext cx="9906000" cy="4572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AU" noProof="0"/>
          </a:p>
        </p:txBody>
      </p:sp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773748436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946" name="think-cell Slide" r:id="rId4" imgW="270" imgH="270" progId="TCLayout.ActiveDocument.1">
                  <p:embed/>
                </p:oleObj>
              </mc:Choice>
              <mc:Fallback>
                <p:oleObj name="think-cell Slide" r:id="rId4" imgW="270" imgH="270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Picture 3"/>
          <p:cNvPicPr>
            <a:picLocks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5339" cy="109703"/>
          </a:xfrm>
          <a:prstGeom prst="rect">
            <a:avLst/>
          </a:prstGeom>
        </p:spPr>
      </p:pic>
      <p:sp>
        <p:nvSpPr>
          <p:cNvPr id="11" name="Content Placeholder 5"/>
          <p:cNvSpPr>
            <a:spLocks noGrp="1"/>
          </p:cNvSpPr>
          <p:nvPr>
            <p:ph sz="quarter" idx="13"/>
          </p:nvPr>
        </p:nvSpPr>
        <p:spPr>
          <a:xfrm>
            <a:off x="540000" y="3356992"/>
            <a:ext cx="4248596" cy="2736304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12" name="Content Placeholder 5"/>
          <p:cNvSpPr>
            <a:spLocks noGrp="1"/>
          </p:cNvSpPr>
          <p:nvPr>
            <p:ph sz="quarter" idx="14"/>
          </p:nvPr>
        </p:nvSpPr>
        <p:spPr>
          <a:xfrm>
            <a:off x="5120712" y="3355628"/>
            <a:ext cx="4248596" cy="2736304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31"/>
          </p:nvPr>
        </p:nvSpPr>
        <p:spPr>
          <a:xfrm>
            <a:off x="540000" y="1916832"/>
            <a:ext cx="8820000" cy="10795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8841432" y="6392361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E8856DA-B77A-4A94-8E84-45BF77D9376B}" type="slidenum">
              <a:rPr lang="en-AU" sz="1200" noProof="0" smtClean="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AU" sz="1200" noProof="0">
              <a:solidFill>
                <a:schemeClr val="accent3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E6593DDB-B5B4-472C-8373-C69BA13714F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504000"/>
            <a:ext cx="8820000" cy="504056"/>
          </a:xfrm>
        </p:spPr>
        <p:txBody>
          <a:bodyPr anchor="ctr" anchorCtr="0"/>
          <a:lstStyle>
            <a:lvl1pPr marL="0" marR="0" indent="0" algn="l" defTabSz="914349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/>
            </a:lvl1pPr>
          </a:lstStyle>
          <a:p>
            <a:pPr lvl="0"/>
            <a:r>
              <a:rPr lang="en-AU" noProof="0" dirty="0"/>
              <a:t>Governing thought</a:t>
            </a:r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79F5FEAA-83A6-46B6-A298-7AD2184F1096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40000" y="1008000"/>
            <a:ext cx="8820000" cy="504056"/>
          </a:xfrm>
          <a:prstGeom prst="rect">
            <a:avLst/>
          </a:prstGeom>
        </p:spPr>
        <p:txBody>
          <a:bodyPr anchor="t"/>
          <a:lstStyle>
            <a:lvl1pPr>
              <a:lnSpc>
                <a:spcPct val="90000"/>
              </a:lnSpc>
              <a:defRPr sz="1800">
                <a:solidFill>
                  <a:schemeClr val="bg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  <a:lvl5pPr>
              <a:defRPr/>
            </a:lvl5pPr>
          </a:lstStyle>
          <a:p>
            <a:pPr lvl="0"/>
            <a:r>
              <a:rPr lang="en-AU" noProof="0" dirty="0"/>
              <a:t>Sub title</a:t>
            </a:r>
          </a:p>
        </p:txBody>
      </p:sp>
    </p:spTree>
    <p:extLst>
      <p:ext uri="{BB962C8B-B14F-4D97-AF65-F5344CB8AC3E}">
        <p14:creationId xmlns:p14="http://schemas.microsoft.com/office/powerpoint/2010/main" val="1838952654"/>
      </p:ext>
    </p:extLst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two charts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131F2B23-E854-4534-AA15-CD05BAEF60A0}"/>
              </a:ext>
            </a:extLst>
          </p:cNvPr>
          <p:cNvSpPr/>
          <p:nvPr userDrawn="1"/>
        </p:nvSpPr>
        <p:spPr>
          <a:xfrm>
            <a:off x="0" y="1728000"/>
            <a:ext cx="9906000" cy="45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AU" noProof="0"/>
          </a:p>
        </p:txBody>
      </p:sp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166011257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970" name="think-cell Slide" r:id="rId4" imgW="270" imgH="270" progId="TCLayout.ActiveDocument.1">
                  <p:embed/>
                </p:oleObj>
              </mc:Choice>
              <mc:Fallback>
                <p:oleObj name="think-cell Slide" r:id="rId4" imgW="270" imgH="270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Picture 3"/>
          <p:cNvPicPr>
            <a:picLocks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5339" cy="109703"/>
          </a:xfrm>
          <a:prstGeom prst="rect">
            <a:avLst/>
          </a:prstGeom>
        </p:spPr>
      </p:pic>
      <p:sp>
        <p:nvSpPr>
          <p:cNvPr id="11" name="Content Placeholder 5"/>
          <p:cNvSpPr>
            <a:spLocks noGrp="1"/>
          </p:cNvSpPr>
          <p:nvPr>
            <p:ph sz="quarter" idx="13"/>
          </p:nvPr>
        </p:nvSpPr>
        <p:spPr>
          <a:xfrm>
            <a:off x="540000" y="3356992"/>
            <a:ext cx="4248596" cy="273630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buClrTx/>
              <a:defRPr>
                <a:solidFill>
                  <a:schemeClr val="bg1"/>
                </a:solidFill>
              </a:defRPr>
            </a:lvl2pPr>
            <a:lvl3pPr>
              <a:buClrTx/>
              <a:defRPr>
                <a:solidFill>
                  <a:schemeClr val="bg1"/>
                </a:solidFill>
              </a:defRPr>
            </a:lvl3pPr>
            <a:lvl4pPr>
              <a:buClrTx/>
              <a:defRPr>
                <a:solidFill>
                  <a:schemeClr val="bg1"/>
                </a:solidFill>
              </a:defRPr>
            </a:lvl4pPr>
            <a:lvl5pPr>
              <a:buClrTx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12" name="Content Placeholder 5"/>
          <p:cNvSpPr>
            <a:spLocks noGrp="1"/>
          </p:cNvSpPr>
          <p:nvPr>
            <p:ph sz="quarter" idx="14"/>
          </p:nvPr>
        </p:nvSpPr>
        <p:spPr>
          <a:xfrm>
            <a:off x="5117406" y="3355628"/>
            <a:ext cx="4248596" cy="273630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buClrTx/>
              <a:defRPr>
                <a:solidFill>
                  <a:schemeClr val="bg1"/>
                </a:solidFill>
              </a:defRPr>
            </a:lvl2pPr>
            <a:lvl3pPr>
              <a:buClrTx/>
              <a:defRPr>
                <a:solidFill>
                  <a:schemeClr val="bg1"/>
                </a:solidFill>
              </a:defRPr>
            </a:lvl3pPr>
            <a:lvl4pPr>
              <a:buClrTx/>
              <a:defRPr>
                <a:solidFill>
                  <a:schemeClr val="bg1"/>
                </a:solidFill>
              </a:defRPr>
            </a:lvl4pPr>
            <a:lvl5pPr>
              <a:buClrTx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10" name="Text Placeholder 8"/>
          <p:cNvSpPr>
            <a:spLocks noGrp="1"/>
          </p:cNvSpPr>
          <p:nvPr>
            <p:ph type="body" sz="quarter" idx="31"/>
          </p:nvPr>
        </p:nvSpPr>
        <p:spPr>
          <a:xfrm>
            <a:off x="540000" y="1916832"/>
            <a:ext cx="8820000" cy="10795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buClrTx/>
              <a:defRPr>
                <a:solidFill>
                  <a:schemeClr val="bg1"/>
                </a:solidFill>
              </a:defRPr>
            </a:lvl2pPr>
            <a:lvl3pPr>
              <a:buClrTx/>
              <a:defRPr>
                <a:solidFill>
                  <a:schemeClr val="bg1"/>
                </a:solidFill>
              </a:defRPr>
            </a:lvl3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8841432" y="6392361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E8856DA-B77A-4A94-8E84-45BF77D9376B}" type="slidenum">
              <a:rPr lang="en-AU" sz="1200" noProof="0" smtClean="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AU" sz="1200" noProof="0">
              <a:solidFill>
                <a:schemeClr val="accent3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38C58B60-6EB6-4A4E-90F5-ED8E51CF9F2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504000"/>
            <a:ext cx="8820000" cy="504056"/>
          </a:xfrm>
        </p:spPr>
        <p:txBody>
          <a:bodyPr anchor="ctr" anchorCtr="0"/>
          <a:lstStyle>
            <a:lvl1pPr marL="0" marR="0" indent="0" algn="l" defTabSz="914349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/>
            </a:lvl1pPr>
          </a:lstStyle>
          <a:p>
            <a:pPr lvl="0"/>
            <a:r>
              <a:rPr lang="en-AU" noProof="0" dirty="0"/>
              <a:t>Governing thought</a:t>
            </a:r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4FACF19B-0502-4F6A-9742-61DA3462D7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40000" y="1008000"/>
            <a:ext cx="8820000" cy="504056"/>
          </a:xfrm>
          <a:prstGeom prst="rect">
            <a:avLst/>
          </a:prstGeom>
        </p:spPr>
        <p:txBody>
          <a:bodyPr anchor="t"/>
          <a:lstStyle>
            <a:lvl1pPr>
              <a:lnSpc>
                <a:spcPct val="90000"/>
              </a:lnSpc>
              <a:defRPr sz="1800">
                <a:solidFill>
                  <a:schemeClr val="bg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  <a:lvl5pPr>
              <a:defRPr/>
            </a:lvl5pPr>
          </a:lstStyle>
          <a:p>
            <a:pPr lvl="0"/>
            <a:r>
              <a:rPr lang="en-AU" noProof="0" dirty="0"/>
              <a:t>Sub title</a:t>
            </a:r>
          </a:p>
        </p:txBody>
      </p:sp>
    </p:spTree>
    <p:extLst>
      <p:ext uri="{BB962C8B-B14F-4D97-AF65-F5344CB8AC3E}">
        <p14:creationId xmlns:p14="http://schemas.microsoft.com/office/powerpoint/2010/main" val="1492944487"/>
      </p:ext>
    </p:extLst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harts the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5339" cy="109703"/>
          </a:xfrm>
          <a:prstGeom prst="rect">
            <a:avLst/>
          </a:prstGeom>
        </p:spPr>
      </p:pic>
      <p:sp>
        <p:nvSpPr>
          <p:cNvPr id="11" name="Content Placeholder 5"/>
          <p:cNvSpPr>
            <a:spLocks noGrp="1"/>
          </p:cNvSpPr>
          <p:nvPr>
            <p:ph sz="quarter" idx="13"/>
          </p:nvPr>
        </p:nvSpPr>
        <p:spPr>
          <a:xfrm>
            <a:off x="540000" y="1916832"/>
            <a:ext cx="4248596" cy="288032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12" name="Content Placeholder 5"/>
          <p:cNvSpPr>
            <a:spLocks noGrp="1"/>
          </p:cNvSpPr>
          <p:nvPr>
            <p:ph sz="quarter" idx="14"/>
          </p:nvPr>
        </p:nvSpPr>
        <p:spPr>
          <a:xfrm>
            <a:off x="5117406" y="1915468"/>
            <a:ext cx="4248596" cy="288032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31"/>
          </p:nvPr>
        </p:nvSpPr>
        <p:spPr>
          <a:xfrm>
            <a:off x="540000" y="5085184"/>
            <a:ext cx="8820000" cy="10795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8" name="TextBox 7"/>
          <p:cNvSpPr txBox="1"/>
          <p:nvPr userDrawn="1"/>
        </p:nvSpPr>
        <p:spPr>
          <a:xfrm>
            <a:off x="8841432" y="6392361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E8856DA-B77A-4A94-8E84-45BF77D9376B}" type="slidenum">
              <a:rPr lang="en-AU" sz="1200" noProof="0" smtClean="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AU" sz="1200" noProof="0" dirty="0">
              <a:solidFill>
                <a:schemeClr val="accent3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FD12A96F-5F70-465A-9AD8-423DBDD2E9F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504000"/>
            <a:ext cx="8820000" cy="504056"/>
          </a:xfrm>
        </p:spPr>
        <p:txBody>
          <a:bodyPr anchor="ctr" anchorCtr="0"/>
          <a:lstStyle>
            <a:lvl1pPr marL="0" marR="0" indent="0" algn="l" defTabSz="914349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/>
            </a:lvl1pPr>
          </a:lstStyle>
          <a:p>
            <a:pPr lvl="0"/>
            <a:r>
              <a:rPr lang="en-AU" noProof="0" dirty="0"/>
              <a:t>Governing thought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5B448D9D-364C-480B-AFE8-0E657B607765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40000" y="1008000"/>
            <a:ext cx="8820000" cy="504056"/>
          </a:xfrm>
          <a:prstGeom prst="rect">
            <a:avLst/>
          </a:prstGeom>
        </p:spPr>
        <p:txBody>
          <a:bodyPr anchor="t"/>
          <a:lstStyle>
            <a:lvl1pPr>
              <a:lnSpc>
                <a:spcPct val="90000"/>
              </a:lnSpc>
              <a:defRPr sz="1800">
                <a:solidFill>
                  <a:schemeClr val="bg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  <a:lvl5pPr>
              <a:defRPr/>
            </a:lvl5pPr>
          </a:lstStyle>
          <a:p>
            <a:pPr lvl="0"/>
            <a:r>
              <a:rPr lang="en-AU" noProof="0" dirty="0"/>
              <a:t>Sub title</a:t>
            </a:r>
          </a:p>
        </p:txBody>
      </p:sp>
    </p:spTree>
    <p:extLst>
      <p:ext uri="{BB962C8B-B14F-4D97-AF65-F5344CB8AC3E}">
        <p14:creationId xmlns:p14="http://schemas.microsoft.com/office/powerpoint/2010/main" val="2466428437"/>
      </p:ext>
    </p:extLst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harts then content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84D17BA4-5936-4893-8E82-309C94CFBD51}"/>
              </a:ext>
            </a:extLst>
          </p:cNvPr>
          <p:cNvSpPr/>
          <p:nvPr userDrawn="1"/>
        </p:nvSpPr>
        <p:spPr>
          <a:xfrm>
            <a:off x="0" y="1728000"/>
            <a:ext cx="9906000" cy="4572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AU" noProof="0"/>
          </a:p>
        </p:txBody>
      </p:sp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821445260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994" name="think-cell Slide" r:id="rId4" imgW="270" imgH="270" progId="TCLayout.ActiveDocument.1">
                  <p:embed/>
                </p:oleObj>
              </mc:Choice>
              <mc:Fallback>
                <p:oleObj name="think-cell Slide" r:id="rId4" imgW="270" imgH="270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Picture 3"/>
          <p:cNvPicPr>
            <a:picLocks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5339" cy="109703"/>
          </a:xfrm>
          <a:prstGeom prst="rect">
            <a:avLst/>
          </a:prstGeom>
        </p:spPr>
      </p:pic>
      <p:sp>
        <p:nvSpPr>
          <p:cNvPr id="10" name="TextBox 9"/>
          <p:cNvSpPr txBox="1"/>
          <p:nvPr userDrawn="1"/>
        </p:nvSpPr>
        <p:spPr>
          <a:xfrm>
            <a:off x="8841432" y="6392361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E8856DA-B77A-4A94-8E84-45BF77D9376B}" type="slidenum">
              <a:rPr lang="en-AU" sz="1200" noProof="0" smtClean="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AU" sz="1200" noProof="0">
              <a:solidFill>
                <a:schemeClr val="accent3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7CD87972-B698-438A-AA9B-78090C65AA0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504000"/>
            <a:ext cx="8820000" cy="504056"/>
          </a:xfrm>
        </p:spPr>
        <p:txBody>
          <a:bodyPr anchor="ctr" anchorCtr="0"/>
          <a:lstStyle>
            <a:lvl1pPr marL="0" marR="0" indent="0" algn="l" defTabSz="914349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/>
            </a:lvl1pPr>
          </a:lstStyle>
          <a:p>
            <a:pPr lvl="0"/>
            <a:r>
              <a:rPr lang="en-AU" noProof="0" dirty="0"/>
              <a:t>Governing thought</a:t>
            </a:r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A3FFE4AC-8E8E-470A-91DA-F274CB0366F4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40000" y="1008000"/>
            <a:ext cx="8820000" cy="504056"/>
          </a:xfrm>
          <a:prstGeom prst="rect">
            <a:avLst/>
          </a:prstGeom>
        </p:spPr>
        <p:txBody>
          <a:bodyPr anchor="t"/>
          <a:lstStyle>
            <a:lvl1pPr>
              <a:lnSpc>
                <a:spcPct val="90000"/>
              </a:lnSpc>
              <a:defRPr sz="1800">
                <a:solidFill>
                  <a:schemeClr val="bg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  <a:lvl5pPr>
              <a:defRPr/>
            </a:lvl5pPr>
          </a:lstStyle>
          <a:p>
            <a:pPr lvl="0"/>
            <a:r>
              <a:rPr lang="en-AU" noProof="0" dirty="0"/>
              <a:t>Sub title</a:t>
            </a:r>
          </a:p>
        </p:txBody>
      </p:sp>
      <p:sp>
        <p:nvSpPr>
          <p:cNvPr id="19" name="Content Placeholder 5">
            <a:extLst>
              <a:ext uri="{FF2B5EF4-FFF2-40B4-BE49-F238E27FC236}">
                <a16:creationId xmlns:a16="http://schemas.microsoft.com/office/drawing/2014/main" id="{D1E425C9-1779-4B0E-B1DE-A8F8DD960D5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0000" y="1916832"/>
            <a:ext cx="4248596" cy="2880320"/>
          </a:xfrm>
        </p:spPr>
        <p:txBody>
          <a:bodyPr/>
          <a:lstStyle>
            <a:lvl2pPr>
              <a:buClrTx/>
              <a:defRPr/>
            </a:lvl2pPr>
            <a:lvl3pPr>
              <a:buClrTx/>
              <a:defRPr/>
            </a:lvl3pPr>
            <a:lvl4pPr>
              <a:buClrTx/>
              <a:defRPr/>
            </a:lvl4pPr>
            <a:lvl5pPr>
              <a:buClrTx/>
              <a:defRPr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20" name="Content Placeholder 5">
            <a:extLst>
              <a:ext uri="{FF2B5EF4-FFF2-40B4-BE49-F238E27FC236}">
                <a16:creationId xmlns:a16="http://schemas.microsoft.com/office/drawing/2014/main" id="{973F9612-E969-4D71-83A7-88E26DFBF65D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17406" y="1915468"/>
            <a:ext cx="4248596" cy="2880320"/>
          </a:xfrm>
        </p:spPr>
        <p:txBody>
          <a:bodyPr/>
          <a:lstStyle>
            <a:lvl2pPr>
              <a:buClrTx/>
              <a:defRPr/>
            </a:lvl2pPr>
            <a:lvl3pPr>
              <a:buClrTx/>
              <a:defRPr/>
            </a:lvl3pPr>
            <a:lvl4pPr>
              <a:buClrTx/>
              <a:defRPr/>
            </a:lvl4pPr>
            <a:lvl5pPr>
              <a:buClrTx/>
              <a:defRPr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21" name="Text Placeholder 8">
            <a:extLst>
              <a:ext uri="{FF2B5EF4-FFF2-40B4-BE49-F238E27FC236}">
                <a16:creationId xmlns:a16="http://schemas.microsoft.com/office/drawing/2014/main" id="{2CA975DB-909D-425A-95C1-B740E5562AED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40000" y="5085184"/>
            <a:ext cx="8820000" cy="10795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021209382"/>
      </p:ext>
    </p:extLst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harts then content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746173F9-56D6-4AAB-80A6-1A8D41D67ABF}"/>
              </a:ext>
            </a:extLst>
          </p:cNvPr>
          <p:cNvSpPr/>
          <p:nvPr userDrawn="1"/>
        </p:nvSpPr>
        <p:spPr>
          <a:xfrm>
            <a:off x="0" y="1728000"/>
            <a:ext cx="9906000" cy="45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AU" noProof="0"/>
          </a:p>
        </p:txBody>
      </p:sp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536524633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6018" name="think-cell Slide" r:id="rId4" imgW="270" imgH="270" progId="TCLayout.ActiveDocument.1">
                  <p:embed/>
                </p:oleObj>
              </mc:Choice>
              <mc:Fallback>
                <p:oleObj name="think-cell Slide" r:id="rId4" imgW="270" imgH="270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Picture 3"/>
          <p:cNvPicPr>
            <a:picLocks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5339" cy="109703"/>
          </a:xfrm>
          <a:prstGeom prst="rect">
            <a:avLst/>
          </a:prstGeom>
        </p:spPr>
      </p:pic>
      <p:sp>
        <p:nvSpPr>
          <p:cNvPr id="10" name="TextBox 9"/>
          <p:cNvSpPr txBox="1"/>
          <p:nvPr userDrawn="1"/>
        </p:nvSpPr>
        <p:spPr>
          <a:xfrm>
            <a:off x="8841432" y="6392361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E8856DA-B77A-4A94-8E84-45BF77D9376B}" type="slidenum">
              <a:rPr lang="en-AU" sz="1200" noProof="0" smtClean="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AU" sz="1200" noProof="0">
              <a:solidFill>
                <a:schemeClr val="accent3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6B010F08-D6B8-4905-9E76-DF42ADE2533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504000"/>
            <a:ext cx="8820000" cy="504056"/>
          </a:xfrm>
        </p:spPr>
        <p:txBody>
          <a:bodyPr anchor="ctr" anchorCtr="0"/>
          <a:lstStyle>
            <a:lvl1pPr marL="0" marR="0" indent="0" algn="l" defTabSz="914349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/>
            </a:lvl1pPr>
          </a:lstStyle>
          <a:p>
            <a:pPr lvl="0"/>
            <a:r>
              <a:rPr lang="en-AU" noProof="0" dirty="0"/>
              <a:t>Governing thought</a:t>
            </a:r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9FFADA6C-8F71-49F5-866F-4B648DE92F7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40000" y="1008000"/>
            <a:ext cx="8820000" cy="504056"/>
          </a:xfrm>
          <a:prstGeom prst="rect">
            <a:avLst/>
          </a:prstGeom>
        </p:spPr>
        <p:txBody>
          <a:bodyPr anchor="t"/>
          <a:lstStyle>
            <a:lvl1pPr>
              <a:lnSpc>
                <a:spcPct val="90000"/>
              </a:lnSpc>
              <a:defRPr sz="1800">
                <a:solidFill>
                  <a:schemeClr val="bg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  <a:lvl5pPr>
              <a:defRPr/>
            </a:lvl5pPr>
          </a:lstStyle>
          <a:p>
            <a:pPr lvl="0"/>
            <a:r>
              <a:rPr lang="en-AU" noProof="0" dirty="0"/>
              <a:t>Sub title</a:t>
            </a:r>
          </a:p>
        </p:txBody>
      </p:sp>
      <p:sp>
        <p:nvSpPr>
          <p:cNvPr id="19" name="Content Placeholder 5">
            <a:extLst>
              <a:ext uri="{FF2B5EF4-FFF2-40B4-BE49-F238E27FC236}">
                <a16:creationId xmlns:a16="http://schemas.microsoft.com/office/drawing/2014/main" id="{52AC3C4A-067C-442B-BE2A-F0775AC7140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0000" y="1916832"/>
            <a:ext cx="4248596" cy="288032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buClrTx/>
              <a:defRPr>
                <a:solidFill>
                  <a:schemeClr val="bg1"/>
                </a:solidFill>
              </a:defRPr>
            </a:lvl2pPr>
            <a:lvl3pPr>
              <a:buClrTx/>
              <a:defRPr>
                <a:solidFill>
                  <a:schemeClr val="bg1"/>
                </a:solidFill>
              </a:defRPr>
            </a:lvl3pPr>
            <a:lvl4pPr>
              <a:buClrTx/>
              <a:defRPr>
                <a:solidFill>
                  <a:schemeClr val="bg1"/>
                </a:solidFill>
              </a:defRPr>
            </a:lvl4pPr>
            <a:lvl5pPr>
              <a:buClrTx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20" name="Content Placeholder 5">
            <a:extLst>
              <a:ext uri="{FF2B5EF4-FFF2-40B4-BE49-F238E27FC236}">
                <a16:creationId xmlns:a16="http://schemas.microsoft.com/office/drawing/2014/main" id="{D039F133-E877-497A-A58D-05743631AC0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17406" y="1915468"/>
            <a:ext cx="4248596" cy="288032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buClrTx/>
              <a:defRPr>
                <a:solidFill>
                  <a:schemeClr val="bg1"/>
                </a:solidFill>
              </a:defRPr>
            </a:lvl2pPr>
            <a:lvl3pPr>
              <a:buClrTx/>
              <a:defRPr>
                <a:solidFill>
                  <a:schemeClr val="bg1"/>
                </a:solidFill>
              </a:defRPr>
            </a:lvl3pPr>
            <a:lvl4pPr>
              <a:buClrTx/>
              <a:defRPr>
                <a:solidFill>
                  <a:schemeClr val="bg1"/>
                </a:solidFill>
              </a:defRPr>
            </a:lvl4pPr>
            <a:lvl5pPr>
              <a:buClrTx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21" name="Text Placeholder 8">
            <a:extLst>
              <a:ext uri="{FF2B5EF4-FFF2-40B4-BE49-F238E27FC236}">
                <a16:creationId xmlns:a16="http://schemas.microsoft.com/office/drawing/2014/main" id="{BF57B9D4-3FDF-4C59-A0B6-F5A22DA574E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40000" y="5085184"/>
            <a:ext cx="8820000" cy="10795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555696821"/>
      </p:ext>
    </p:extLst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 icon panel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44A5B302-7EA9-4F59-B7EB-275E23AD8507}"/>
              </a:ext>
            </a:extLst>
          </p:cNvPr>
          <p:cNvSpPr/>
          <p:nvPr userDrawn="1"/>
        </p:nvSpPr>
        <p:spPr>
          <a:xfrm>
            <a:off x="0" y="1728000"/>
            <a:ext cx="9906000" cy="4572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AU" noProof="0"/>
          </a:p>
        </p:txBody>
      </p:sp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4158600471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7042" name="think-cell Slide" r:id="rId4" imgW="270" imgH="270" progId="TCLayout.ActiveDocument.1">
                  <p:embed/>
                </p:oleObj>
              </mc:Choice>
              <mc:Fallback>
                <p:oleObj name="think-cell Slide" r:id="rId4" imgW="270" imgH="270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Picture 4"/>
          <p:cNvPicPr>
            <a:picLocks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5339" cy="109703"/>
          </a:xfrm>
          <a:prstGeom prst="rect">
            <a:avLst/>
          </a:prstGeom>
        </p:spPr>
      </p:pic>
      <p:sp>
        <p:nvSpPr>
          <p:cNvPr id="21" name="Picture Placeholder 20"/>
          <p:cNvSpPr>
            <a:spLocks noGrp="1" noChangeAspect="1"/>
          </p:cNvSpPr>
          <p:nvPr>
            <p:ph type="pic" sz="quarter" idx="10" hasCustomPrompt="1"/>
          </p:nvPr>
        </p:nvSpPr>
        <p:spPr>
          <a:xfrm>
            <a:off x="1223793" y="3356992"/>
            <a:ext cx="540000" cy="540000"/>
          </a:xfrm>
        </p:spPr>
        <p:txBody>
          <a:bodyPr/>
          <a:lstStyle>
            <a:lvl1pPr algn="ctr">
              <a:defRPr sz="1000" b="0" baseline="0"/>
            </a:lvl1pPr>
          </a:lstStyle>
          <a:p>
            <a:r>
              <a:rPr lang="en-AU" noProof="0" dirty="0"/>
              <a:t>Icon</a:t>
            </a:r>
          </a:p>
        </p:txBody>
      </p:sp>
      <p:sp>
        <p:nvSpPr>
          <p:cNvPr id="22" name="Text Placeholder 32"/>
          <p:cNvSpPr>
            <a:spLocks noGrp="1"/>
          </p:cNvSpPr>
          <p:nvPr>
            <p:ph type="body" sz="quarter" idx="19" hasCustomPrompt="1"/>
          </p:nvPr>
        </p:nvSpPr>
        <p:spPr>
          <a:xfrm>
            <a:off x="776536" y="4154986"/>
            <a:ext cx="1434514" cy="276985"/>
          </a:xfrm>
        </p:spPr>
        <p:txBody>
          <a:bodyPr>
            <a:spAutoFit/>
          </a:bodyPr>
          <a:lstStyle>
            <a:lvl1pPr algn="ctr">
              <a:defRPr sz="1200" b="1">
                <a:solidFill>
                  <a:schemeClr val="accent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AU" noProof="0" dirty="0"/>
              <a:t>CONTENT</a:t>
            </a:r>
          </a:p>
        </p:txBody>
      </p:sp>
      <p:sp>
        <p:nvSpPr>
          <p:cNvPr id="25" name="Picture Placeholder 20"/>
          <p:cNvSpPr>
            <a:spLocks noGrp="1" noChangeAspect="1"/>
          </p:cNvSpPr>
          <p:nvPr>
            <p:ph type="pic" sz="quarter" idx="20" hasCustomPrompt="1"/>
          </p:nvPr>
        </p:nvSpPr>
        <p:spPr>
          <a:xfrm>
            <a:off x="3498642" y="3356992"/>
            <a:ext cx="540000" cy="540000"/>
          </a:xfrm>
        </p:spPr>
        <p:txBody>
          <a:bodyPr/>
          <a:lstStyle>
            <a:lvl1pPr algn="ctr">
              <a:defRPr sz="1000" b="0" baseline="0"/>
            </a:lvl1pPr>
          </a:lstStyle>
          <a:p>
            <a:r>
              <a:rPr lang="en-AU" noProof="0"/>
              <a:t>Icon</a:t>
            </a:r>
          </a:p>
        </p:txBody>
      </p:sp>
      <p:sp>
        <p:nvSpPr>
          <p:cNvPr id="26" name="Text Placeholder 32"/>
          <p:cNvSpPr>
            <a:spLocks noGrp="1"/>
          </p:cNvSpPr>
          <p:nvPr>
            <p:ph type="body" sz="quarter" idx="21" hasCustomPrompt="1"/>
          </p:nvPr>
        </p:nvSpPr>
        <p:spPr>
          <a:xfrm>
            <a:off x="3051385" y="4154986"/>
            <a:ext cx="1434514" cy="276985"/>
          </a:xfrm>
        </p:spPr>
        <p:txBody>
          <a:bodyPr>
            <a:spAutoFit/>
          </a:bodyPr>
          <a:lstStyle>
            <a:lvl1pPr algn="ctr">
              <a:defRPr sz="1200" b="1">
                <a:solidFill>
                  <a:schemeClr val="accent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AU" noProof="0" dirty="0"/>
              <a:t>CONTENT</a:t>
            </a:r>
          </a:p>
        </p:txBody>
      </p:sp>
      <p:sp>
        <p:nvSpPr>
          <p:cNvPr id="27" name="Picture Placeholder 20"/>
          <p:cNvSpPr>
            <a:spLocks noGrp="1" noChangeAspect="1"/>
          </p:cNvSpPr>
          <p:nvPr>
            <p:ph type="pic" sz="quarter" idx="22" hasCustomPrompt="1"/>
          </p:nvPr>
        </p:nvSpPr>
        <p:spPr>
          <a:xfrm>
            <a:off x="5773491" y="3356992"/>
            <a:ext cx="540000" cy="540000"/>
          </a:xfrm>
        </p:spPr>
        <p:txBody>
          <a:bodyPr/>
          <a:lstStyle>
            <a:lvl1pPr algn="ctr">
              <a:defRPr sz="1000" b="0" baseline="0"/>
            </a:lvl1pPr>
          </a:lstStyle>
          <a:p>
            <a:r>
              <a:rPr lang="en-AU" noProof="0"/>
              <a:t>Icon</a:t>
            </a:r>
          </a:p>
        </p:txBody>
      </p:sp>
      <p:sp>
        <p:nvSpPr>
          <p:cNvPr id="28" name="Text Placeholder 32"/>
          <p:cNvSpPr>
            <a:spLocks noGrp="1"/>
          </p:cNvSpPr>
          <p:nvPr>
            <p:ph type="body" sz="quarter" idx="23" hasCustomPrompt="1"/>
          </p:nvPr>
        </p:nvSpPr>
        <p:spPr>
          <a:xfrm>
            <a:off x="5326234" y="4154986"/>
            <a:ext cx="1434514" cy="276985"/>
          </a:xfrm>
        </p:spPr>
        <p:txBody>
          <a:bodyPr>
            <a:spAutoFit/>
          </a:bodyPr>
          <a:lstStyle>
            <a:lvl1pPr algn="ctr">
              <a:defRPr sz="1200" b="1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AU" noProof="0" dirty="0"/>
              <a:t>CONTENT</a:t>
            </a:r>
          </a:p>
        </p:txBody>
      </p:sp>
      <p:sp>
        <p:nvSpPr>
          <p:cNvPr id="30" name="Picture Placeholder 20"/>
          <p:cNvSpPr>
            <a:spLocks noGrp="1" noChangeAspect="1"/>
          </p:cNvSpPr>
          <p:nvPr>
            <p:ph type="pic" sz="quarter" idx="31" hasCustomPrompt="1"/>
          </p:nvPr>
        </p:nvSpPr>
        <p:spPr>
          <a:xfrm>
            <a:off x="8048340" y="3356992"/>
            <a:ext cx="540000" cy="540000"/>
          </a:xfrm>
        </p:spPr>
        <p:txBody>
          <a:bodyPr/>
          <a:lstStyle>
            <a:lvl1pPr algn="ctr">
              <a:defRPr sz="1000" b="0" baseline="0"/>
            </a:lvl1pPr>
          </a:lstStyle>
          <a:p>
            <a:r>
              <a:rPr lang="en-AU" noProof="0"/>
              <a:t>Icon</a:t>
            </a:r>
          </a:p>
        </p:txBody>
      </p:sp>
      <p:sp>
        <p:nvSpPr>
          <p:cNvPr id="31" name="Text Placeholder 32"/>
          <p:cNvSpPr>
            <a:spLocks noGrp="1"/>
          </p:cNvSpPr>
          <p:nvPr>
            <p:ph type="body" sz="quarter" idx="32" hasCustomPrompt="1"/>
          </p:nvPr>
        </p:nvSpPr>
        <p:spPr>
          <a:xfrm>
            <a:off x="7601083" y="4154986"/>
            <a:ext cx="1434514" cy="276985"/>
          </a:xfrm>
        </p:spPr>
        <p:txBody>
          <a:bodyPr>
            <a:spAutoFit/>
          </a:bodyPr>
          <a:lstStyle>
            <a:lvl1pPr algn="ctr">
              <a:defRPr sz="1200" b="1">
                <a:solidFill>
                  <a:schemeClr val="accent6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AU" noProof="0" dirty="0"/>
              <a:t>CONTENT</a:t>
            </a:r>
          </a:p>
        </p:txBody>
      </p:sp>
      <p:sp>
        <p:nvSpPr>
          <p:cNvPr id="15" name="TextBox 14"/>
          <p:cNvSpPr txBox="1"/>
          <p:nvPr userDrawn="1"/>
        </p:nvSpPr>
        <p:spPr>
          <a:xfrm>
            <a:off x="8841432" y="6392361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E8856DA-B77A-4A94-8E84-45BF77D9376B}" type="slidenum">
              <a:rPr lang="en-AU" sz="1200" noProof="0" smtClean="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AU" sz="1200" noProof="0" dirty="0">
              <a:solidFill>
                <a:schemeClr val="accent3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8E3E784B-A5AF-47EB-8B3C-35C787B69F9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504000"/>
            <a:ext cx="8820000" cy="504056"/>
          </a:xfrm>
        </p:spPr>
        <p:txBody>
          <a:bodyPr anchor="ctr" anchorCtr="0"/>
          <a:lstStyle>
            <a:lvl1pPr marL="0" marR="0" indent="0" algn="l" defTabSz="914349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/>
            </a:lvl1pPr>
          </a:lstStyle>
          <a:p>
            <a:pPr lvl="0"/>
            <a:r>
              <a:rPr lang="en-AU" noProof="0" dirty="0"/>
              <a:t>Governing thought</a:t>
            </a:r>
          </a:p>
        </p:txBody>
      </p:sp>
      <p:sp>
        <p:nvSpPr>
          <p:cNvPr id="20" name="Text Placeholder 10">
            <a:extLst>
              <a:ext uri="{FF2B5EF4-FFF2-40B4-BE49-F238E27FC236}">
                <a16:creationId xmlns:a16="http://schemas.microsoft.com/office/drawing/2014/main" id="{50C3F918-7B06-43E6-8C4F-B45521A501D2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40000" y="1008000"/>
            <a:ext cx="8820000" cy="504056"/>
          </a:xfrm>
          <a:prstGeom prst="rect">
            <a:avLst/>
          </a:prstGeom>
        </p:spPr>
        <p:txBody>
          <a:bodyPr anchor="t"/>
          <a:lstStyle>
            <a:lvl1pPr>
              <a:lnSpc>
                <a:spcPct val="90000"/>
              </a:lnSpc>
              <a:defRPr sz="1800">
                <a:solidFill>
                  <a:schemeClr val="bg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  <a:lvl5pPr>
              <a:defRPr/>
            </a:lvl5pPr>
          </a:lstStyle>
          <a:p>
            <a:pPr lvl="0"/>
            <a:r>
              <a:rPr lang="en-AU" noProof="0" dirty="0"/>
              <a:t>Sub title</a:t>
            </a:r>
          </a:p>
        </p:txBody>
      </p:sp>
    </p:spTree>
    <p:extLst>
      <p:ext uri="{BB962C8B-B14F-4D97-AF65-F5344CB8AC3E}">
        <p14:creationId xmlns:p14="http://schemas.microsoft.com/office/powerpoint/2010/main" val="2955959145"/>
      </p:ext>
    </p:extLst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 icon panel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25416316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8066" name="think-cell Slide" r:id="rId4" imgW="270" imgH="270" progId="TCLayout.ActiveDocument.1">
                  <p:embed/>
                </p:oleObj>
              </mc:Choice>
              <mc:Fallback>
                <p:oleObj name="think-cell Slide" r:id="rId4" imgW="270" imgH="270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Picture 4"/>
          <p:cNvPicPr>
            <a:picLocks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5339" cy="109703"/>
          </a:xfrm>
          <a:prstGeom prst="rect">
            <a:avLst/>
          </a:prstGeom>
        </p:spPr>
      </p:pic>
      <p:sp>
        <p:nvSpPr>
          <p:cNvPr id="15" name="TextBox 14"/>
          <p:cNvSpPr txBox="1"/>
          <p:nvPr userDrawn="1"/>
        </p:nvSpPr>
        <p:spPr>
          <a:xfrm>
            <a:off x="8841432" y="6392361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E8856DA-B77A-4A94-8E84-45BF77D9376B}" type="slidenum">
              <a:rPr lang="en-AU" sz="1200" noProof="0" smtClean="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AU" sz="1200" noProof="0" dirty="0">
              <a:solidFill>
                <a:schemeClr val="accent3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C0D88815-3A15-4E37-81D8-2952143FD0C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504000"/>
            <a:ext cx="8820000" cy="504056"/>
          </a:xfrm>
        </p:spPr>
        <p:txBody>
          <a:bodyPr anchor="ctr" anchorCtr="0"/>
          <a:lstStyle>
            <a:lvl1pPr marL="0" marR="0" indent="0" algn="l" defTabSz="914349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/>
            </a:lvl1pPr>
          </a:lstStyle>
          <a:p>
            <a:pPr lvl="0"/>
            <a:r>
              <a:rPr lang="en-AU" noProof="0" dirty="0"/>
              <a:t>Governing thought</a:t>
            </a:r>
          </a:p>
        </p:txBody>
      </p:sp>
      <p:sp>
        <p:nvSpPr>
          <p:cNvPr id="20" name="Text Placeholder 10">
            <a:extLst>
              <a:ext uri="{FF2B5EF4-FFF2-40B4-BE49-F238E27FC236}">
                <a16:creationId xmlns:a16="http://schemas.microsoft.com/office/drawing/2014/main" id="{050E46B6-0A76-4E5A-8F25-676FA8C42E3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40000" y="1008000"/>
            <a:ext cx="8820000" cy="504056"/>
          </a:xfrm>
          <a:prstGeom prst="rect">
            <a:avLst/>
          </a:prstGeom>
        </p:spPr>
        <p:txBody>
          <a:bodyPr anchor="t"/>
          <a:lstStyle>
            <a:lvl1pPr>
              <a:lnSpc>
                <a:spcPct val="90000"/>
              </a:lnSpc>
              <a:defRPr sz="1800">
                <a:solidFill>
                  <a:schemeClr val="bg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  <a:lvl5pPr>
              <a:defRPr/>
            </a:lvl5pPr>
          </a:lstStyle>
          <a:p>
            <a:pPr lvl="0"/>
            <a:r>
              <a:rPr lang="en-AU" noProof="0" dirty="0"/>
              <a:t>Sub title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6B10377-A2C4-4C9F-874F-20F1A5329928}"/>
              </a:ext>
            </a:extLst>
          </p:cNvPr>
          <p:cNvSpPr/>
          <p:nvPr userDrawn="1"/>
        </p:nvSpPr>
        <p:spPr>
          <a:xfrm>
            <a:off x="0" y="1728000"/>
            <a:ext cx="9906000" cy="45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AU" noProof="0"/>
          </a:p>
        </p:txBody>
      </p:sp>
      <p:sp>
        <p:nvSpPr>
          <p:cNvPr id="24" name="Picture Placeholder 20">
            <a:extLst>
              <a:ext uri="{FF2B5EF4-FFF2-40B4-BE49-F238E27FC236}">
                <a16:creationId xmlns:a16="http://schemas.microsoft.com/office/drawing/2014/main" id="{84B266B7-C8E5-44B9-81DF-B93391053F9D}"/>
              </a:ext>
            </a:extLst>
          </p:cNvPr>
          <p:cNvSpPr>
            <a:spLocks noGrp="1" noChangeAspect="1"/>
          </p:cNvSpPr>
          <p:nvPr>
            <p:ph type="pic" sz="quarter" idx="10" hasCustomPrompt="1"/>
          </p:nvPr>
        </p:nvSpPr>
        <p:spPr>
          <a:xfrm>
            <a:off x="1223793" y="3356992"/>
            <a:ext cx="540000" cy="540000"/>
          </a:xfrm>
        </p:spPr>
        <p:txBody>
          <a:bodyPr/>
          <a:lstStyle>
            <a:lvl1pPr algn="ctr">
              <a:defRPr sz="1000" b="0" baseline="0">
                <a:solidFill>
                  <a:schemeClr val="bg1"/>
                </a:solidFill>
              </a:defRPr>
            </a:lvl1pPr>
          </a:lstStyle>
          <a:p>
            <a:r>
              <a:rPr lang="en-AU" noProof="0" dirty="0"/>
              <a:t>Icon</a:t>
            </a:r>
          </a:p>
        </p:txBody>
      </p:sp>
      <p:sp>
        <p:nvSpPr>
          <p:cNvPr id="29" name="Text Placeholder 32">
            <a:extLst>
              <a:ext uri="{FF2B5EF4-FFF2-40B4-BE49-F238E27FC236}">
                <a16:creationId xmlns:a16="http://schemas.microsoft.com/office/drawing/2014/main" id="{BB4EB60C-3BFC-4EB9-9940-2969FCCE24E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76536" y="4154986"/>
            <a:ext cx="1434514" cy="276985"/>
          </a:xfrm>
        </p:spPr>
        <p:txBody>
          <a:bodyPr>
            <a:spAutoFit/>
          </a:bodyPr>
          <a:lstStyle>
            <a:lvl1pPr algn="ctr">
              <a:defRPr sz="1200" b="1">
                <a:solidFill>
                  <a:schemeClr val="accent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AU" noProof="0" dirty="0"/>
              <a:t>CONTENT</a:t>
            </a:r>
          </a:p>
        </p:txBody>
      </p:sp>
      <p:sp>
        <p:nvSpPr>
          <p:cNvPr id="32" name="Picture Placeholder 20">
            <a:extLst>
              <a:ext uri="{FF2B5EF4-FFF2-40B4-BE49-F238E27FC236}">
                <a16:creationId xmlns:a16="http://schemas.microsoft.com/office/drawing/2014/main" id="{8731DDFB-791F-4DDC-98EC-AC1EBB6EDDE2}"/>
              </a:ext>
            </a:extLst>
          </p:cNvPr>
          <p:cNvSpPr>
            <a:spLocks noGrp="1" noChangeAspect="1"/>
          </p:cNvSpPr>
          <p:nvPr>
            <p:ph type="pic" sz="quarter" idx="20" hasCustomPrompt="1"/>
          </p:nvPr>
        </p:nvSpPr>
        <p:spPr>
          <a:xfrm>
            <a:off x="3498642" y="3356992"/>
            <a:ext cx="540000" cy="540000"/>
          </a:xfrm>
        </p:spPr>
        <p:txBody>
          <a:bodyPr/>
          <a:lstStyle>
            <a:lvl1pPr algn="ctr">
              <a:defRPr sz="1000" b="0" baseline="0">
                <a:solidFill>
                  <a:schemeClr val="bg1"/>
                </a:solidFill>
              </a:defRPr>
            </a:lvl1pPr>
          </a:lstStyle>
          <a:p>
            <a:r>
              <a:rPr lang="en-AU" noProof="0"/>
              <a:t>Icon</a:t>
            </a:r>
          </a:p>
        </p:txBody>
      </p:sp>
      <p:sp>
        <p:nvSpPr>
          <p:cNvPr id="33" name="Text Placeholder 32">
            <a:extLst>
              <a:ext uri="{FF2B5EF4-FFF2-40B4-BE49-F238E27FC236}">
                <a16:creationId xmlns:a16="http://schemas.microsoft.com/office/drawing/2014/main" id="{64E1AC42-6F3B-4595-A932-22FE51A6B85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051385" y="4154986"/>
            <a:ext cx="1434514" cy="276985"/>
          </a:xfrm>
        </p:spPr>
        <p:txBody>
          <a:bodyPr>
            <a:spAutoFit/>
          </a:bodyPr>
          <a:lstStyle>
            <a:lvl1pPr algn="ctr">
              <a:defRPr sz="1200" b="1">
                <a:solidFill>
                  <a:schemeClr val="accent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AU" noProof="0" dirty="0"/>
              <a:t>CONTENT</a:t>
            </a:r>
          </a:p>
        </p:txBody>
      </p:sp>
      <p:sp>
        <p:nvSpPr>
          <p:cNvPr id="34" name="Picture Placeholder 20">
            <a:extLst>
              <a:ext uri="{FF2B5EF4-FFF2-40B4-BE49-F238E27FC236}">
                <a16:creationId xmlns:a16="http://schemas.microsoft.com/office/drawing/2014/main" id="{2C7AAEED-82FF-4E7C-BFAE-6D89BAA22ABE}"/>
              </a:ext>
            </a:extLst>
          </p:cNvPr>
          <p:cNvSpPr>
            <a:spLocks noGrp="1" noChangeAspect="1"/>
          </p:cNvSpPr>
          <p:nvPr>
            <p:ph type="pic" sz="quarter" idx="22" hasCustomPrompt="1"/>
          </p:nvPr>
        </p:nvSpPr>
        <p:spPr>
          <a:xfrm>
            <a:off x="5773491" y="3356992"/>
            <a:ext cx="540000" cy="540000"/>
          </a:xfrm>
        </p:spPr>
        <p:txBody>
          <a:bodyPr/>
          <a:lstStyle>
            <a:lvl1pPr algn="ctr">
              <a:defRPr sz="1000" b="0" baseline="0">
                <a:solidFill>
                  <a:schemeClr val="bg1"/>
                </a:solidFill>
              </a:defRPr>
            </a:lvl1pPr>
          </a:lstStyle>
          <a:p>
            <a:r>
              <a:rPr lang="en-AU" noProof="0"/>
              <a:t>Icon</a:t>
            </a:r>
          </a:p>
        </p:txBody>
      </p:sp>
      <p:sp>
        <p:nvSpPr>
          <p:cNvPr id="35" name="Text Placeholder 32">
            <a:extLst>
              <a:ext uri="{FF2B5EF4-FFF2-40B4-BE49-F238E27FC236}">
                <a16:creationId xmlns:a16="http://schemas.microsoft.com/office/drawing/2014/main" id="{B0BCB05E-988B-4741-A221-A8D68F356C4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326234" y="4154986"/>
            <a:ext cx="1434514" cy="276985"/>
          </a:xfrm>
        </p:spPr>
        <p:txBody>
          <a:bodyPr>
            <a:spAutoFit/>
          </a:bodyPr>
          <a:lstStyle>
            <a:lvl1pPr algn="ctr">
              <a:defRPr sz="1200" b="1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AU" noProof="0" dirty="0"/>
              <a:t>CONTENT</a:t>
            </a:r>
          </a:p>
        </p:txBody>
      </p:sp>
      <p:sp>
        <p:nvSpPr>
          <p:cNvPr id="36" name="Picture Placeholder 20">
            <a:extLst>
              <a:ext uri="{FF2B5EF4-FFF2-40B4-BE49-F238E27FC236}">
                <a16:creationId xmlns:a16="http://schemas.microsoft.com/office/drawing/2014/main" id="{3CC657C0-767D-49A2-BAE2-7C9760AF5F85}"/>
              </a:ext>
            </a:extLst>
          </p:cNvPr>
          <p:cNvSpPr>
            <a:spLocks noGrp="1" noChangeAspect="1"/>
          </p:cNvSpPr>
          <p:nvPr>
            <p:ph type="pic" sz="quarter" idx="31" hasCustomPrompt="1"/>
          </p:nvPr>
        </p:nvSpPr>
        <p:spPr>
          <a:xfrm>
            <a:off x="8048340" y="3356992"/>
            <a:ext cx="540000" cy="540000"/>
          </a:xfrm>
        </p:spPr>
        <p:txBody>
          <a:bodyPr/>
          <a:lstStyle>
            <a:lvl1pPr algn="ctr">
              <a:defRPr sz="1000" b="0" baseline="0">
                <a:solidFill>
                  <a:schemeClr val="bg1"/>
                </a:solidFill>
              </a:defRPr>
            </a:lvl1pPr>
          </a:lstStyle>
          <a:p>
            <a:r>
              <a:rPr lang="en-AU" noProof="0"/>
              <a:t>Icon</a:t>
            </a:r>
          </a:p>
        </p:txBody>
      </p:sp>
      <p:sp>
        <p:nvSpPr>
          <p:cNvPr id="37" name="Text Placeholder 32">
            <a:extLst>
              <a:ext uri="{FF2B5EF4-FFF2-40B4-BE49-F238E27FC236}">
                <a16:creationId xmlns:a16="http://schemas.microsoft.com/office/drawing/2014/main" id="{D6BC1127-1DDA-4942-862C-5F9C179559D3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601083" y="4154986"/>
            <a:ext cx="1434514" cy="276985"/>
          </a:xfrm>
        </p:spPr>
        <p:txBody>
          <a:bodyPr>
            <a:spAutoFit/>
          </a:bodyPr>
          <a:lstStyle>
            <a:lvl1pPr algn="ctr">
              <a:defRPr sz="1200" b="1">
                <a:solidFill>
                  <a:schemeClr val="accent6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AU" noProof="0" dirty="0"/>
              <a:t>CONTENT</a:t>
            </a:r>
          </a:p>
        </p:txBody>
      </p:sp>
    </p:spTree>
    <p:extLst>
      <p:ext uri="{BB962C8B-B14F-4D97-AF65-F5344CB8AC3E}">
        <p14:creationId xmlns:p14="http://schemas.microsoft.com/office/powerpoint/2010/main" val="689990928"/>
      </p:ext>
    </p:extLst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with icons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679FA6F4-A25A-423A-A8CC-458D821DA987}"/>
              </a:ext>
            </a:extLst>
          </p:cNvPr>
          <p:cNvSpPr/>
          <p:nvPr userDrawn="1"/>
        </p:nvSpPr>
        <p:spPr>
          <a:xfrm>
            <a:off x="0" y="1728000"/>
            <a:ext cx="9906000" cy="45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AU" noProof="0"/>
          </a:p>
        </p:txBody>
      </p:sp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965036676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9090" name="think-cell Slide" r:id="rId4" imgW="270" imgH="270" progId="TCLayout.ActiveDocument.1">
                  <p:embed/>
                </p:oleObj>
              </mc:Choice>
              <mc:Fallback>
                <p:oleObj name="think-cell Slide" r:id="rId4" imgW="270" imgH="270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0" name="Picture 19"/>
          <p:cNvPicPr>
            <a:picLocks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5339" cy="109703"/>
          </a:xfrm>
          <a:prstGeom prst="rect">
            <a:avLst/>
          </a:prstGeom>
        </p:spPr>
      </p:pic>
      <p:sp>
        <p:nvSpPr>
          <p:cNvPr id="13" name="Text Placeholder 12"/>
          <p:cNvSpPr>
            <a:spLocks noGrp="1"/>
          </p:cNvSpPr>
          <p:nvPr>
            <p:ph type="body" sz="quarter" idx="12" hasCustomPrompt="1"/>
          </p:nvPr>
        </p:nvSpPr>
        <p:spPr>
          <a:xfrm>
            <a:off x="1296000" y="2407324"/>
            <a:ext cx="3503144" cy="576064"/>
          </a:xfrm>
          <a:prstGeom prst="rect">
            <a:avLst/>
          </a:prstGeom>
          <a:noFill/>
          <a:ln>
            <a:noFill/>
          </a:ln>
        </p:spPr>
        <p:txBody>
          <a:bodyPr lIns="0" tIns="72000" rIns="0" bIns="72000" anchor="ctr"/>
          <a:lstStyle>
            <a:lvl1pPr algn="l">
              <a:defRPr sz="1600">
                <a:solidFill>
                  <a:schemeClr val="accent2"/>
                </a:solidFill>
                <a:latin typeface="Segoe UI Semibold" panose="020B0702040204020203" pitchFamily="34" charset="0"/>
              </a:defRPr>
            </a:lvl1pPr>
          </a:lstStyle>
          <a:p>
            <a:pPr lvl="0"/>
            <a:r>
              <a:rPr lang="en-AU" noProof="0" dirty="0"/>
              <a:t>TITLE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4"/>
          </p:nvPr>
        </p:nvSpPr>
        <p:spPr>
          <a:xfrm>
            <a:off x="539999" y="3127404"/>
            <a:ext cx="4248000" cy="2303999"/>
          </a:xfrm>
          <a:prstGeom prst="rect">
            <a:avLst/>
          </a:prstGeom>
        </p:spPr>
        <p:txBody>
          <a:bodyPr/>
          <a:lstStyle>
            <a:lvl1pPr>
              <a:lnSpc>
                <a:spcPts val="1400"/>
              </a:lnSpc>
              <a:defRPr sz="1200">
                <a:solidFill>
                  <a:schemeClr val="bg1"/>
                </a:solidFill>
              </a:defRPr>
            </a:lvl1pPr>
            <a:lvl2pPr>
              <a:buClrTx/>
              <a:defRPr sz="1200">
                <a:solidFill>
                  <a:schemeClr val="bg1"/>
                </a:solidFill>
              </a:defRPr>
            </a:lvl2pPr>
            <a:lvl3pPr>
              <a:buClrTx/>
              <a:defRPr sz="1200">
                <a:solidFill>
                  <a:schemeClr val="bg1"/>
                </a:solidFill>
              </a:defRPr>
            </a:lvl3pPr>
            <a:lvl4pPr>
              <a:buClrTx/>
              <a:defRPr sz="1200">
                <a:solidFill>
                  <a:schemeClr val="bg1"/>
                </a:solidFill>
              </a:defRPr>
            </a:lvl4pPr>
            <a:lvl5pPr>
              <a:buClrTx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19" name="Picture Placeholder 18"/>
          <p:cNvSpPr>
            <a:spLocks noGrp="1"/>
          </p:cNvSpPr>
          <p:nvPr>
            <p:ph type="pic" sz="quarter" idx="16" hasCustomPrompt="1"/>
          </p:nvPr>
        </p:nvSpPr>
        <p:spPr>
          <a:xfrm>
            <a:off x="540000" y="2407324"/>
            <a:ext cx="540000" cy="540000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AU" noProof="0" dirty="0"/>
              <a:t>Icon</a:t>
            </a:r>
          </a:p>
        </p:txBody>
      </p:sp>
      <p:sp>
        <p:nvSpPr>
          <p:cNvPr id="14" name="TextBox 13"/>
          <p:cNvSpPr txBox="1"/>
          <p:nvPr userDrawn="1"/>
        </p:nvSpPr>
        <p:spPr>
          <a:xfrm>
            <a:off x="8841432" y="6392361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E8856DA-B77A-4A94-8E84-45BF77D9376B}" type="slidenum">
              <a:rPr lang="en-AU" sz="1200" noProof="0" smtClean="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AU" sz="1200" noProof="0">
              <a:solidFill>
                <a:schemeClr val="accent3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BA67FB26-43B3-4024-9647-3543C0CA3B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504000"/>
            <a:ext cx="8820000" cy="504056"/>
          </a:xfrm>
        </p:spPr>
        <p:txBody>
          <a:bodyPr anchor="ctr" anchorCtr="0"/>
          <a:lstStyle>
            <a:lvl1pPr marL="0" marR="0" indent="0" algn="l" defTabSz="914349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/>
            </a:lvl1pPr>
          </a:lstStyle>
          <a:p>
            <a:pPr lvl="0"/>
            <a:r>
              <a:rPr lang="en-AU" noProof="0" dirty="0"/>
              <a:t>Governing thought</a:t>
            </a:r>
          </a:p>
        </p:txBody>
      </p:sp>
      <p:sp>
        <p:nvSpPr>
          <p:cNvPr id="22" name="Text Placeholder 10">
            <a:extLst>
              <a:ext uri="{FF2B5EF4-FFF2-40B4-BE49-F238E27FC236}">
                <a16:creationId xmlns:a16="http://schemas.microsoft.com/office/drawing/2014/main" id="{9957BFF4-0EEE-4EAE-B1F0-8AC871F79A00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40000" y="1008000"/>
            <a:ext cx="8820000" cy="504056"/>
          </a:xfrm>
          <a:prstGeom prst="rect">
            <a:avLst/>
          </a:prstGeom>
        </p:spPr>
        <p:txBody>
          <a:bodyPr anchor="t"/>
          <a:lstStyle>
            <a:lvl1pPr>
              <a:lnSpc>
                <a:spcPct val="90000"/>
              </a:lnSpc>
              <a:defRPr sz="1800">
                <a:solidFill>
                  <a:schemeClr val="bg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  <a:lvl5pPr>
              <a:defRPr/>
            </a:lvl5pPr>
          </a:lstStyle>
          <a:p>
            <a:pPr lvl="0"/>
            <a:r>
              <a:rPr lang="en-AU" noProof="0" dirty="0"/>
              <a:t>Sub title</a:t>
            </a:r>
          </a:p>
        </p:txBody>
      </p:sp>
      <p:sp>
        <p:nvSpPr>
          <p:cNvPr id="27" name="Text Placeholder 12">
            <a:extLst>
              <a:ext uri="{FF2B5EF4-FFF2-40B4-BE49-F238E27FC236}">
                <a16:creationId xmlns:a16="http://schemas.microsoft.com/office/drawing/2014/main" id="{6B15A176-D340-4BC9-8E40-46C708C8DD55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862859" y="2407324"/>
            <a:ext cx="3503144" cy="576064"/>
          </a:xfrm>
          <a:prstGeom prst="rect">
            <a:avLst/>
          </a:prstGeom>
          <a:noFill/>
          <a:ln>
            <a:noFill/>
          </a:ln>
        </p:spPr>
        <p:txBody>
          <a:bodyPr lIns="0" tIns="72000" rIns="0" bIns="72000" anchor="ctr"/>
          <a:lstStyle>
            <a:lvl1pPr algn="l">
              <a:defRPr sz="1600">
                <a:solidFill>
                  <a:schemeClr val="accent3"/>
                </a:solidFill>
                <a:latin typeface="Segoe UI Semibold" panose="020B0702040204020203" pitchFamily="34" charset="0"/>
              </a:defRPr>
            </a:lvl1pPr>
          </a:lstStyle>
          <a:p>
            <a:pPr lvl="0"/>
            <a:r>
              <a:rPr lang="en-AU" noProof="0" dirty="0"/>
              <a:t>TITLE</a:t>
            </a:r>
          </a:p>
        </p:txBody>
      </p:sp>
      <p:sp>
        <p:nvSpPr>
          <p:cNvPr id="28" name="Text Placeholder 15">
            <a:extLst>
              <a:ext uri="{FF2B5EF4-FFF2-40B4-BE49-F238E27FC236}">
                <a16:creationId xmlns:a16="http://schemas.microsoft.com/office/drawing/2014/main" id="{6E40A7D8-DE1B-4855-BA30-18BE38435F3A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106858" y="3127404"/>
            <a:ext cx="4248000" cy="2303999"/>
          </a:xfrm>
          <a:prstGeom prst="rect">
            <a:avLst/>
          </a:prstGeom>
        </p:spPr>
        <p:txBody>
          <a:bodyPr/>
          <a:lstStyle>
            <a:lvl1pPr>
              <a:lnSpc>
                <a:spcPts val="1400"/>
              </a:lnSpc>
              <a:defRPr sz="1200">
                <a:solidFill>
                  <a:schemeClr val="bg1"/>
                </a:solidFill>
              </a:defRPr>
            </a:lvl1pPr>
            <a:lvl2pPr>
              <a:buClrTx/>
              <a:defRPr sz="1200">
                <a:solidFill>
                  <a:schemeClr val="bg1"/>
                </a:solidFill>
              </a:defRPr>
            </a:lvl2pPr>
            <a:lvl3pPr>
              <a:buClrTx/>
              <a:defRPr sz="1200">
                <a:solidFill>
                  <a:schemeClr val="bg1"/>
                </a:solidFill>
              </a:defRPr>
            </a:lvl3pPr>
            <a:lvl4pPr>
              <a:buClrTx/>
              <a:defRPr sz="1200">
                <a:solidFill>
                  <a:schemeClr val="bg1"/>
                </a:solidFill>
              </a:defRPr>
            </a:lvl4pPr>
            <a:lvl5pPr>
              <a:buClrTx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en-AU" noProof="0" dirty="0"/>
          </a:p>
        </p:txBody>
      </p:sp>
      <p:sp>
        <p:nvSpPr>
          <p:cNvPr id="29" name="Picture Placeholder 18">
            <a:extLst>
              <a:ext uri="{FF2B5EF4-FFF2-40B4-BE49-F238E27FC236}">
                <a16:creationId xmlns:a16="http://schemas.microsoft.com/office/drawing/2014/main" id="{63463B01-E7F1-4D75-8E36-5E7AFA05A4E1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5106859" y="2407324"/>
            <a:ext cx="540000" cy="540000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AU" noProof="0"/>
              <a:t>Icon</a:t>
            </a:r>
          </a:p>
        </p:txBody>
      </p:sp>
    </p:spTree>
    <p:extLst>
      <p:ext uri="{BB962C8B-B14F-4D97-AF65-F5344CB8AC3E}">
        <p14:creationId xmlns:p14="http://schemas.microsoft.com/office/powerpoint/2010/main" val="3204589654"/>
      </p:ext>
    </p:extLst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with icons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72FD48F6-BE22-4A2D-8B16-730DAC7D1A39}"/>
              </a:ext>
            </a:extLst>
          </p:cNvPr>
          <p:cNvSpPr/>
          <p:nvPr userDrawn="1"/>
        </p:nvSpPr>
        <p:spPr>
          <a:xfrm>
            <a:off x="0" y="1728000"/>
            <a:ext cx="9906000" cy="4572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AU" noProof="0"/>
          </a:p>
        </p:txBody>
      </p:sp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875915328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0114" name="think-cell Slide" r:id="rId4" imgW="270" imgH="270" progId="TCLayout.ActiveDocument.1">
                  <p:embed/>
                </p:oleObj>
              </mc:Choice>
              <mc:Fallback>
                <p:oleObj name="think-cell Slide" r:id="rId4" imgW="270" imgH="270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0" name="Picture 19"/>
          <p:cNvPicPr>
            <a:picLocks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5339" cy="109703"/>
          </a:xfrm>
          <a:prstGeom prst="rect">
            <a:avLst/>
          </a:prstGeom>
        </p:spPr>
      </p:pic>
      <p:sp>
        <p:nvSpPr>
          <p:cNvPr id="15" name="TextBox 14"/>
          <p:cNvSpPr txBox="1"/>
          <p:nvPr userDrawn="1"/>
        </p:nvSpPr>
        <p:spPr>
          <a:xfrm>
            <a:off x="8841432" y="6392361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E8856DA-B77A-4A94-8E84-45BF77D9376B}" type="slidenum">
              <a:rPr lang="en-AU" sz="1200" noProof="0" smtClean="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AU" sz="1200" noProof="0">
              <a:solidFill>
                <a:schemeClr val="accent3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1F1C9E52-B9CD-4401-BB40-0C9898E0FE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504000"/>
            <a:ext cx="8820000" cy="504056"/>
          </a:xfrm>
        </p:spPr>
        <p:txBody>
          <a:bodyPr anchor="ctr" anchorCtr="0"/>
          <a:lstStyle>
            <a:lvl1pPr marL="0" marR="0" indent="0" algn="l" defTabSz="914349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/>
            </a:lvl1pPr>
          </a:lstStyle>
          <a:p>
            <a:pPr lvl="0"/>
            <a:r>
              <a:rPr lang="en-AU" noProof="0" dirty="0"/>
              <a:t>Governing thought</a:t>
            </a:r>
          </a:p>
        </p:txBody>
      </p:sp>
      <p:sp>
        <p:nvSpPr>
          <p:cNvPr id="22" name="Text Placeholder 10">
            <a:extLst>
              <a:ext uri="{FF2B5EF4-FFF2-40B4-BE49-F238E27FC236}">
                <a16:creationId xmlns:a16="http://schemas.microsoft.com/office/drawing/2014/main" id="{4AD6FDB2-896B-46F9-A533-C8DF138383D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40000" y="1008000"/>
            <a:ext cx="8820000" cy="504056"/>
          </a:xfrm>
          <a:prstGeom prst="rect">
            <a:avLst/>
          </a:prstGeom>
        </p:spPr>
        <p:txBody>
          <a:bodyPr anchor="t"/>
          <a:lstStyle>
            <a:lvl1pPr>
              <a:lnSpc>
                <a:spcPct val="90000"/>
              </a:lnSpc>
              <a:defRPr sz="1800">
                <a:solidFill>
                  <a:schemeClr val="bg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  <a:lvl5pPr>
              <a:defRPr/>
            </a:lvl5pPr>
          </a:lstStyle>
          <a:p>
            <a:pPr lvl="0"/>
            <a:r>
              <a:rPr lang="en-AU" noProof="0" dirty="0"/>
              <a:t>Sub title</a:t>
            </a:r>
          </a:p>
        </p:txBody>
      </p:sp>
      <p:sp>
        <p:nvSpPr>
          <p:cNvPr id="27" name="Text Placeholder 12">
            <a:extLst>
              <a:ext uri="{FF2B5EF4-FFF2-40B4-BE49-F238E27FC236}">
                <a16:creationId xmlns:a16="http://schemas.microsoft.com/office/drawing/2014/main" id="{67C7C9AC-E4CC-43FD-994F-69FBD83F5D8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96000" y="2407324"/>
            <a:ext cx="3503144" cy="576064"/>
          </a:xfrm>
          <a:prstGeom prst="rect">
            <a:avLst/>
          </a:prstGeom>
          <a:noFill/>
          <a:ln>
            <a:noFill/>
          </a:ln>
        </p:spPr>
        <p:txBody>
          <a:bodyPr lIns="0" tIns="72000" rIns="0" bIns="72000" anchor="ctr"/>
          <a:lstStyle>
            <a:lvl1pPr algn="l">
              <a:defRPr sz="1600">
                <a:solidFill>
                  <a:schemeClr val="accent2"/>
                </a:solidFill>
                <a:latin typeface="Segoe UI Semibold" panose="020B0702040204020203" pitchFamily="34" charset="0"/>
              </a:defRPr>
            </a:lvl1pPr>
          </a:lstStyle>
          <a:p>
            <a:pPr lvl="0"/>
            <a:r>
              <a:rPr lang="en-AU" noProof="0" dirty="0"/>
              <a:t>TITLE</a:t>
            </a:r>
          </a:p>
        </p:txBody>
      </p:sp>
      <p:sp>
        <p:nvSpPr>
          <p:cNvPr id="28" name="Text Placeholder 15">
            <a:extLst>
              <a:ext uri="{FF2B5EF4-FFF2-40B4-BE49-F238E27FC236}">
                <a16:creationId xmlns:a16="http://schemas.microsoft.com/office/drawing/2014/main" id="{5E08F39A-69C7-497A-9177-FCA99A264C8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39999" y="3127404"/>
            <a:ext cx="4248000" cy="2303999"/>
          </a:xfrm>
          <a:prstGeom prst="rect">
            <a:avLst/>
          </a:prstGeom>
        </p:spPr>
        <p:txBody>
          <a:bodyPr/>
          <a:lstStyle>
            <a:lvl1pPr>
              <a:lnSpc>
                <a:spcPts val="1400"/>
              </a:lnSpc>
              <a:defRPr sz="1200">
                <a:solidFill>
                  <a:schemeClr val="bg2"/>
                </a:solidFill>
              </a:defRPr>
            </a:lvl1pPr>
            <a:lvl2pPr>
              <a:buClrTx/>
              <a:defRPr sz="1200">
                <a:solidFill>
                  <a:schemeClr val="bg2"/>
                </a:solidFill>
              </a:defRPr>
            </a:lvl2pPr>
            <a:lvl3pPr>
              <a:buClrTx/>
              <a:defRPr sz="1200">
                <a:solidFill>
                  <a:schemeClr val="bg2"/>
                </a:solidFill>
              </a:defRPr>
            </a:lvl3pPr>
            <a:lvl4pPr>
              <a:buClrTx/>
              <a:defRPr sz="1200">
                <a:solidFill>
                  <a:schemeClr val="bg2"/>
                </a:solidFill>
              </a:defRPr>
            </a:lvl4pPr>
            <a:lvl5pPr>
              <a:buClrTx/>
              <a:defRPr sz="12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29" name="Picture Placeholder 18">
            <a:extLst>
              <a:ext uri="{FF2B5EF4-FFF2-40B4-BE49-F238E27FC236}">
                <a16:creationId xmlns:a16="http://schemas.microsoft.com/office/drawing/2014/main" id="{4423DA73-D7E1-410B-9B7D-D85A346861F3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540000" y="2407324"/>
            <a:ext cx="540000" cy="540000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chemeClr val="bg2"/>
                </a:solidFill>
              </a:defRPr>
            </a:lvl1pPr>
          </a:lstStyle>
          <a:p>
            <a:r>
              <a:rPr lang="en-AU" noProof="0" dirty="0"/>
              <a:t>Icon</a:t>
            </a:r>
          </a:p>
        </p:txBody>
      </p:sp>
      <p:sp>
        <p:nvSpPr>
          <p:cNvPr id="30" name="Text Placeholder 12">
            <a:extLst>
              <a:ext uri="{FF2B5EF4-FFF2-40B4-BE49-F238E27FC236}">
                <a16:creationId xmlns:a16="http://schemas.microsoft.com/office/drawing/2014/main" id="{DC70C639-9D94-4586-8C07-63AAC55A456C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862859" y="2407324"/>
            <a:ext cx="3503144" cy="576064"/>
          </a:xfrm>
          <a:prstGeom prst="rect">
            <a:avLst/>
          </a:prstGeom>
          <a:noFill/>
          <a:ln>
            <a:noFill/>
          </a:ln>
        </p:spPr>
        <p:txBody>
          <a:bodyPr lIns="0" tIns="72000" rIns="0" bIns="72000" anchor="ctr"/>
          <a:lstStyle>
            <a:lvl1pPr algn="l">
              <a:defRPr sz="1600">
                <a:solidFill>
                  <a:schemeClr val="accent3"/>
                </a:solidFill>
                <a:latin typeface="Segoe UI Semibold" panose="020B0702040204020203" pitchFamily="34" charset="0"/>
              </a:defRPr>
            </a:lvl1pPr>
          </a:lstStyle>
          <a:p>
            <a:pPr lvl="0"/>
            <a:r>
              <a:rPr lang="en-AU" noProof="0" dirty="0"/>
              <a:t>TITLE</a:t>
            </a:r>
          </a:p>
        </p:txBody>
      </p:sp>
      <p:sp>
        <p:nvSpPr>
          <p:cNvPr id="31" name="Text Placeholder 15">
            <a:extLst>
              <a:ext uri="{FF2B5EF4-FFF2-40B4-BE49-F238E27FC236}">
                <a16:creationId xmlns:a16="http://schemas.microsoft.com/office/drawing/2014/main" id="{D4426E01-3406-437A-A660-9AFCB6CD33A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106858" y="3127404"/>
            <a:ext cx="4248000" cy="2303999"/>
          </a:xfrm>
          <a:prstGeom prst="rect">
            <a:avLst/>
          </a:prstGeom>
        </p:spPr>
        <p:txBody>
          <a:bodyPr/>
          <a:lstStyle>
            <a:lvl1pPr>
              <a:lnSpc>
                <a:spcPts val="1400"/>
              </a:lnSpc>
              <a:defRPr sz="1200">
                <a:solidFill>
                  <a:schemeClr val="bg2"/>
                </a:solidFill>
              </a:defRPr>
            </a:lvl1pPr>
            <a:lvl2pPr>
              <a:buClrTx/>
              <a:defRPr sz="1200">
                <a:solidFill>
                  <a:schemeClr val="bg2"/>
                </a:solidFill>
              </a:defRPr>
            </a:lvl2pPr>
            <a:lvl3pPr>
              <a:buClrTx/>
              <a:defRPr sz="1200">
                <a:solidFill>
                  <a:schemeClr val="bg2"/>
                </a:solidFill>
              </a:defRPr>
            </a:lvl3pPr>
            <a:lvl4pPr>
              <a:buClrTx/>
              <a:defRPr sz="1200">
                <a:solidFill>
                  <a:schemeClr val="bg2"/>
                </a:solidFill>
              </a:defRPr>
            </a:lvl4pPr>
            <a:lvl5pPr>
              <a:buClrTx/>
              <a:defRPr sz="12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32" name="Picture Placeholder 18">
            <a:extLst>
              <a:ext uri="{FF2B5EF4-FFF2-40B4-BE49-F238E27FC236}">
                <a16:creationId xmlns:a16="http://schemas.microsoft.com/office/drawing/2014/main" id="{A8408330-9564-42D2-A483-7F342A20BBA9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5106859" y="2407324"/>
            <a:ext cx="540000" cy="540000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chemeClr val="bg2"/>
                </a:solidFill>
              </a:defRPr>
            </a:lvl1pPr>
          </a:lstStyle>
          <a:p>
            <a:r>
              <a:rPr lang="en-AU" noProof="0"/>
              <a:t>Icon</a:t>
            </a:r>
          </a:p>
        </p:txBody>
      </p:sp>
    </p:spTree>
    <p:extLst>
      <p:ext uri="{BB962C8B-B14F-4D97-AF65-F5344CB8AC3E}">
        <p14:creationId xmlns:p14="http://schemas.microsoft.com/office/powerpoint/2010/main" val="790122630"/>
      </p:ext>
    </p:extLst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/>
          <p:nvPr userDrawn="1"/>
        </p:nvSpPr>
        <p:spPr>
          <a:xfrm>
            <a:off x="27" y="107999"/>
            <a:ext cx="4520925" cy="67536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AU" noProof="0"/>
          </a:p>
        </p:txBody>
      </p:sp>
      <p:pic>
        <p:nvPicPr>
          <p:cNvPr id="18" name="Picture 17"/>
          <p:cNvPicPr>
            <a:picLocks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5339" cy="109703"/>
          </a:xfrm>
          <a:prstGeom prst="rect">
            <a:avLst/>
          </a:prstGeom>
        </p:spPr>
      </p:pic>
      <p:sp>
        <p:nvSpPr>
          <p:cNvPr id="16" name="TextBox 15"/>
          <p:cNvSpPr txBox="1"/>
          <p:nvPr userDrawn="1"/>
        </p:nvSpPr>
        <p:spPr>
          <a:xfrm>
            <a:off x="8841432" y="6392361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E8856DA-B77A-4A94-8E84-45BF77D9376B}" type="slidenum">
              <a:rPr lang="en-AU" sz="1200" noProof="0" smtClean="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AU" sz="1200" noProof="0" dirty="0">
              <a:solidFill>
                <a:schemeClr val="accent3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2" name="Picture Placeholder 2">
            <a:extLst>
              <a:ext uri="{FF2B5EF4-FFF2-40B4-BE49-F238E27FC236}">
                <a16:creationId xmlns:a16="http://schemas.microsoft.com/office/drawing/2014/main" id="{DF08FEA0-E848-4D06-AC24-5D7D512D1FAB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540000" y="697443"/>
            <a:ext cx="540000" cy="540000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AU" noProof="0" dirty="0"/>
              <a:t>Icon</a:t>
            </a:r>
          </a:p>
        </p:txBody>
      </p:sp>
      <p:sp>
        <p:nvSpPr>
          <p:cNvPr id="33" name="Picture Placeholder 2">
            <a:extLst>
              <a:ext uri="{FF2B5EF4-FFF2-40B4-BE49-F238E27FC236}">
                <a16:creationId xmlns:a16="http://schemas.microsoft.com/office/drawing/2014/main" id="{A3F9CF54-5DC7-445D-86FF-1E5F1EAE09CF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540000" y="2772948"/>
            <a:ext cx="540000" cy="540000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AU" noProof="0"/>
              <a:t>Icon</a:t>
            </a:r>
          </a:p>
        </p:txBody>
      </p:sp>
      <p:sp>
        <p:nvSpPr>
          <p:cNvPr id="34" name="Picture Placeholder 2">
            <a:extLst>
              <a:ext uri="{FF2B5EF4-FFF2-40B4-BE49-F238E27FC236}">
                <a16:creationId xmlns:a16="http://schemas.microsoft.com/office/drawing/2014/main" id="{128D66A2-D714-4189-8A75-377039373482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540000" y="4841850"/>
            <a:ext cx="540000" cy="540000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AU" noProof="0" dirty="0"/>
              <a:t>Icon</a:t>
            </a:r>
          </a:p>
        </p:txBody>
      </p:sp>
      <p:sp>
        <p:nvSpPr>
          <p:cNvPr id="35" name="Text Placeholder 4">
            <a:extLst>
              <a:ext uri="{FF2B5EF4-FFF2-40B4-BE49-F238E27FC236}">
                <a16:creationId xmlns:a16="http://schemas.microsoft.com/office/drawing/2014/main" id="{B3ABDF27-B479-4138-951F-CD8E603BB83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440000" y="769451"/>
            <a:ext cx="2376487" cy="387350"/>
          </a:xfrm>
          <a:prstGeom prst="rect">
            <a:avLst/>
          </a:prstGeom>
        </p:spPr>
        <p:txBody>
          <a:bodyPr/>
          <a:lstStyle>
            <a:lvl1pPr>
              <a:lnSpc>
                <a:spcPct val="90000"/>
              </a:lnSpc>
              <a:defRPr sz="2400">
                <a:solidFill>
                  <a:schemeClr val="accent2"/>
                </a:solidFill>
                <a:latin typeface="Segoe UI Semibold" panose="020B0702040204020203" pitchFamily="34" charset="0"/>
              </a:defRPr>
            </a:lvl1pPr>
          </a:lstStyle>
          <a:p>
            <a:pPr lvl="0"/>
            <a:r>
              <a:rPr lang="en-AU" noProof="0" dirty="0"/>
              <a:t>Title</a:t>
            </a:r>
          </a:p>
        </p:txBody>
      </p:sp>
      <p:sp>
        <p:nvSpPr>
          <p:cNvPr id="36" name="Text Placeholder 4">
            <a:extLst>
              <a:ext uri="{FF2B5EF4-FFF2-40B4-BE49-F238E27FC236}">
                <a16:creationId xmlns:a16="http://schemas.microsoft.com/office/drawing/2014/main" id="{852D9626-973E-4FC9-9F46-24861CFB81C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440000" y="1156008"/>
            <a:ext cx="2376487" cy="313918"/>
          </a:xfrm>
          <a:prstGeom prst="rect">
            <a:avLst/>
          </a:prstGeom>
        </p:spPr>
        <p:txBody>
          <a:bodyPr>
            <a:spAutoFit/>
          </a:bodyPr>
          <a:lstStyle>
            <a:lvl1pPr>
              <a:lnSpc>
                <a:spcPct val="90000"/>
              </a:lnSpc>
              <a:defRPr sz="1600">
                <a:solidFill>
                  <a:schemeClr val="accent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AU" noProof="0" dirty="0"/>
              <a:t>Sub title</a:t>
            </a:r>
          </a:p>
        </p:txBody>
      </p:sp>
      <p:sp>
        <p:nvSpPr>
          <p:cNvPr id="37" name="Text Placeholder 4">
            <a:extLst>
              <a:ext uri="{FF2B5EF4-FFF2-40B4-BE49-F238E27FC236}">
                <a16:creationId xmlns:a16="http://schemas.microsoft.com/office/drawing/2014/main" id="{50C3271B-A8AC-4160-A580-75E5539702B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440000" y="2844857"/>
            <a:ext cx="2376487" cy="387350"/>
          </a:xfrm>
          <a:prstGeom prst="rect">
            <a:avLst/>
          </a:prstGeom>
        </p:spPr>
        <p:txBody>
          <a:bodyPr/>
          <a:lstStyle>
            <a:lvl1pPr>
              <a:lnSpc>
                <a:spcPct val="90000"/>
              </a:lnSpc>
              <a:defRPr sz="2400">
                <a:solidFill>
                  <a:schemeClr val="accent3"/>
                </a:solidFill>
                <a:latin typeface="Segoe UI Semibold" panose="020B0702040204020203" pitchFamily="34" charset="0"/>
              </a:defRPr>
            </a:lvl1pPr>
          </a:lstStyle>
          <a:p>
            <a:pPr lvl="0"/>
            <a:r>
              <a:rPr lang="en-AU" noProof="0" dirty="0"/>
              <a:t>Title</a:t>
            </a:r>
          </a:p>
        </p:txBody>
      </p:sp>
      <p:sp>
        <p:nvSpPr>
          <p:cNvPr id="38" name="Text Placeholder 4">
            <a:extLst>
              <a:ext uri="{FF2B5EF4-FFF2-40B4-BE49-F238E27FC236}">
                <a16:creationId xmlns:a16="http://schemas.microsoft.com/office/drawing/2014/main" id="{BA86F39B-CF2C-46BE-9827-FA919C830F9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440000" y="3231414"/>
            <a:ext cx="2376487" cy="313918"/>
          </a:xfrm>
          <a:prstGeom prst="rect">
            <a:avLst/>
          </a:prstGeom>
        </p:spPr>
        <p:txBody>
          <a:bodyPr>
            <a:spAutoFit/>
          </a:bodyPr>
          <a:lstStyle>
            <a:lvl1pPr>
              <a:lnSpc>
                <a:spcPct val="90000"/>
              </a:lnSpc>
              <a:defRPr sz="160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AU" noProof="0" dirty="0"/>
              <a:t>Sub title</a:t>
            </a:r>
          </a:p>
        </p:txBody>
      </p:sp>
      <p:sp>
        <p:nvSpPr>
          <p:cNvPr id="39" name="Text Placeholder 4">
            <a:extLst>
              <a:ext uri="{FF2B5EF4-FFF2-40B4-BE49-F238E27FC236}">
                <a16:creationId xmlns:a16="http://schemas.microsoft.com/office/drawing/2014/main" id="{0095A550-183D-459A-88CC-D96686B3AE7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440000" y="4913858"/>
            <a:ext cx="2376487" cy="387350"/>
          </a:xfrm>
          <a:prstGeom prst="rect">
            <a:avLst/>
          </a:prstGeom>
        </p:spPr>
        <p:txBody>
          <a:bodyPr/>
          <a:lstStyle>
            <a:lvl1pPr>
              <a:lnSpc>
                <a:spcPct val="90000"/>
              </a:lnSpc>
              <a:defRPr sz="2400">
                <a:solidFill>
                  <a:schemeClr val="accent4"/>
                </a:solidFill>
                <a:latin typeface="Segoe UI Semibold" panose="020B0702040204020203" pitchFamily="34" charset="0"/>
              </a:defRPr>
            </a:lvl1pPr>
          </a:lstStyle>
          <a:p>
            <a:pPr lvl="0"/>
            <a:r>
              <a:rPr lang="en-AU" noProof="0" dirty="0"/>
              <a:t>Title</a:t>
            </a:r>
          </a:p>
        </p:txBody>
      </p:sp>
      <p:sp>
        <p:nvSpPr>
          <p:cNvPr id="40" name="Text Placeholder 4">
            <a:extLst>
              <a:ext uri="{FF2B5EF4-FFF2-40B4-BE49-F238E27FC236}">
                <a16:creationId xmlns:a16="http://schemas.microsoft.com/office/drawing/2014/main" id="{E6FF01E6-12EF-4CD6-8180-0FB273040358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440000" y="5300415"/>
            <a:ext cx="2376487" cy="313918"/>
          </a:xfrm>
          <a:prstGeom prst="rect">
            <a:avLst/>
          </a:prstGeom>
        </p:spPr>
        <p:txBody>
          <a:bodyPr>
            <a:spAutoFit/>
          </a:bodyPr>
          <a:lstStyle>
            <a:lvl1pPr>
              <a:lnSpc>
                <a:spcPct val="90000"/>
              </a:lnSpc>
              <a:defRPr sz="1600">
                <a:solidFill>
                  <a:schemeClr val="accent4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AU" noProof="0" dirty="0"/>
              <a:t>Sub title</a:t>
            </a:r>
          </a:p>
        </p:txBody>
      </p:sp>
      <p:sp>
        <p:nvSpPr>
          <p:cNvPr id="41" name="Text Placeholder 7">
            <a:extLst>
              <a:ext uri="{FF2B5EF4-FFF2-40B4-BE49-F238E27FC236}">
                <a16:creationId xmlns:a16="http://schemas.microsoft.com/office/drawing/2014/main" id="{11CB449C-8B66-46CF-BDFD-27D46DB22B5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952669" y="766242"/>
            <a:ext cx="4466107" cy="1220833"/>
          </a:xfrm>
          <a:prstGeom prst="rect">
            <a:avLst/>
          </a:prstGeom>
        </p:spPr>
        <p:txBody>
          <a:bodyPr anchor="t">
            <a:spAutoFit/>
          </a:bodyPr>
          <a:lstStyle>
            <a:lvl1pPr>
              <a:defRPr sz="1200">
                <a:solidFill>
                  <a:schemeClr val="bg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  <a:lvl2pPr>
              <a:buClrTx/>
              <a:defRPr sz="1200">
                <a:solidFill>
                  <a:schemeClr val="bg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2pPr>
            <a:lvl3pPr>
              <a:buClrTx/>
              <a:defRPr sz="1200">
                <a:solidFill>
                  <a:schemeClr val="bg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3pPr>
            <a:lvl4pPr>
              <a:buClrTx/>
              <a:defRPr sz="1200">
                <a:solidFill>
                  <a:schemeClr val="bg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4pPr>
            <a:lvl5pPr>
              <a:buClrTx/>
              <a:defRPr sz="1200">
                <a:solidFill>
                  <a:schemeClr val="bg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en-AU" noProof="0" dirty="0"/>
          </a:p>
        </p:txBody>
      </p:sp>
      <p:sp>
        <p:nvSpPr>
          <p:cNvPr id="42" name="Text Placeholder 7">
            <a:extLst>
              <a:ext uri="{FF2B5EF4-FFF2-40B4-BE49-F238E27FC236}">
                <a16:creationId xmlns:a16="http://schemas.microsoft.com/office/drawing/2014/main" id="{727F2B71-EF06-4DD8-8BAD-D06FD4082E7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952669" y="2841139"/>
            <a:ext cx="4466107" cy="1220833"/>
          </a:xfrm>
          <a:prstGeom prst="rect">
            <a:avLst/>
          </a:prstGeom>
        </p:spPr>
        <p:txBody>
          <a:bodyPr anchor="ctr" anchorCtr="0">
            <a:spAutoFit/>
          </a:bodyPr>
          <a:lstStyle>
            <a:lvl1pPr>
              <a:defRPr sz="1200">
                <a:solidFill>
                  <a:schemeClr val="bg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  <a:lvl2pPr>
              <a:buClrTx/>
              <a:defRPr sz="1200">
                <a:solidFill>
                  <a:schemeClr val="bg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2pPr>
            <a:lvl3pPr>
              <a:buClrTx/>
              <a:defRPr sz="1200">
                <a:solidFill>
                  <a:schemeClr val="bg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3pPr>
            <a:lvl4pPr>
              <a:buClrTx/>
              <a:defRPr sz="1200">
                <a:solidFill>
                  <a:schemeClr val="bg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4pPr>
            <a:lvl5pPr>
              <a:buClrTx/>
              <a:defRPr sz="1200">
                <a:solidFill>
                  <a:schemeClr val="bg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en-AU" noProof="0" dirty="0"/>
          </a:p>
        </p:txBody>
      </p:sp>
      <p:sp>
        <p:nvSpPr>
          <p:cNvPr id="43" name="Text Placeholder 7">
            <a:extLst>
              <a:ext uri="{FF2B5EF4-FFF2-40B4-BE49-F238E27FC236}">
                <a16:creationId xmlns:a16="http://schemas.microsoft.com/office/drawing/2014/main" id="{F8479EC0-E919-42CE-9E11-CEDE84C209E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952669" y="4910169"/>
            <a:ext cx="4466107" cy="1220833"/>
          </a:xfrm>
          <a:prstGeom prst="rect">
            <a:avLst/>
          </a:prstGeom>
        </p:spPr>
        <p:txBody>
          <a:bodyPr anchor="ctr" anchorCtr="0">
            <a:spAutoFit/>
          </a:bodyPr>
          <a:lstStyle>
            <a:lvl1pPr>
              <a:defRPr sz="1200">
                <a:solidFill>
                  <a:schemeClr val="bg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  <a:lvl2pPr>
              <a:buClrTx/>
              <a:defRPr sz="1200">
                <a:solidFill>
                  <a:schemeClr val="bg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2pPr>
            <a:lvl3pPr>
              <a:buClrTx/>
              <a:defRPr sz="1200">
                <a:solidFill>
                  <a:schemeClr val="bg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3pPr>
            <a:lvl4pPr>
              <a:buClrTx/>
              <a:defRPr sz="1200">
                <a:solidFill>
                  <a:schemeClr val="bg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4pPr>
            <a:lvl5pPr>
              <a:buClrTx/>
              <a:defRPr sz="1200">
                <a:solidFill>
                  <a:schemeClr val="bg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en-AU" noProof="0" dirty="0"/>
          </a:p>
        </p:txBody>
      </p:sp>
    </p:spTree>
    <p:extLst>
      <p:ext uri="{BB962C8B-B14F-4D97-AF65-F5344CB8AC3E}">
        <p14:creationId xmlns:p14="http://schemas.microsoft.com/office/powerpoint/2010/main" val="4104159516"/>
      </p:ext>
    </p:extLst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/>
          <p:cNvPicPr>
            <a:picLocks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5339" cy="109703"/>
          </a:xfrm>
          <a:prstGeom prst="rect">
            <a:avLst/>
          </a:prstGeom>
        </p:spPr>
      </p:pic>
      <p:sp>
        <p:nvSpPr>
          <p:cNvPr id="16" name="TextBox 15"/>
          <p:cNvSpPr txBox="1"/>
          <p:nvPr userDrawn="1"/>
        </p:nvSpPr>
        <p:spPr>
          <a:xfrm>
            <a:off x="8841432" y="6392361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E8856DA-B77A-4A94-8E84-45BF77D9376B}" type="slidenum">
              <a:rPr lang="en-AU" sz="1200" noProof="0" smtClean="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AU" sz="1200" noProof="0" dirty="0">
              <a:solidFill>
                <a:schemeClr val="accent3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B5E5304-04E7-46B3-9316-7431E15B869A}"/>
              </a:ext>
            </a:extLst>
          </p:cNvPr>
          <p:cNvSpPr/>
          <p:nvPr userDrawn="1"/>
        </p:nvSpPr>
        <p:spPr>
          <a:xfrm>
            <a:off x="27" y="107999"/>
            <a:ext cx="4520925" cy="67536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AU" noProof="0"/>
          </a:p>
        </p:txBody>
      </p:sp>
      <p:sp>
        <p:nvSpPr>
          <p:cNvPr id="29" name="Picture Placeholder 2">
            <a:extLst>
              <a:ext uri="{FF2B5EF4-FFF2-40B4-BE49-F238E27FC236}">
                <a16:creationId xmlns:a16="http://schemas.microsoft.com/office/drawing/2014/main" id="{24EC9722-6BA8-43D0-9D68-BAD0F9DE0219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540000" y="697443"/>
            <a:ext cx="540000" cy="540000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chemeClr val="bg2"/>
                </a:solidFill>
              </a:defRPr>
            </a:lvl1pPr>
          </a:lstStyle>
          <a:p>
            <a:r>
              <a:rPr lang="en-AU" noProof="0" dirty="0"/>
              <a:t>Icon</a:t>
            </a:r>
          </a:p>
        </p:txBody>
      </p:sp>
      <p:sp>
        <p:nvSpPr>
          <p:cNvPr id="30" name="Picture Placeholder 2">
            <a:extLst>
              <a:ext uri="{FF2B5EF4-FFF2-40B4-BE49-F238E27FC236}">
                <a16:creationId xmlns:a16="http://schemas.microsoft.com/office/drawing/2014/main" id="{0D67318D-F85D-42FC-9252-F87EC0D9251E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540000" y="2772948"/>
            <a:ext cx="540000" cy="540000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chemeClr val="bg2"/>
                </a:solidFill>
              </a:defRPr>
            </a:lvl1pPr>
          </a:lstStyle>
          <a:p>
            <a:r>
              <a:rPr lang="en-AU" noProof="0"/>
              <a:t>Icon</a:t>
            </a:r>
          </a:p>
        </p:txBody>
      </p:sp>
      <p:sp>
        <p:nvSpPr>
          <p:cNvPr id="32" name="Picture Placeholder 2">
            <a:extLst>
              <a:ext uri="{FF2B5EF4-FFF2-40B4-BE49-F238E27FC236}">
                <a16:creationId xmlns:a16="http://schemas.microsoft.com/office/drawing/2014/main" id="{885FDA96-1159-404B-9DBF-54A7CBC2A4E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540000" y="4841850"/>
            <a:ext cx="540000" cy="540000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chemeClr val="bg2"/>
                </a:solidFill>
              </a:defRPr>
            </a:lvl1pPr>
          </a:lstStyle>
          <a:p>
            <a:r>
              <a:rPr lang="en-AU" noProof="0" dirty="0"/>
              <a:t>Icon</a:t>
            </a:r>
          </a:p>
        </p:txBody>
      </p:sp>
      <p:sp>
        <p:nvSpPr>
          <p:cNvPr id="33" name="Text Placeholder 4">
            <a:extLst>
              <a:ext uri="{FF2B5EF4-FFF2-40B4-BE49-F238E27FC236}">
                <a16:creationId xmlns:a16="http://schemas.microsoft.com/office/drawing/2014/main" id="{AB58DC58-16E0-4411-B9CE-051FF0CB0CB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440000" y="769451"/>
            <a:ext cx="2376487" cy="387350"/>
          </a:xfrm>
          <a:prstGeom prst="rect">
            <a:avLst/>
          </a:prstGeom>
        </p:spPr>
        <p:txBody>
          <a:bodyPr/>
          <a:lstStyle>
            <a:lvl1pPr>
              <a:lnSpc>
                <a:spcPct val="90000"/>
              </a:lnSpc>
              <a:defRPr sz="2400">
                <a:solidFill>
                  <a:schemeClr val="tx2"/>
                </a:solidFill>
                <a:latin typeface="Segoe UI Semibold" panose="020B0702040204020203" pitchFamily="34" charset="0"/>
              </a:defRPr>
            </a:lvl1pPr>
          </a:lstStyle>
          <a:p>
            <a:pPr lvl="0"/>
            <a:r>
              <a:rPr lang="en-AU" noProof="0" dirty="0"/>
              <a:t>Title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2090E9C3-9848-465D-BA3A-4C452C5ADBE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440000" y="1156008"/>
            <a:ext cx="2376487" cy="313918"/>
          </a:xfrm>
          <a:prstGeom prst="rect">
            <a:avLst/>
          </a:prstGeom>
        </p:spPr>
        <p:txBody>
          <a:bodyPr>
            <a:spAutoFit/>
          </a:bodyPr>
          <a:lstStyle>
            <a:lvl1pPr>
              <a:lnSpc>
                <a:spcPct val="90000"/>
              </a:lnSpc>
              <a:defRPr sz="1600">
                <a:solidFill>
                  <a:schemeClr val="tx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AU" noProof="0" dirty="0"/>
              <a:t>Sub title</a:t>
            </a:r>
          </a:p>
        </p:txBody>
      </p:sp>
      <p:sp>
        <p:nvSpPr>
          <p:cNvPr id="35" name="Text Placeholder 4">
            <a:extLst>
              <a:ext uri="{FF2B5EF4-FFF2-40B4-BE49-F238E27FC236}">
                <a16:creationId xmlns:a16="http://schemas.microsoft.com/office/drawing/2014/main" id="{0C26969D-6B5D-458B-8028-E7EF21E847F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440000" y="2844857"/>
            <a:ext cx="2376487" cy="387350"/>
          </a:xfrm>
          <a:prstGeom prst="rect">
            <a:avLst/>
          </a:prstGeom>
        </p:spPr>
        <p:txBody>
          <a:bodyPr/>
          <a:lstStyle>
            <a:lvl1pPr>
              <a:lnSpc>
                <a:spcPct val="90000"/>
              </a:lnSpc>
              <a:defRPr sz="2400">
                <a:solidFill>
                  <a:srgbClr val="2C71B5"/>
                </a:solidFill>
                <a:latin typeface="Segoe UI Semibold" panose="020B0702040204020203" pitchFamily="34" charset="0"/>
              </a:defRPr>
            </a:lvl1pPr>
          </a:lstStyle>
          <a:p>
            <a:pPr lvl="0"/>
            <a:r>
              <a:rPr lang="en-AU" noProof="0" dirty="0"/>
              <a:t>Title</a:t>
            </a:r>
          </a:p>
        </p:txBody>
      </p:sp>
      <p:sp>
        <p:nvSpPr>
          <p:cNvPr id="36" name="Text Placeholder 4">
            <a:extLst>
              <a:ext uri="{FF2B5EF4-FFF2-40B4-BE49-F238E27FC236}">
                <a16:creationId xmlns:a16="http://schemas.microsoft.com/office/drawing/2014/main" id="{D8073ABE-37CF-4ADE-AB24-A4635CBBFA3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440000" y="3231414"/>
            <a:ext cx="2376487" cy="313918"/>
          </a:xfrm>
          <a:prstGeom prst="rect">
            <a:avLst/>
          </a:prstGeom>
        </p:spPr>
        <p:txBody>
          <a:bodyPr>
            <a:spAutoFit/>
          </a:bodyPr>
          <a:lstStyle>
            <a:lvl1pPr>
              <a:lnSpc>
                <a:spcPct val="90000"/>
              </a:lnSpc>
              <a:defRPr sz="1600">
                <a:solidFill>
                  <a:srgbClr val="2C71B5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AU" noProof="0" dirty="0"/>
              <a:t>Sub title</a:t>
            </a:r>
          </a:p>
        </p:txBody>
      </p:sp>
      <p:sp>
        <p:nvSpPr>
          <p:cNvPr id="37" name="Text Placeholder 4">
            <a:extLst>
              <a:ext uri="{FF2B5EF4-FFF2-40B4-BE49-F238E27FC236}">
                <a16:creationId xmlns:a16="http://schemas.microsoft.com/office/drawing/2014/main" id="{6A9EC94B-F83C-4453-872D-A6AB259E46C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440000" y="4913858"/>
            <a:ext cx="2376487" cy="387350"/>
          </a:xfrm>
          <a:prstGeom prst="rect">
            <a:avLst/>
          </a:prstGeom>
        </p:spPr>
        <p:txBody>
          <a:bodyPr/>
          <a:lstStyle>
            <a:lvl1pPr>
              <a:lnSpc>
                <a:spcPct val="90000"/>
              </a:lnSpc>
              <a:defRPr sz="2400">
                <a:solidFill>
                  <a:schemeClr val="accent6"/>
                </a:solidFill>
                <a:latin typeface="Segoe UI Semibold" panose="020B0702040204020203" pitchFamily="34" charset="0"/>
              </a:defRPr>
            </a:lvl1pPr>
          </a:lstStyle>
          <a:p>
            <a:pPr lvl="0"/>
            <a:r>
              <a:rPr lang="en-AU" noProof="0" dirty="0"/>
              <a:t>Title</a:t>
            </a:r>
          </a:p>
        </p:txBody>
      </p:sp>
      <p:sp>
        <p:nvSpPr>
          <p:cNvPr id="38" name="Text Placeholder 4">
            <a:extLst>
              <a:ext uri="{FF2B5EF4-FFF2-40B4-BE49-F238E27FC236}">
                <a16:creationId xmlns:a16="http://schemas.microsoft.com/office/drawing/2014/main" id="{8E2A4FF4-55EA-4128-A063-E8DAE8F7DA7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440000" y="5300415"/>
            <a:ext cx="2376487" cy="313918"/>
          </a:xfrm>
          <a:prstGeom prst="rect">
            <a:avLst/>
          </a:prstGeom>
        </p:spPr>
        <p:txBody>
          <a:bodyPr>
            <a:spAutoFit/>
          </a:bodyPr>
          <a:lstStyle>
            <a:lvl1pPr>
              <a:lnSpc>
                <a:spcPct val="90000"/>
              </a:lnSpc>
              <a:defRPr sz="1600">
                <a:solidFill>
                  <a:schemeClr val="accent6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AU" noProof="0" dirty="0"/>
              <a:t>Sub title</a:t>
            </a:r>
          </a:p>
        </p:txBody>
      </p:sp>
      <p:sp>
        <p:nvSpPr>
          <p:cNvPr id="39" name="Text Placeholder 7">
            <a:extLst>
              <a:ext uri="{FF2B5EF4-FFF2-40B4-BE49-F238E27FC236}">
                <a16:creationId xmlns:a16="http://schemas.microsoft.com/office/drawing/2014/main" id="{DD7E8F7E-A8E5-494B-8AD9-B084421A27D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952669" y="766242"/>
            <a:ext cx="4466107" cy="1220833"/>
          </a:xfrm>
          <a:prstGeom prst="rect">
            <a:avLst/>
          </a:prstGeom>
        </p:spPr>
        <p:txBody>
          <a:bodyPr anchor="t">
            <a:spAutoFit/>
          </a:bodyPr>
          <a:lstStyle>
            <a:lvl1pPr>
              <a:defRPr sz="1200">
                <a:solidFill>
                  <a:schemeClr val="bg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  <a:lvl2pPr>
              <a:buClrTx/>
              <a:defRPr sz="1200">
                <a:solidFill>
                  <a:schemeClr val="bg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2pPr>
            <a:lvl3pPr>
              <a:buClrTx/>
              <a:defRPr sz="1200">
                <a:solidFill>
                  <a:schemeClr val="bg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3pPr>
            <a:lvl4pPr>
              <a:buClrTx/>
              <a:defRPr sz="1200">
                <a:solidFill>
                  <a:schemeClr val="bg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4pPr>
            <a:lvl5pPr>
              <a:buClrTx/>
              <a:defRPr sz="1200">
                <a:solidFill>
                  <a:schemeClr val="bg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en-AU" noProof="0" dirty="0"/>
          </a:p>
        </p:txBody>
      </p:sp>
      <p:sp>
        <p:nvSpPr>
          <p:cNvPr id="40" name="Text Placeholder 7">
            <a:extLst>
              <a:ext uri="{FF2B5EF4-FFF2-40B4-BE49-F238E27FC236}">
                <a16:creationId xmlns:a16="http://schemas.microsoft.com/office/drawing/2014/main" id="{8E7D0BA1-B5F8-4EA0-9F12-DA5E2D3E6A3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952669" y="2841139"/>
            <a:ext cx="4466107" cy="1220833"/>
          </a:xfrm>
          <a:prstGeom prst="rect">
            <a:avLst/>
          </a:prstGeom>
        </p:spPr>
        <p:txBody>
          <a:bodyPr anchor="ctr" anchorCtr="0">
            <a:spAutoFit/>
          </a:bodyPr>
          <a:lstStyle>
            <a:lvl1pPr>
              <a:defRPr sz="1200">
                <a:solidFill>
                  <a:schemeClr val="bg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  <a:lvl2pPr>
              <a:buClrTx/>
              <a:defRPr sz="1200">
                <a:solidFill>
                  <a:schemeClr val="bg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2pPr>
            <a:lvl3pPr>
              <a:buClrTx/>
              <a:defRPr sz="1200">
                <a:solidFill>
                  <a:schemeClr val="bg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3pPr>
            <a:lvl4pPr>
              <a:buClrTx/>
              <a:defRPr sz="1200">
                <a:solidFill>
                  <a:schemeClr val="bg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4pPr>
            <a:lvl5pPr>
              <a:buClrTx/>
              <a:defRPr sz="1200">
                <a:solidFill>
                  <a:schemeClr val="bg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en-AU" noProof="0" dirty="0"/>
          </a:p>
        </p:txBody>
      </p:sp>
      <p:sp>
        <p:nvSpPr>
          <p:cNvPr id="41" name="Text Placeholder 7">
            <a:extLst>
              <a:ext uri="{FF2B5EF4-FFF2-40B4-BE49-F238E27FC236}">
                <a16:creationId xmlns:a16="http://schemas.microsoft.com/office/drawing/2014/main" id="{E54C256E-9354-4AF5-AE00-7C2E114E960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952669" y="4910169"/>
            <a:ext cx="4466107" cy="1220833"/>
          </a:xfrm>
          <a:prstGeom prst="rect">
            <a:avLst/>
          </a:prstGeom>
        </p:spPr>
        <p:txBody>
          <a:bodyPr anchor="ctr" anchorCtr="0">
            <a:spAutoFit/>
          </a:bodyPr>
          <a:lstStyle>
            <a:lvl1pPr>
              <a:defRPr sz="1200">
                <a:solidFill>
                  <a:schemeClr val="bg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  <a:lvl2pPr>
              <a:buClrTx/>
              <a:defRPr sz="1200">
                <a:solidFill>
                  <a:schemeClr val="bg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2pPr>
            <a:lvl3pPr>
              <a:buClrTx/>
              <a:defRPr sz="1200">
                <a:solidFill>
                  <a:schemeClr val="bg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3pPr>
            <a:lvl4pPr>
              <a:buClrTx/>
              <a:defRPr sz="1200">
                <a:solidFill>
                  <a:schemeClr val="bg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4pPr>
            <a:lvl5pPr>
              <a:buClrTx/>
              <a:defRPr sz="1200">
                <a:solidFill>
                  <a:schemeClr val="bg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en-AU" noProof="0" dirty="0"/>
          </a:p>
        </p:txBody>
      </p:sp>
    </p:spTree>
    <p:extLst>
      <p:ext uri="{BB962C8B-B14F-4D97-AF65-F5344CB8AC3E}">
        <p14:creationId xmlns:p14="http://schemas.microsoft.com/office/powerpoint/2010/main" val="2392251716"/>
      </p:ext>
    </p:extLst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hree key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23949663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1138" name="think-cell Slide" r:id="rId5" imgW="270" imgH="270" progId="TCLayout.ActiveDocument.1">
                  <p:embed/>
                </p:oleObj>
              </mc:Choice>
              <mc:Fallback>
                <p:oleObj name="think-cell Slide" r:id="rId5" imgW="270" imgH="270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AU" sz="2800" b="0" i="0" baseline="0" dirty="0">
              <a:latin typeface="Segoe UI Semibold"/>
              <a:ea typeface="+mj-ea"/>
              <a:cs typeface="+mj-cs"/>
              <a:sym typeface="Segoe UI Semibold"/>
            </a:endParaRPr>
          </a:p>
        </p:txBody>
      </p:sp>
      <p:pic>
        <p:nvPicPr>
          <p:cNvPr id="4" name="Picture 3"/>
          <p:cNvPicPr>
            <a:picLocks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5339" cy="109703"/>
          </a:xfrm>
          <a:prstGeom prst="rect">
            <a:avLst/>
          </a:prstGeom>
        </p:spPr>
      </p:pic>
      <p:sp>
        <p:nvSpPr>
          <p:cNvPr id="6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920428" y="1557338"/>
            <a:ext cx="8496622" cy="1439862"/>
          </a:xfrm>
        </p:spPr>
        <p:txBody>
          <a:bodyPr anchor="ctr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920552" y="3284984"/>
            <a:ext cx="8496622" cy="1439862"/>
          </a:xfrm>
        </p:spPr>
        <p:txBody>
          <a:bodyPr anchor="ctr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10" name="Text Placeholder 5"/>
          <p:cNvSpPr>
            <a:spLocks noGrp="1"/>
          </p:cNvSpPr>
          <p:nvPr>
            <p:ph type="body" sz="quarter" idx="13"/>
          </p:nvPr>
        </p:nvSpPr>
        <p:spPr>
          <a:xfrm>
            <a:off x="920874" y="5013176"/>
            <a:ext cx="8496622" cy="1439862"/>
          </a:xfrm>
        </p:spPr>
        <p:txBody>
          <a:bodyPr anchor="ctr"/>
          <a:lstStyle>
            <a:lvl5pPr>
              <a:defRPr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11" name="Rectangle 10"/>
          <p:cNvSpPr/>
          <p:nvPr userDrawn="1"/>
        </p:nvSpPr>
        <p:spPr>
          <a:xfrm>
            <a:off x="0" y="109728"/>
            <a:ext cx="347303" cy="674986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AU" noProof="0"/>
          </a:p>
        </p:txBody>
      </p:sp>
      <p:sp>
        <p:nvSpPr>
          <p:cNvPr id="12" name="Oval 11"/>
          <p:cNvSpPr>
            <a:spLocks noChangeAspect="1"/>
          </p:cNvSpPr>
          <p:nvPr userDrawn="1"/>
        </p:nvSpPr>
        <p:spPr>
          <a:xfrm>
            <a:off x="200472" y="2133269"/>
            <a:ext cx="288000" cy="288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AU" noProof="0"/>
          </a:p>
        </p:txBody>
      </p:sp>
      <p:sp>
        <p:nvSpPr>
          <p:cNvPr id="13" name="Oval 12"/>
          <p:cNvSpPr>
            <a:spLocks noChangeAspect="1"/>
          </p:cNvSpPr>
          <p:nvPr userDrawn="1"/>
        </p:nvSpPr>
        <p:spPr>
          <a:xfrm>
            <a:off x="200472" y="3860915"/>
            <a:ext cx="288000" cy="288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AU" noProof="0"/>
          </a:p>
        </p:txBody>
      </p:sp>
      <p:sp>
        <p:nvSpPr>
          <p:cNvPr id="14" name="Oval 13"/>
          <p:cNvSpPr>
            <a:spLocks noChangeAspect="1"/>
          </p:cNvSpPr>
          <p:nvPr userDrawn="1"/>
        </p:nvSpPr>
        <p:spPr>
          <a:xfrm>
            <a:off x="200472" y="5589107"/>
            <a:ext cx="288000" cy="288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AU" noProof="0"/>
          </a:p>
        </p:txBody>
      </p:sp>
      <p:sp>
        <p:nvSpPr>
          <p:cNvPr id="15" name="TextBox 14"/>
          <p:cNvSpPr txBox="1"/>
          <p:nvPr userDrawn="1"/>
        </p:nvSpPr>
        <p:spPr>
          <a:xfrm>
            <a:off x="8841432" y="6392361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E8856DA-B77A-4A94-8E84-45BF77D9376B}" type="slidenum">
              <a:rPr lang="en-AU" sz="1200" noProof="0" smtClean="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AU" sz="1200" noProof="0" dirty="0">
              <a:solidFill>
                <a:schemeClr val="accent3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7AB501AE-F039-4178-84EE-E86A2D4149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20428" y="504000"/>
            <a:ext cx="8439572" cy="504056"/>
          </a:xfrm>
        </p:spPr>
        <p:txBody>
          <a:bodyPr anchor="ctr" anchorCtr="0"/>
          <a:lstStyle>
            <a:lvl1pPr marL="0" marR="0" indent="0" algn="l" defTabSz="914349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/>
            </a:lvl1pPr>
          </a:lstStyle>
          <a:p>
            <a:pPr lvl="0"/>
            <a:r>
              <a:rPr lang="en-AU" noProof="0" dirty="0"/>
              <a:t>Governing thought</a:t>
            </a:r>
          </a:p>
        </p:txBody>
      </p:sp>
    </p:spTree>
    <p:extLst>
      <p:ext uri="{BB962C8B-B14F-4D97-AF65-F5344CB8AC3E}">
        <p14:creationId xmlns:p14="http://schemas.microsoft.com/office/powerpoint/2010/main" val="3731861243"/>
      </p:ext>
    </p:extLst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Key points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15194161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162" name="think-cell Slide" r:id="rId5" imgW="270" imgH="270" progId="TCLayout.ActiveDocument.1">
                  <p:embed/>
                </p:oleObj>
              </mc:Choice>
              <mc:Fallback>
                <p:oleObj name="think-cell Slide" r:id="rId5" imgW="270" imgH="270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AU" sz="2800" b="0" i="0" baseline="0" dirty="0">
              <a:latin typeface="Segoe UI Semibold"/>
              <a:ea typeface="+mj-ea"/>
              <a:cs typeface="+mj-cs"/>
              <a:sym typeface="Segoe UI Semibold"/>
            </a:endParaRPr>
          </a:p>
        </p:txBody>
      </p:sp>
      <p:pic>
        <p:nvPicPr>
          <p:cNvPr id="4" name="Picture 3"/>
          <p:cNvPicPr>
            <a:picLocks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5339" cy="109703"/>
          </a:xfrm>
          <a:prstGeom prst="rect">
            <a:avLst/>
          </a:prstGeom>
        </p:spPr>
      </p:pic>
      <p:sp>
        <p:nvSpPr>
          <p:cNvPr id="6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920428" y="1557338"/>
            <a:ext cx="8496622" cy="1008112"/>
          </a:xfrm>
        </p:spPr>
        <p:txBody>
          <a:bodyPr anchor="ctr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920552" y="2780928"/>
            <a:ext cx="8496622" cy="1008112"/>
          </a:xfrm>
        </p:spPr>
        <p:txBody>
          <a:bodyPr anchor="ctr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10" name="Text Placeholder 5"/>
          <p:cNvSpPr>
            <a:spLocks noGrp="1"/>
          </p:cNvSpPr>
          <p:nvPr>
            <p:ph type="body" sz="quarter" idx="13"/>
          </p:nvPr>
        </p:nvSpPr>
        <p:spPr>
          <a:xfrm>
            <a:off x="920552" y="4006144"/>
            <a:ext cx="8496622" cy="1008112"/>
          </a:xfrm>
        </p:spPr>
        <p:txBody>
          <a:bodyPr anchor="ctr"/>
          <a:lstStyle>
            <a:lvl5pPr>
              <a:defRPr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11" name="Rectangle 10"/>
          <p:cNvSpPr/>
          <p:nvPr userDrawn="1"/>
        </p:nvSpPr>
        <p:spPr>
          <a:xfrm>
            <a:off x="0" y="109728"/>
            <a:ext cx="347303" cy="674986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AU" noProof="0"/>
          </a:p>
        </p:txBody>
      </p:sp>
      <p:sp>
        <p:nvSpPr>
          <p:cNvPr id="12" name="Oval 11"/>
          <p:cNvSpPr>
            <a:spLocks noChangeAspect="1"/>
          </p:cNvSpPr>
          <p:nvPr userDrawn="1"/>
        </p:nvSpPr>
        <p:spPr>
          <a:xfrm>
            <a:off x="198855" y="1917394"/>
            <a:ext cx="288000" cy="288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AU" noProof="0"/>
          </a:p>
        </p:txBody>
      </p:sp>
      <p:sp>
        <p:nvSpPr>
          <p:cNvPr id="13" name="Oval 12"/>
          <p:cNvSpPr>
            <a:spLocks noChangeAspect="1"/>
          </p:cNvSpPr>
          <p:nvPr userDrawn="1"/>
        </p:nvSpPr>
        <p:spPr>
          <a:xfrm>
            <a:off x="198855" y="3140984"/>
            <a:ext cx="288000" cy="288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AU" noProof="0"/>
          </a:p>
        </p:txBody>
      </p:sp>
      <p:sp>
        <p:nvSpPr>
          <p:cNvPr id="14" name="Oval 13"/>
          <p:cNvSpPr>
            <a:spLocks noChangeAspect="1"/>
          </p:cNvSpPr>
          <p:nvPr userDrawn="1"/>
        </p:nvSpPr>
        <p:spPr>
          <a:xfrm>
            <a:off x="198855" y="5589256"/>
            <a:ext cx="288000" cy="288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AU" noProof="0"/>
          </a:p>
        </p:txBody>
      </p:sp>
      <p:sp>
        <p:nvSpPr>
          <p:cNvPr id="15" name="TextBox 14"/>
          <p:cNvSpPr txBox="1"/>
          <p:nvPr userDrawn="1"/>
        </p:nvSpPr>
        <p:spPr>
          <a:xfrm>
            <a:off x="8841432" y="6392361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E8856DA-B77A-4A94-8E84-45BF77D9376B}" type="slidenum">
              <a:rPr lang="en-AU" sz="1200" noProof="0" smtClean="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AU" sz="1200" noProof="0" dirty="0">
              <a:solidFill>
                <a:schemeClr val="accent3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6" name="Text Placeholder 5"/>
          <p:cNvSpPr>
            <a:spLocks noGrp="1"/>
          </p:cNvSpPr>
          <p:nvPr>
            <p:ph type="body" sz="quarter" idx="14"/>
          </p:nvPr>
        </p:nvSpPr>
        <p:spPr>
          <a:xfrm>
            <a:off x="920552" y="5229200"/>
            <a:ext cx="8496622" cy="1008112"/>
          </a:xfrm>
        </p:spPr>
        <p:txBody>
          <a:bodyPr anchor="ctr"/>
          <a:lstStyle>
            <a:lvl5pPr>
              <a:defRPr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17" name="Oval 16"/>
          <p:cNvSpPr>
            <a:spLocks noChangeAspect="1"/>
          </p:cNvSpPr>
          <p:nvPr userDrawn="1"/>
        </p:nvSpPr>
        <p:spPr>
          <a:xfrm>
            <a:off x="198855" y="4366200"/>
            <a:ext cx="288000" cy="288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AU" noProof="0"/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B79A85B6-62F8-499C-B696-A7E5A2EF85A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20428" y="504000"/>
            <a:ext cx="8439572" cy="504056"/>
          </a:xfrm>
        </p:spPr>
        <p:txBody>
          <a:bodyPr anchor="ctr" anchorCtr="0"/>
          <a:lstStyle>
            <a:lvl1pPr marL="0" marR="0" indent="0" algn="l" defTabSz="914349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/>
            </a:lvl1pPr>
          </a:lstStyle>
          <a:p>
            <a:pPr lvl="0"/>
            <a:r>
              <a:rPr lang="en-AU" noProof="0" dirty="0"/>
              <a:t>Governing thought</a:t>
            </a:r>
          </a:p>
        </p:txBody>
      </p:sp>
    </p:spTree>
    <p:extLst>
      <p:ext uri="{BB962C8B-B14F-4D97-AF65-F5344CB8AC3E}">
        <p14:creationId xmlns:p14="http://schemas.microsoft.com/office/powerpoint/2010/main" val="2980602079"/>
      </p:ext>
    </p:extLst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key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B416D58B-920C-4CFC-AE71-0495B69B6578}"/>
              </a:ext>
            </a:extLst>
          </p:cNvPr>
          <p:cNvSpPr/>
          <p:nvPr userDrawn="1"/>
        </p:nvSpPr>
        <p:spPr>
          <a:xfrm>
            <a:off x="0" y="1728000"/>
            <a:ext cx="9906000" cy="4572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AU" noProof="0"/>
          </a:p>
        </p:txBody>
      </p:sp>
      <p:pic>
        <p:nvPicPr>
          <p:cNvPr id="4" name="Picture 3"/>
          <p:cNvPicPr>
            <a:picLocks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5339" cy="109703"/>
          </a:xfrm>
          <a:prstGeom prst="rect">
            <a:avLst/>
          </a:prstGeom>
        </p:spPr>
      </p:pic>
      <p:sp>
        <p:nvSpPr>
          <p:cNvPr id="8" name="Text Placeholder 3"/>
          <p:cNvSpPr>
            <a:spLocks noGrp="1"/>
          </p:cNvSpPr>
          <p:nvPr>
            <p:ph type="body" sz="quarter" idx="19"/>
          </p:nvPr>
        </p:nvSpPr>
        <p:spPr>
          <a:xfrm>
            <a:off x="1126703" y="2096283"/>
            <a:ext cx="8245898" cy="721854"/>
          </a:xfrm>
          <a:noFill/>
        </p:spPr>
        <p:txBody>
          <a:bodyPr lIns="252000" tIns="180000" rIns="252000" bIns="180000" anchor="ctr"/>
          <a:lstStyle>
            <a:lvl1pPr>
              <a:defRPr sz="1400">
                <a:solidFill>
                  <a:schemeClr val="bg2"/>
                </a:solidFill>
              </a:defRPr>
            </a:lvl1pPr>
            <a:lvl2pPr>
              <a:defRPr sz="1400">
                <a:solidFill>
                  <a:schemeClr val="bg2"/>
                </a:solidFill>
              </a:defRPr>
            </a:lvl2pPr>
            <a:lvl3pPr>
              <a:defRPr>
                <a:solidFill>
                  <a:schemeClr val="bg2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11" name="Text Placeholder 3"/>
          <p:cNvSpPr>
            <a:spLocks noGrp="1"/>
          </p:cNvSpPr>
          <p:nvPr>
            <p:ph type="body" sz="quarter" idx="20"/>
          </p:nvPr>
        </p:nvSpPr>
        <p:spPr>
          <a:xfrm>
            <a:off x="1126655" y="3124678"/>
            <a:ext cx="8245122" cy="721854"/>
          </a:xfrm>
          <a:noFill/>
        </p:spPr>
        <p:txBody>
          <a:bodyPr lIns="252000" tIns="180000" rIns="252000" bIns="180000" anchor="ctr"/>
          <a:lstStyle>
            <a:lvl1pPr>
              <a:defRPr sz="1400">
                <a:solidFill>
                  <a:schemeClr val="bg2"/>
                </a:solidFill>
              </a:defRPr>
            </a:lvl1pPr>
            <a:lvl2pPr>
              <a:defRPr sz="1400">
                <a:solidFill>
                  <a:schemeClr val="bg2"/>
                </a:solidFill>
              </a:defRPr>
            </a:lvl2pPr>
            <a:lvl3pPr>
              <a:defRPr>
                <a:solidFill>
                  <a:schemeClr val="bg2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quarter" idx="21"/>
          </p:nvPr>
        </p:nvSpPr>
        <p:spPr>
          <a:xfrm>
            <a:off x="1126800" y="4153073"/>
            <a:ext cx="8244977" cy="721854"/>
          </a:xfrm>
          <a:noFill/>
        </p:spPr>
        <p:txBody>
          <a:bodyPr lIns="252000" tIns="180000" rIns="252000" bIns="180000" anchor="ctr"/>
          <a:lstStyle>
            <a:lvl1pPr>
              <a:defRPr sz="1400">
                <a:solidFill>
                  <a:schemeClr val="bg2"/>
                </a:solidFill>
              </a:defRPr>
            </a:lvl1pPr>
            <a:lvl2pPr>
              <a:defRPr sz="1400">
                <a:solidFill>
                  <a:schemeClr val="bg2"/>
                </a:solidFill>
              </a:defRPr>
            </a:lvl2pPr>
            <a:lvl3pPr>
              <a:defRPr>
                <a:solidFill>
                  <a:schemeClr val="bg2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13" name="Rectangle 12"/>
          <p:cNvSpPr/>
          <p:nvPr userDrawn="1"/>
        </p:nvSpPr>
        <p:spPr>
          <a:xfrm>
            <a:off x="531591" y="1728000"/>
            <a:ext cx="36000" cy="4571999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50000">
                <a:schemeClr val="accent3"/>
              </a:gs>
              <a:gs pos="100000">
                <a:schemeClr val="accent4"/>
              </a:gs>
            </a:gsLst>
            <a:lin ang="5400000" scaled="1"/>
            <a:tileRect/>
          </a:gra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AU" noProof="0" dirty="0"/>
          </a:p>
        </p:txBody>
      </p:sp>
      <p:sp>
        <p:nvSpPr>
          <p:cNvPr id="14" name="Oval 13"/>
          <p:cNvSpPr/>
          <p:nvPr userDrawn="1"/>
        </p:nvSpPr>
        <p:spPr>
          <a:xfrm>
            <a:off x="435291" y="2342910"/>
            <a:ext cx="228600" cy="228600"/>
          </a:xfrm>
          <a:prstGeom prst="ellipse">
            <a:avLst/>
          </a:prstGeom>
          <a:solidFill>
            <a:schemeClr val="accent5"/>
          </a:solidFill>
          <a:ln w="254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AU" noProof="0"/>
          </a:p>
        </p:txBody>
      </p:sp>
      <p:sp>
        <p:nvSpPr>
          <p:cNvPr id="15" name="Oval 14"/>
          <p:cNvSpPr/>
          <p:nvPr userDrawn="1"/>
        </p:nvSpPr>
        <p:spPr>
          <a:xfrm>
            <a:off x="435291" y="3371305"/>
            <a:ext cx="228600" cy="228600"/>
          </a:xfrm>
          <a:prstGeom prst="ellipse">
            <a:avLst/>
          </a:prstGeom>
          <a:solidFill>
            <a:schemeClr val="accent5"/>
          </a:solidFill>
          <a:ln w="254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AU" noProof="0"/>
          </a:p>
        </p:txBody>
      </p:sp>
      <p:sp>
        <p:nvSpPr>
          <p:cNvPr id="16" name="Oval 15"/>
          <p:cNvSpPr/>
          <p:nvPr userDrawn="1"/>
        </p:nvSpPr>
        <p:spPr>
          <a:xfrm>
            <a:off x="435291" y="4399700"/>
            <a:ext cx="228600" cy="228600"/>
          </a:xfrm>
          <a:prstGeom prst="ellipse">
            <a:avLst/>
          </a:prstGeom>
          <a:solidFill>
            <a:schemeClr val="accent5"/>
          </a:solidFill>
          <a:ln w="254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AU" noProof="0"/>
          </a:p>
        </p:txBody>
      </p:sp>
      <p:sp>
        <p:nvSpPr>
          <p:cNvPr id="17" name="Text Placeholder 3"/>
          <p:cNvSpPr>
            <a:spLocks noGrp="1"/>
          </p:cNvSpPr>
          <p:nvPr>
            <p:ph type="body" sz="quarter" idx="22"/>
          </p:nvPr>
        </p:nvSpPr>
        <p:spPr>
          <a:xfrm>
            <a:off x="1126800" y="5181469"/>
            <a:ext cx="8244977" cy="721854"/>
          </a:xfrm>
          <a:noFill/>
        </p:spPr>
        <p:txBody>
          <a:bodyPr lIns="252000" tIns="180000" rIns="252000" bIns="180000" anchor="ctr"/>
          <a:lstStyle>
            <a:lvl1pPr>
              <a:defRPr sz="1400">
                <a:solidFill>
                  <a:schemeClr val="bg2"/>
                </a:solidFill>
              </a:defRPr>
            </a:lvl1pPr>
            <a:lvl2pPr>
              <a:defRPr sz="1400">
                <a:solidFill>
                  <a:schemeClr val="bg2"/>
                </a:solidFill>
              </a:defRPr>
            </a:lvl2pPr>
            <a:lvl3pPr>
              <a:defRPr>
                <a:solidFill>
                  <a:schemeClr val="bg2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18" name="Oval 17"/>
          <p:cNvSpPr/>
          <p:nvPr userDrawn="1"/>
        </p:nvSpPr>
        <p:spPr>
          <a:xfrm>
            <a:off x="435291" y="5428096"/>
            <a:ext cx="228600" cy="228600"/>
          </a:xfrm>
          <a:prstGeom prst="ellipse">
            <a:avLst/>
          </a:prstGeom>
          <a:solidFill>
            <a:schemeClr val="accent5"/>
          </a:solidFill>
          <a:ln w="254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AU" noProof="0"/>
          </a:p>
        </p:txBody>
      </p:sp>
      <p:sp>
        <p:nvSpPr>
          <p:cNvPr id="19" name="TextBox 18"/>
          <p:cNvSpPr txBox="1"/>
          <p:nvPr userDrawn="1"/>
        </p:nvSpPr>
        <p:spPr>
          <a:xfrm>
            <a:off x="8841432" y="6392361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E8856DA-B77A-4A94-8E84-45BF77D9376B}" type="slidenum">
              <a:rPr lang="en-AU" sz="1200" noProof="0" smtClean="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AU" sz="1200" noProof="0" dirty="0">
              <a:solidFill>
                <a:schemeClr val="accent3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8143C4AD-44D1-4E44-9783-09068D5ECA2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504000"/>
            <a:ext cx="8820000" cy="504056"/>
          </a:xfrm>
        </p:spPr>
        <p:txBody>
          <a:bodyPr anchor="ctr" anchorCtr="0"/>
          <a:lstStyle>
            <a:lvl1pPr marL="0" marR="0" indent="0" algn="l" defTabSz="914349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/>
            </a:lvl1pPr>
          </a:lstStyle>
          <a:p>
            <a:pPr lvl="0"/>
            <a:r>
              <a:rPr lang="en-AU" noProof="0" dirty="0"/>
              <a:t>Governing thought</a:t>
            </a:r>
          </a:p>
        </p:txBody>
      </p:sp>
      <p:sp>
        <p:nvSpPr>
          <p:cNvPr id="23" name="Text Placeholder 10">
            <a:extLst>
              <a:ext uri="{FF2B5EF4-FFF2-40B4-BE49-F238E27FC236}">
                <a16:creationId xmlns:a16="http://schemas.microsoft.com/office/drawing/2014/main" id="{53D3DC2A-C1DA-4A91-8EF0-1E047BE41864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40000" y="1008000"/>
            <a:ext cx="8820000" cy="504056"/>
          </a:xfrm>
          <a:prstGeom prst="rect">
            <a:avLst/>
          </a:prstGeom>
        </p:spPr>
        <p:txBody>
          <a:bodyPr anchor="t"/>
          <a:lstStyle>
            <a:lvl1pPr>
              <a:lnSpc>
                <a:spcPct val="90000"/>
              </a:lnSpc>
              <a:defRPr sz="1800">
                <a:solidFill>
                  <a:schemeClr val="bg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  <a:lvl5pPr>
              <a:defRPr/>
            </a:lvl5pPr>
          </a:lstStyle>
          <a:p>
            <a:pPr lvl="0"/>
            <a:r>
              <a:rPr lang="en-AU" noProof="0" dirty="0"/>
              <a:t>Sub title</a:t>
            </a:r>
          </a:p>
        </p:txBody>
      </p:sp>
    </p:spTree>
    <p:extLst>
      <p:ext uri="{BB962C8B-B14F-4D97-AF65-F5344CB8AC3E}">
        <p14:creationId xmlns:p14="http://schemas.microsoft.com/office/powerpoint/2010/main" val="3851160611"/>
      </p:ext>
    </p:extLst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key points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5339" cy="109703"/>
          </a:xfrm>
          <a:prstGeom prst="rect">
            <a:avLst/>
          </a:prstGeom>
        </p:spPr>
      </p:pic>
      <p:sp>
        <p:nvSpPr>
          <p:cNvPr id="12" name="TextBox 11"/>
          <p:cNvSpPr txBox="1"/>
          <p:nvPr userDrawn="1"/>
        </p:nvSpPr>
        <p:spPr>
          <a:xfrm>
            <a:off x="8841432" y="6392361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E8856DA-B77A-4A94-8E84-45BF77D9376B}" type="slidenum">
              <a:rPr lang="en-AU" sz="1200" noProof="0" smtClean="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AU" sz="1200" noProof="0" dirty="0">
              <a:solidFill>
                <a:schemeClr val="accent3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A2B318CE-9697-4712-A5D4-C8E2EABBFBD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504000"/>
            <a:ext cx="8820000" cy="504056"/>
          </a:xfrm>
        </p:spPr>
        <p:txBody>
          <a:bodyPr anchor="ctr" anchorCtr="0"/>
          <a:lstStyle>
            <a:lvl1pPr marL="0" marR="0" indent="0" algn="l" defTabSz="914349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/>
            </a:lvl1pPr>
          </a:lstStyle>
          <a:p>
            <a:pPr lvl="0"/>
            <a:r>
              <a:rPr lang="en-AU" noProof="0" dirty="0"/>
              <a:t>Governing thought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D0D7852-5F7F-40D5-B8FB-2B9409039E5E}"/>
              </a:ext>
            </a:extLst>
          </p:cNvPr>
          <p:cNvSpPr/>
          <p:nvPr userDrawn="1"/>
        </p:nvSpPr>
        <p:spPr>
          <a:xfrm>
            <a:off x="0" y="1728000"/>
            <a:ext cx="9906000" cy="4572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AU" noProof="0"/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DD344F46-ED31-4BB8-A4E3-7730C6B1F13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126703" y="2564904"/>
            <a:ext cx="8245898" cy="721854"/>
          </a:xfrm>
          <a:noFill/>
        </p:spPr>
        <p:txBody>
          <a:bodyPr lIns="252000" tIns="180000" rIns="252000" bIns="180000" anchor="ctr"/>
          <a:lstStyle>
            <a:lvl1pPr>
              <a:defRPr sz="1400">
                <a:solidFill>
                  <a:schemeClr val="bg2"/>
                </a:solidFill>
              </a:defRPr>
            </a:lvl1pPr>
            <a:lvl2pPr>
              <a:defRPr sz="1400">
                <a:solidFill>
                  <a:schemeClr val="bg2"/>
                </a:solidFill>
              </a:defRPr>
            </a:lvl2pPr>
            <a:lvl3pPr>
              <a:defRPr>
                <a:solidFill>
                  <a:schemeClr val="bg2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8CF95009-315F-445F-BE38-3942ACE6440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126655" y="3593299"/>
            <a:ext cx="8245122" cy="721854"/>
          </a:xfrm>
          <a:noFill/>
        </p:spPr>
        <p:txBody>
          <a:bodyPr lIns="252000" tIns="180000" rIns="252000" bIns="180000" anchor="ctr"/>
          <a:lstStyle>
            <a:lvl1pPr>
              <a:defRPr sz="1400">
                <a:solidFill>
                  <a:schemeClr val="bg2"/>
                </a:solidFill>
              </a:defRPr>
            </a:lvl1pPr>
            <a:lvl2pPr>
              <a:defRPr sz="1400">
                <a:solidFill>
                  <a:schemeClr val="bg2"/>
                </a:solidFill>
              </a:defRPr>
            </a:lvl2pPr>
            <a:lvl3pPr>
              <a:defRPr>
                <a:solidFill>
                  <a:schemeClr val="bg2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55DC81ED-55D9-4EF4-8929-79E4A703EAE2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126800" y="4621694"/>
            <a:ext cx="8244977" cy="721854"/>
          </a:xfrm>
          <a:noFill/>
        </p:spPr>
        <p:txBody>
          <a:bodyPr lIns="252000" tIns="180000" rIns="252000" bIns="180000" anchor="ctr"/>
          <a:lstStyle>
            <a:lvl1pPr>
              <a:defRPr sz="1400">
                <a:solidFill>
                  <a:schemeClr val="bg2"/>
                </a:solidFill>
              </a:defRPr>
            </a:lvl1pPr>
            <a:lvl2pPr>
              <a:defRPr sz="1400">
                <a:solidFill>
                  <a:schemeClr val="bg2"/>
                </a:solidFill>
              </a:defRPr>
            </a:lvl2pPr>
            <a:lvl3pPr>
              <a:defRPr>
                <a:solidFill>
                  <a:schemeClr val="bg2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7C3C23C-F16F-4A9D-8FDF-F0314A9005C2}"/>
              </a:ext>
            </a:extLst>
          </p:cNvPr>
          <p:cNvSpPr/>
          <p:nvPr userDrawn="1"/>
        </p:nvSpPr>
        <p:spPr>
          <a:xfrm>
            <a:off x="531591" y="1728000"/>
            <a:ext cx="36000" cy="4571999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50000">
                <a:schemeClr val="accent3"/>
              </a:gs>
              <a:gs pos="100000">
                <a:schemeClr val="accent4"/>
              </a:gs>
            </a:gsLst>
            <a:lin ang="5400000" scaled="1"/>
            <a:tileRect/>
          </a:gra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AU" noProof="0" dirty="0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D264E8D8-319B-4979-93E9-4FA1E4DD3F3B}"/>
              </a:ext>
            </a:extLst>
          </p:cNvPr>
          <p:cNvSpPr/>
          <p:nvPr userDrawn="1"/>
        </p:nvSpPr>
        <p:spPr>
          <a:xfrm>
            <a:off x="435291" y="2811531"/>
            <a:ext cx="228600" cy="228600"/>
          </a:xfrm>
          <a:prstGeom prst="ellipse">
            <a:avLst/>
          </a:prstGeom>
          <a:solidFill>
            <a:schemeClr val="accent5"/>
          </a:solidFill>
          <a:ln w="254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AU" noProof="0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A4BE9461-180C-4C51-8A0F-DD26F3C701ED}"/>
              </a:ext>
            </a:extLst>
          </p:cNvPr>
          <p:cNvSpPr/>
          <p:nvPr userDrawn="1"/>
        </p:nvSpPr>
        <p:spPr>
          <a:xfrm>
            <a:off x="435291" y="3839926"/>
            <a:ext cx="228600" cy="228600"/>
          </a:xfrm>
          <a:prstGeom prst="ellipse">
            <a:avLst/>
          </a:prstGeom>
          <a:solidFill>
            <a:schemeClr val="accent5"/>
          </a:solidFill>
          <a:ln w="254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AU" noProof="0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B608E0FD-AA66-4AAA-9242-1276EE889CB5}"/>
              </a:ext>
            </a:extLst>
          </p:cNvPr>
          <p:cNvSpPr/>
          <p:nvPr userDrawn="1"/>
        </p:nvSpPr>
        <p:spPr>
          <a:xfrm>
            <a:off x="435291" y="4868321"/>
            <a:ext cx="228600" cy="228600"/>
          </a:xfrm>
          <a:prstGeom prst="ellipse">
            <a:avLst/>
          </a:prstGeom>
          <a:solidFill>
            <a:schemeClr val="accent5"/>
          </a:solidFill>
          <a:ln w="254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AU" noProof="0"/>
          </a:p>
        </p:txBody>
      </p:sp>
      <p:sp>
        <p:nvSpPr>
          <p:cNvPr id="33" name="Text Placeholder 10">
            <a:extLst>
              <a:ext uri="{FF2B5EF4-FFF2-40B4-BE49-F238E27FC236}">
                <a16:creationId xmlns:a16="http://schemas.microsoft.com/office/drawing/2014/main" id="{4C4B2D6A-3227-46BE-A311-7A717FCCF27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40000" y="1008000"/>
            <a:ext cx="8820000" cy="504056"/>
          </a:xfrm>
          <a:prstGeom prst="rect">
            <a:avLst/>
          </a:prstGeom>
        </p:spPr>
        <p:txBody>
          <a:bodyPr anchor="t"/>
          <a:lstStyle>
            <a:lvl1pPr>
              <a:lnSpc>
                <a:spcPct val="90000"/>
              </a:lnSpc>
              <a:defRPr sz="1800">
                <a:solidFill>
                  <a:schemeClr val="bg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  <a:lvl5pPr>
              <a:defRPr/>
            </a:lvl5pPr>
          </a:lstStyle>
          <a:p>
            <a:pPr lvl="0"/>
            <a:r>
              <a:rPr lang="en-AU" noProof="0" dirty="0"/>
              <a:t>Sub title</a:t>
            </a:r>
          </a:p>
        </p:txBody>
      </p:sp>
    </p:spTree>
    <p:extLst>
      <p:ext uri="{BB962C8B-B14F-4D97-AF65-F5344CB8AC3E}">
        <p14:creationId xmlns:p14="http://schemas.microsoft.com/office/powerpoint/2010/main" val="2209161772"/>
      </p:ext>
    </p:extLst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 panel small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58846270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186" name="think-cell Slide" r:id="rId5" imgW="270" imgH="270" progId="TCLayout.ActiveDocument.1">
                  <p:embed/>
                </p:oleObj>
              </mc:Choice>
              <mc:Fallback>
                <p:oleObj name="think-cell Slide" r:id="rId5" imgW="270" imgH="270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AU" sz="2800" b="0" i="0" baseline="0" dirty="0">
              <a:latin typeface="Segoe UI Semibold"/>
              <a:ea typeface="+mj-ea"/>
              <a:cs typeface="+mj-cs"/>
              <a:sym typeface="Segoe UI Semibold"/>
            </a:endParaRPr>
          </a:p>
        </p:txBody>
      </p:sp>
      <p:pic>
        <p:nvPicPr>
          <p:cNvPr id="4" name="Picture 3"/>
          <p:cNvPicPr>
            <a:picLocks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5339" cy="109703"/>
          </a:xfrm>
          <a:prstGeom prst="rect">
            <a:avLst/>
          </a:prstGeom>
        </p:spPr>
      </p:pic>
      <p:sp>
        <p:nvSpPr>
          <p:cNvPr id="6" name="Rectangle 5"/>
          <p:cNvSpPr/>
          <p:nvPr userDrawn="1"/>
        </p:nvSpPr>
        <p:spPr>
          <a:xfrm>
            <a:off x="0" y="108000"/>
            <a:ext cx="2292080" cy="6748297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7" name="Content Placeholder 5"/>
          <p:cNvSpPr>
            <a:spLocks noGrp="1"/>
          </p:cNvSpPr>
          <p:nvPr>
            <p:ph sz="quarter" idx="14"/>
          </p:nvPr>
        </p:nvSpPr>
        <p:spPr>
          <a:xfrm>
            <a:off x="2648744" y="1412776"/>
            <a:ext cx="6768876" cy="4536504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8" name="Text Placeholder 8"/>
          <p:cNvSpPr>
            <a:spLocks noGrp="1"/>
          </p:cNvSpPr>
          <p:nvPr>
            <p:ph type="body" sz="quarter" idx="31"/>
          </p:nvPr>
        </p:nvSpPr>
        <p:spPr>
          <a:xfrm>
            <a:off x="287999" y="548680"/>
            <a:ext cx="1692000" cy="5688632"/>
          </a:xfrm>
        </p:spPr>
        <p:txBody>
          <a:bodyPr anchor="ctr"/>
          <a:lstStyle>
            <a:lvl1pPr>
              <a:defRPr sz="1400">
                <a:solidFill>
                  <a:schemeClr val="bg2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>
              <a:buClr>
                <a:schemeClr val="bg2"/>
              </a:buClr>
              <a:defRPr sz="1400">
                <a:solidFill>
                  <a:schemeClr val="bg2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2pPr>
            <a:lvl3pPr>
              <a:buClr>
                <a:schemeClr val="bg2"/>
              </a:buClr>
              <a:defRPr sz="1400">
                <a:solidFill>
                  <a:schemeClr val="bg2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3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9" name="Text Placeholder 2"/>
          <p:cNvSpPr>
            <a:spLocks noGrp="1"/>
          </p:cNvSpPr>
          <p:nvPr>
            <p:ph type="body" sz="quarter" idx="32" hasCustomPrompt="1"/>
          </p:nvPr>
        </p:nvSpPr>
        <p:spPr>
          <a:xfrm>
            <a:off x="2660300" y="6021288"/>
            <a:ext cx="6685313" cy="287214"/>
          </a:xfrm>
        </p:spPr>
        <p:txBody>
          <a:bodyPr anchor="ctr"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 lvl="0"/>
            <a:r>
              <a:rPr lang="en-AU" noProof="0" dirty="0"/>
              <a:t>Source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8841432" y="6392361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E8856DA-B77A-4A94-8E84-45BF77D9376B}" type="slidenum">
              <a:rPr lang="en-AU" sz="1200" noProof="0" smtClean="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AU" sz="1200" noProof="0" dirty="0">
              <a:solidFill>
                <a:schemeClr val="accent3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B944E3E9-E0D7-48BD-AA61-C9C9011FD8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49600" y="504000"/>
            <a:ext cx="6711256" cy="504056"/>
          </a:xfrm>
        </p:spPr>
        <p:txBody>
          <a:bodyPr anchor="ctr" anchorCtr="0"/>
          <a:lstStyle>
            <a:lvl1pPr marL="0" marR="0" indent="0" algn="l" defTabSz="914349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/>
            </a:lvl1pPr>
          </a:lstStyle>
          <a:p>
            <a:pPr lvl="0"/>
            <a:r>
              <a:rPr lang="en-AU" noProof="0" dirty="0"/>
              <a:t>Governing thought</a:t>
            </a:r>
          </a:p>
        </p:txBody>
      </p:sp>
    </p:spTree>
    <p:extLst>
      <p:ext uri="{BB962C8B-B14F-4D97-AF65-F5344CB8AC3E}">
        <p14:creationId xmlns:p14="http://schemas.microsoft.com/office/powerpoint/2010/main" val="3309045547"/>
      </p:ext>
    </p:extLst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 panel small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26676304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210" name="think-cell Slide" r:id="rId5" imgW="270" imgH="270" progId="TCLayout.ActiveDocument.1">
                  <p:embed/>
                </p:oleObj>
              </mc:Choice>
              <mc:Fallback>
                <p:oleObj name="think-cell Slide" r:id="rId5" imgW="270" imgH="270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AU" sz="2800" b="0" i="0" baseline="0" dirty="0">
              <a:latin typeface="Segoe UI Semibold"/>
              <a:ea typeface="+mj-ea"/>
              <a:cs typeface="+mj-cs"/>
              <a:sym typeface="Segoe UI Semibold"/>
            </a:endParaRPr>
          </a:p>
        </p:txBody>
      </p:sp>
      <p:pic>
        <p:nvPicPr>
          <p:cNvPr id="4" name="Picture 3"/>
          <p:cNvPicPr>
            <a:picLocks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5339" cy="109703"/>
          </a:xfrm>
          <a:prstGeom prst="rect">
            <a:avLst/>
          </a:prstGeom>
        </p:spPr>
      </p:pic>
      <p:sp>
        <p:nvSpPr>
          <p:cNvPr id="6" name="Rectangle 5"/>
          <p:cNvSpPr/>
          <p:nvPr userDrawn="1"/>
        </p:nvSpPr>
        <p:spPr>
          <a:xfrm>
            <a:off x="-3376" y="108000"/>
            <a:ext cx="2292080" cy="674829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7" name="Content Placeholder 5"/>
          <p:cNvSpPr>
            <a:spLocks noGrp="1"/>
          </p:cNvSpPr>
          <p:nvPr>
            <p:ph sz="quarter" idx="14"/>
          </p:nvPr>
        </p:nvSpPr>
        <p:spPr>
          <a:xfrm>
            <a:off x="2648744" y="1412776"/>
            <a:ext cx="6768876" cy="4536504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8" name="Text Placeholder 8"/>
          <p:cNvSpPr>
            <a:spLocks noGrp="1"/>
          </p:cNvSpPr>
          <p:nvPr>
            <p:ph type="body" sz="quarter" idx="31"/>
          </p:nvPr>
        </p:nvSpPr>
        <p:spPr>
          <a:xfrm>
            <a:off x="288000" y="548680"/>
            <a:ext cx="1692000" cy="5688632"/>
          </a:xfrm>
        </p:spPr>
        <p:txBody>
          <a:bodyPr anchor="ctr"/>
          <a:lstStyle>
            <a:lvl1pPr>
              <a:defRPr sz="140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>
              <a:buClr>
                <a:schemeClr val="bg1"/>
              </a:buClr>
              <a:defRPr sz="140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2pPr>
            <a:lvl3pPr>
              <a:buClr>
                <a:schemeClr val="bg1"/>
              </a:buClr>
              <a:defRPr sz="140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3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9" name="Text Placeholder 2"/>
          <p:cNvSpPr>
            <a:spLocks noGrp="1"/>
          </p:cNvSpPr>
          <p:nvPr>
            <p:ph type="body" sz="quarter" idx="32" hasCustomPrompt="1"/>
          </p:nvPr>
        </p:nvSpPr>
        <p:spPr>
          <a:xfrm>
            <a:off x="2660300" y="6021288"/>
            <a:ext cx="6685313" cy="287214"/>
          </a:xfrm>
        </p:spPr>
        <p:txBody>
          <a:bodyPr anchor="ctr"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 lvl="0"/>
            <a:r>
              <a:rPr lang="en-AU" noProof="0" dirty="0"/>
              <a:t>Source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8841432" y="6392361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E8856DA-B77A-4A94-8E84-45BF77D9376B}" type="slidenum">
              <a:rPr lang="en-AU" sz="1200" noProof="0" smtClean="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AU" sz="1200" noProof="0" dirty="0">
              <a:solidFill>
                <a:schemeClr val="accent3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D5280923-8894-493F-AA72-DC795FA2B9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49600" y="504000"/>
            <a:ext cx="6711256" cy="504056"/>
          </a:xfrm>
        </p:spPr>
        <p:txBody>
          <a:bodyPr anchor="ctr" anchorCtr="0"/>
          <a:lstStyle>
            <a:lvl1pPr marL="0" marR="0" indent="0" algn="l" defTabSz="914349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/>
            </a:lvl1pPr>
          </a:lstStyle>
          <a:p>
            <a:pPr lvl="0"/>
            <a:r>
              <a:rPr lang="en-AU" noProof="0" dirty="0"/>
              <a:t>Governing thought</a:t>
            </a:r>
          </a:p>
        </p:txBody>
      </p:sp>
    </p:spTree>
    <p:extLst>
      <p:ext uri="{BB962C8B-B14F-4D97-AF65-F5344CB8AC3E}">
        <p14:creationId xmlns:p14="http://schemas.microsoft.com/office/powerpoint/2010/main" val="2248843561"/>
      </p:ext>
    </p:extLst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 panel small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64717957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5234" name="think-cell Slide" r:id="rId5" imgW="270" imgH="270" progId="TCLayout.ActiveDocument.1">
                  <p:embed/>
                </p:oleObj>
              </mc:Choice>
              <mc:Fallback>
                <p:oleObj name="think-cell Slide" r:id="rId5" imgW="270" imgH="270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AU" sz="2800" b="0" i="0" baseline="0" dirty="0">
              <a:latin typeface="Segoe UI Semibold"/>
              <a:ea typeface="+mj-ea"/>
              <a:cs typeface="+mj-cs"/>
              <a:sym typeface="Segoe UI Semibold"/>
            </a:endParaRPr>
          </a:p>
        </p:txBody>
      </p:sp>
      <p:pic>
        <p:nvPicPr>
          <p:cNvPr id="4" name="Picture 3"/>
          <p:cNvPicPr>
            <a:picLocks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5339" cy="109703"/>
          </a:xfrm>
          <a:prstGeom prst="rect">
            <a:avLst/>
          </a:prstGeom>
        </p:spPr>
      </p:pic>
      <p:sp>
        <p:nvSpPr>
          <p:cNvPr id="6" name="Rectangle 5"/>
          <p:cNvSpPr/>
          <p:nvPr userDrawn="1"/>
        </p:nvSpPr>
        <p:spPr>
          <a:xfrm>
            <a:off x="7618543" y="108000"/>
            <a:ext cx="2292080" cy="6748297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7" name="Content Placeholder 5"/>
          <p:cNvSpPr>
            <a:spLocks noGrp="1"/>
          </p:cNvSpPr>
          <p:nvPr>
            <p:ph sz="quarter" idx="14"/>
          </p:nvPr>
        </p:nvSpPr>
        <p:spPr>
          <a:xfrm>
            <a:off x="560388" y="1412776"/>
            <a:ext cx="6732000" cy="4536504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8" name="Text Placeholder 8"/>
          <p:cNvSpPr>
            <a:spLocks noGrp="1"/>
          </p:cNvSpPr>
          <p:nvPr>
            <p:ph type="body" sz="quarter" idx="31"/>
          </p:nvPr>
        </p:nvSpPr>
        <p:spPr>
          <a:xfrm>
            <a:off x="7920000" y="562159"/>
            <a:ext cx="1692000" cy="5688632"/>
          </a:xfrm>
        </p:spPr>
        <p:txBody>
          <a:bodyPr anchor="ctr"/>
          <a:lstStyle>
            <a:lvl1pPr>
              <a:defRPr sz="1400">
                <a:solidFill>
                  <a:schemeClr val="bg2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>
              <a:buClr>
                <a:schemeClr val="bg2"/>
              </a:buClr>
              <a:defRPr sz="1400">
                <a:solidFill>
                  <a:schemeClr val="bg2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2pPr>
            <a:lvl3pPr>
              <a:buClr>
                <a:schemeClr val="bg2"/>
              </a:buClr>
              <a:defRPr sz="1400">
                <a:solidFill>
                  <a:schemeClr val="bg2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3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9" name="Text Placeholder 2"/>
          <p:cNvSpPr>
            <a:spLocks noGrp="1"/>
          </p:cNvSpPr>
          <p:nvPr>
            <p:ph type="body" sz="quarter" idx="32" hasCustomPrompt="1"/>
          </p:nvPr>
        </p:nvSpPr>
        <p:spPr>
          <a:xfrm>
            <a:off x="571944" y="6021288"/>
            <a:ext cx="6685313" cy="287214"/>
          </a:xfrm>
        </p:spPr>
        <p:txBody>
          <a:bodyPr anchor="ctr"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 lvl="0"/>
            <a:r>
              <a:rPr lang="en-AU" noProof="0" dirty="0"/>
              <a:t>Source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8841432" y="6392361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E8856DA-B77A-4A94-8E84-45BF77D9376B}" type="slidenum">
              <a:rPr lang="en-AU" sz="1200" noProof="0" smtClean="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AU" sz="1200" noProof="0" dirty="0">
              <a:solidFill>
                <a:schemeClr val="accent3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F491780B-65F6-41A7-81F8-5AB541FCD5E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504000"/>
            <a:ext cx="6732000" cy="504056"/>
          </a:xfrm>
        </p:spPr>
        <p:txBody>
          <a:bodyPr anchor="ctr" anchorCtr="0"/>
          <a:lstStyle>
            <a:lvl1pPr marL="0" marR="0" indent="0" algn="l" defTabSz="914349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/>
            </a:lvl1pPr>
          </a:lstStyle>
          <a:p>
            <a:pPr lvl="0"/>
            <a:r>
              <a:rPr lang="en-AU" noProof="0" dirty="0"/>
              <a:t>Governing thought</a:t>
            </a:r>
          </a:p>
        </p:txBody>
      </p:sp>
    </p:spTree>
    <p:extLst>
      <p:ext uri="{BB962C8B-B14F-4D97-AF65-F5344CB8AC3E}">
        <p14:creationId xmlns:p14="http://schemas.microsoft.com/office/powerpoint/2010/main" val="3424508465"/>
      </p:ext>
    </p:extLst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 panel small right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43396697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6258" name="think-cell Slide" r:id="rId5" imgW="270" imgH="270" progId="TCLayout.ActiveDocument.1">
                  <p:embed/>
                </p:oleObj>
              </mc:Choice>
              <mc:Fallback>
                <p:oleObj name="think-cell Slide" r:id="rId5" imgW="270" imgH="270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AU" sz="2800" b="0" i="0" baseline="0" dirty="0">
              <a:latin typeface="Segoe UI Semibold"/>
              <a:ea typeface="+mj-ea"/>
              <a:cs typeface="+mj-cs"/>
              <a:sym typeface="Segoe UI Semibold"/>
            </a:endParaRPr>
          </a:p>
        </p:txBody>
      </p:sp>
      <p:pic>
        <p:nvPicPr>
          <p:cNvPr id="4" name="Picture 3"/>
          <p:cNvPicPr>
            <a:picLocks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5339" cy="109703"/>
          </a:xfrm>
          <a:prstGeom prst="rect">
            <a:avLst/>
          </a:prstGeom>
        </p:spPr>
      </p:pic>
      <p:sp>
        <p:nvSpPr>
          <p:cNvPr id="6" name="Rectangle 5"/>
          <p:cNvSpPr/>
          <p:nvPr userDrawn="1"/>
        </p:nvSpPr>
        <p:spPr>
          <a:xfrm>
            <a:off x="7613920" y="108000"/>
            <a:ext cx="2292080" cy="674829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7" name="Content Placeholder 5"/>
          <p:cNvSpPr>
            <a:spLocks noGrp="1"/>
          </p:cNvSpPr>
          <p:nvPr>
            <p:ph sz="quarter" idx="14"/>
          </p:nvPr>
        </p:nvSpPr>
        <p:spPr>
          <a:xfrm>
            <a:off x="560388" y="1412776"/>
            <a:ext cx="6732000" cy="4536504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8" name="Text Placeholder 8"/>
          <p:cNvSpPr>
            <a:spLocks noGrp="1"/>
          </p:cNvSpPr>
          <p:nvPr>
            <p:ph type="body" sz="quarter" idx="31"/>
          </p:nvPr>
        </p:nvSpPr>
        <p:spPr>
          <a:xfrm>
            <a:off x="7920000" y="562159"/>
            <a:ext cx="1692000" cy="5688632"/>
          </a:xfrm>
        </p:spPr>
        <p:txBody>
          <a:bodyPr anchor="ctr"/>
          <a:lstStyle>
            <a:lvl1pPr>
              <a:defRPr sz="140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>
              <a:buClr>
                <a:schemeClr val="bg1"/>
              </a:buClr>
              <a:defRPr sz="140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2pPr>
            <a:lvl3pPr>
              <a:buClr>
                <a:schemeClr val="bg1"/>
              </a:buClr>
              <a:defRPr sz="140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3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9" name="Text Placeholder 2"/>
          <p:cNvSpPr>
            <a:spLocks noGrp="1"/>
          </p:cNvSpPr>
          <p:nvPr>
            <p:ph type="body" sz="quarter" idx="32" hasCustomPrompt="1"/>
          </p:nvPr>
        </p:nvSpPr>
        <p:spPr>
          <a:xfrm>
            <a:off x="571944" y="6021288"/>
            <a:ext cx="6685313" cy="287214"/>
          </a:xfrm>
        </p:spPr>
        <p:txBody>
          <a:bodyPr anchor="ctr"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 lvl="0"/>
            <a:r>
              <a:rPr lang="en-AU" noProof="0" dirty="0"/>
              <a:t>Source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8841432" y="6392361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E8856DA-B77A-4A94-8E84-45BF77D9376B}" type="slidenum">
              <a:rPr lang="en-AU" sz="1200" noProof="0" smtClean="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AU" sz="1200" noProof="0" dirty="0">
              <a:solidFill>
                <a:schemeClr val="accent3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16A63C25-28D2-44C9-9114-36F511FB493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504000"/>
            <a:ext cx="6732000" cy="504056"/>
          </a:xfrm>
        </p:spPr>
        <p:txBody>
          <a:bodyPr anchor="ctr" anchorCtr="0"/>
          <a:lstStyle>
            <a:lvl1pPr marL="0" marR="0" indent="0" algn="l" defTabSz="914349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/>
            </a:lvl1pPr>
          </a:lstStyle>
          <a:p>
            <a:pPr lvl="0"/>
            <a:r>
              <a:rPr lang="en-AU" noProof="0" dirty="0"/>
              <a:t>Governing thought</a:t>
            </a:r>
          </a:p>
        </p:txBody>
      </p:sp>
    </p:spTree>
    <p:extLst>
      <p:ext uri="{BB962C8B-B14F-4D97-AF65-F5344CB8AC3E}">
        <p14:creationId xmlns:p14="http://schemas.microsoft.com/office/powerpoint/2010/main" val="637563083"/>
      </p:ext>
    </p:extLst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 panel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03492646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282" name="think-cell Slide" r:id="rId5" imgW="270" imgH="270" progId="TCLayout.ActiveDocument.1">
                  <p:embed/>
                </p:oleObj>
              </mc:Choice>
              <mc:Fallback>
                <p:oleObj name="think-cell Slide" r:id="rId5" imgW="270" imgH="270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AU" sz="2800" b="0" i="0" baseline="0" dirty="0">
              <a:latin typeface="Segoe UI Semibold"/>
              <a:ea typeface="+mj-ea"/>
              <a:cs typeface="+mj-cs"/>
              <a:sym typeface="Segoe UI Semibold"/>
            </a:endParaRPr>
          </a:p>
        </p:txBody>
      </p:sp>
      <p:pic>
        <p:nvPicPr>
          <p:cNvPr id="4" name="Picture 3"/>
          <p:cNvPicPr>
            <a:picLocks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5339" cy="109703"/>
          </a:xfrm>
          <a:prstGeom prst="rect">
            <a:avLst/>
          </a:prstGeom>
        </p:spPr>
      </p:pic>
      <p:sp>
        <p:nvSpPr>
          <p:cNvPr id="6" name="Rectangle 5"/>
          <p:cNvSpPr/>
          <p:nvPr userDrawn="1"/>
        </p:nvSpPr>
        <p:spPr>
          <a:xfrm>
            <a:off x="-3376" y="108000"/>
            <a:ext cx="3270094" cy="674829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AU" noProof="0"/>
          </a:p>
        </p:txBody>
      </p:sp>
      <p:sp>
        <p:nvSpPr>
          <p:cNvPr id="7" name="Content Placeholder 5"/>
          <p:cNvSpPr>
            <a:spLocks noGrp="1"/>
          </p:cNvSpPr>
          <p:nvPr>
            <p:ph sz="quarter" idx="14"/>
          </p:nvPr>
        </p:nvSpPr>
        <p:spPr>
          <a:xfrm>
            <a:off x="3636000" y="1412776"/>
            <a:ext cx="5760000" cy="4536504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8" name="Text Placeholder 8"/>
          <p:cNvSpPr>
            <a:spLocks noGrp="1"/>
          </p:cNvSpPr>
          <p:nvPr>
            <p:ph type="body" sz="quarter" idx="31"/>
          </p:nvPr>
        </p:nvSpPr>
        <p:spPr>
          <a:xfrm>
            <a:off x="396000" y="548680"/>
            <a:ext cx="2448271" cy="5688632"/>
          </a:xfrm>
        </p:spPr>
        <p:txBody>
          <a:bodyPr anchor="ctr"/>
          <a:lstStyle>
            <a:lvl1pPr>
              <a:defRPr sz="160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>
              <a:buClr>
                <a:schemeClr val="bg1"/>
              </a:buClr>
              <a:defRPr sz="160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2pPr>
            <a:lvl3pPr>
              <a:buClr>
                <a:schemeClr val="bg1"/>
              </a:buClr>
              <a:defRPr sz="160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3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9" name="Text Placeholder 2"/>
          <p:cNvSpPr>
            <a:spLocks noGrp="1"/>
          </p:cNvSpPr>
          <p:nvPr>
            <p:ph type="body" sz="quarter" idx="32" hasCustomPrompt="1"/>
          </p:nvPr>
        </p:nvSpPr>
        <p:spPr>
          <a:xfrm>
            <a:off x="3636000" y="6021288"/>
            <a:ext cx="5760765" cy="287214"/>
          </a:xfrm>
        </p:spPr>
        <p:txBody>
          <a:bodyPr anchor="ctr"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 lvl="0"/>
            <a:r>
              <a:rPr lang="en-AU" noProof="0" dirty="0"/>
              <a:t>Source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8841432" y="6392361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E8856DA-B77A-4A94-8E84-45BF77D9376B}" type="slidenum">
              <a:rPr lang="en-AU" sz="1200" noProof="0" smtClean="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AU" sz="1200" noProof="0" dirty="0">
              <a:solidFill>
                <a:schemeClr val="accent3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2401715"/>
      </p:ext>
    </p:extLst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ide panel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62110470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306" name="think-cell Slide" r:id="rId5" imgW="270" imgH="270" progId="TCLayout.ActiveDocument.1">
                  <p:embed/>
                </p:oleObj>
              </mc:Choice>
              <mc:Fallback>
                <p:oleObj name="think-cell Slide" r:id="rId5" imgW="270" imgH="270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AU" sz="2800" b="0" i="0" baseline="0" dirty="0">
              <a:latin typeface="Segoe UI Semibold"/>
              <a:ea typeface="+mj-ea"/>
              <a:cs typeface="+mj-cs"/>
              <a:sym typeface="Segoe UI Semibold"/>
            </a:endParaRPr>
          </a:p>
        </p:txBody>
      </p:sp>
      <p:pic>
        <p:nvPicPr>
          <p:cNvPr id="4" name="Picture 3"/>
          <p:cNvPicPr>
            <a:picLocks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5339" cy="109703"/>
          </a:xfrm>
          <a:prstGeom prst="rect">
            <a:avLst/>
          </a:prstGeom>
        </p:spPr>
      </p:pic>
      <p:sp>
        <p:nvSpPr>
          <p:cNvPr id="6" name="Rectangle 5"/>
          <p:cNvSpPr/>
          <p:nvPr userDrawn="1"/>
        </p:nvSpPr>
        <p:spPr>
          <a:xfrm>
            <a:off x="-3376" y="108000"/>
            <a:ext cx="3270094" cy="674829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AU" noProof="0"/>
          </a:p>
        </p:txBody>
      </p:sp>
      <p:sp>
        <p:nvSpPr>
          <p:cNvPr id="9" name="Text Placeholder 3"/>
          <p:cNvSpPr>
            <a:spLocks noGrp="1"/>
          </p:cNvSpPr>
          <p:nvPr>
            <p:ph type="body" sz="quarter" idx="15" hasCustomPrompt="1"/>
          </p:nvPr>
        </p:nvSpPr>
        <p:spPr>
          <a:xfrm>
            <a:off x="432000" y="1600610"/>
            <a:ext cx="2376264" cy="3700598"/>
          </a:xfrm>
        </p:spPr>
        <p:txBody>
          <a:bodyPr anchor="ctr"/>
          <a:lstStyle>
            <a:lvl1pPr algn="ctr">
              <a:defRPr sz="1800" i="0">
                <a:solidFill>
                  <a:schemeClr val="bg1"/>
                </a:solidFill>
                <a:latin typeface="Segoe UI Semilight" panose="020B0402040204020203" pitchFamily="34" charset="0"/>
                <a:ea typeface="Segoe UI" panose="020B0502040204020203" pitchFamily="34" charset="0"/>
                <a:cs typeface="Segoe UI Semilight" panose="020B0402040204020203" pitchFamily="34" charset="0"/>
              </a:defRPr>
            </a:lvl1pPr>
            <a:lvl2pPr>
              <a:defRPr>
                <a:solidFill>
                  <a:schemeClr val="bg1"/>
                </a:solidFill>
                <a:latin typeface="Segoe UI Semibold" panose="020B0702040204020203" pitchFamily="34" charset="0"/>
              </a:defRPr>
            </a:lvl2pPr>
            <a:lvl3pPr>
              <a:defRPr>
                <a:solidFill>
                  <a:schemeClr val="bg1"/>
                </a:solidFill>
                <a:latin typeface="Segoe UI Semibold" panose="020B0702040204020203" pitchFamily="34" charset="0"/>
              </a:defRPr>
            </a:lvl3pPr>
            <a:lvl4pPr>
              <a:defRPr>
                <a:solidFill>
                  <a:schemeClr val="bg1"/>
                </a:solidFill>
                <a:latin typeface="Segoe UI Semibold" panose="020B0702040204020203" pitchFamily="34" charset="0"/>
              </a:defRPr>
            </a:lvl4pPr>
            <a:lvl5pPr>
              <a:defRPr>
                <a:solidFill>
                  <a:schemeClr val="bg1"/>
                </a:solidFill>
                <a:latin typeface="Segoe UI Semibold" panose="020B0702040204020203" pitchFamily="34" charset="0"/>
              </a:defRPr>
            </a:lvl5pPr>
          </a:lstStyle>
          <a:p>
            <a:pPr lvl="0"/>
            <a:r>
              <a:rPr lang="en-AU" noProof="0" dirty="0"/>
              <a:t>Pull Quote</a:t>
            </a:r>
          </a:p>
        </p:txBody>
      </p:sp>
      <p:sp>
        <p:nvSpPr>
          <p:cNvPr id="10" name="Freeform 9"/>
          <p:cNvSpPr>
            <a:spLocks noChangeAspect="1" noEditPoints="1"/>
          </p:cNvSpPr>
          <p:nvPr userDrawn="1"/>
        </p:nvSpPr>
        <p:spPr bwMode="auto">
          <a:xfrm>
            <a:off x="443539" y="980728"/>
            <a:ext cx="422362" cy="339258"/>
          </a:xfrm>
          <a:custGeom>
            <a:avLst/>
            <a:gdLst>
              <a:gd name="T0" fmla="*/ 170 w 285"/>
              <a:gd name="T1" fmla="*/ 229 h 229"/>
              <a:gd name="T2" fmla="*/ 163 w 285"/>
              <a:gd name="T3" fmla="*/ 183 h 229"/>
              <a:gd name="T4" fmla="*/ 165 w 285"/>
              <a:gd name="T5" fmla="*/ 99 h 229"/>
              <a:gd name="T6" fmla="*/ 186 w 285"/>
              <a:gd name="T7" fmla="*/ 29 h 229"/>
              <a:gd name="T8" fmla="*/ 251 w 285"/>
              <a:gd name="T9" fmla="*/ 0 h 229"/>
              <a:gd name="T10" fmla="*/ 284 w 285"/>
              <a:gd name="T11" fmla="*/ 57 h 229"/>
              <a:gd name="T12" fmla="*/ 278 w 285"/>
              <a:gd name="T13" fmla="*/ 66 h 229"/>
              <a:gd name="T14" fmla="*/ 231 w 285"/>
              <a:gd name="T15" fmla="*/ 108 h 229"/>
              <a:gd name="T16" fmla="*/ 284 w 285"/>
              <a:gd name="T17" fmla="*/ 114 h 229"/>
              <a:gd name="T18" fmla="*/ 278 w 285"/>
              <a:gd name="T19" fmla="*/ 229 h 229"/>
              <a:gd name="T20" fmla="*/ 272 w 285"/>
              <a:gd name="T21" fmla="*/ 217 h 229"/>
              <a:gd name="T22" fmla="*/ 224 w 285"/>
              <a:gd name="T23" fmla="*/ 120 h 229"/>
              <a:gd name="T24" fmla="*/ 233 w 285"/>
              <a:gd name="T25" fmla="*/ 68 h 229"/>
              <a:gd name="T26" fmla="*/ 248 w 285"/>
              <a:gd name="T27" fmla="*/ 12 h 229"/>
              <a:gd name="T28" fmla="*/ 196 w 285"/>
              <a:gd name="T29" fmla="*/ 36 h 229"/>
              <a:gd name="T30" fmla="*/ 176 w 285"/>
              <a:gd name="T31" fmla="*/ 100 h 229"/>
              <a:gd name="T32" fmla="*/ 175 w 285"/>
              <a:gd name="T33" fmla="*/ 182 h 229"/>
              <a:gd name="T34" fmla="*/ 116 w 285"/>
              <a:gd name="T35" fmla="*/ 229 h 229"/>
              <a:gd name="T36" fmla="*/ 1 w 285"/>
              <a:gd name="T37" fmla="*/ 223 h 229"/>
              <a:gd name="T38" fmla="*/ 0 w 285"/>
              <a:gd name="T39" fmla="*/ 143 h 229"/>
              <a:gd name="T40" fmla="*/ 9 w 285"/>
              <a:gd name="T41" fmla="*/ 61 h 229"/>
              <a:gd name="T42" fmla="*/ 50 w 285"/>
              <a:gd name="T43" fmla="*/ 8 h 229"/>
              <a:gd name="T44" fmla="*/ 94 w 285"/>
              <a:gd name="T45" fmla="*/ 3 h 229"/>
              <a:gd name="T46" fmla="*/ 121 w 285"/>
              <a:gd name="T47" fmla="*/ 63 h 229"/>
              <a:gd name="T48" fmla="*/ 78 w 285"/>
              <a:gd name="T49" fmla="*/ 77 h 229"/>
              <a:gd name="T50" fmla="*/ 116 w 285"/>
              <a:gd name="T51" fmla="*/ 108 h 229"/>
              <a:gd name="T52" fmla="*/ 122 w 285"/>
              <a:gd name="T53" fmla="*/ 223 h 229"/>
              <a:gd name="T54" fmla="*/ 13 w 285"/>
              <a:gd name="T55" fmla="*/ 217 h 229"/>
              <a:gd name="T56" fmla="*/ 110 w 285"/>
              <a:gd name="T57" fmla="*/ 120 h 229"/>
              <a:gd name="T58" fmla="*/ 55 w 285"/>
              <a:gd name="T59" fmla="*/ 114 h 229"/>
              <a:gd name="T60" fmla="*/ 106 w 285"/>
              <a:gd name="T61" fmla="*/ 54 h 229"/>
              <a:gd name="T62" fmla="*/ 55 w 285"/>
              <a:gd name="T63" fmla="*/ 18 h 229"/>
              <a:gd name="T64" fmla="*/ 20 w 285"/>
              <a:gd name="T65" fmla="*/ 64 h 229"/>
              <a:gd name="T66" fmla="*/ 12 w 285"/>
              <a:gd name="T67" fmla="*/ 143 h 229"/>
              <a:gd name="T68" fmla="*/ 13 w 285"/>
              <a:gd name="T69" fmla="*/ 217 h 22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285" h="229">
                <a:moveTo>
                  <a:pt x="278" y="229"/>
                </a:moveTo>
                <a:cubicBezTo>
                  <a:pt x="170" y="229"/>
                  <a:pt x="170" y="229"/>
                  <a:pt x="170" y="229"/>
                </a:cubicBezTo>
                <a:cubicBezTo>
                  <a:pt x="167" y="229"/>
                  <a:pt x="164" y="226"/>
                  <a:pt x="164" y="223"/>
                </a:cubicBezTo>
                <a:cubicBezTo>
                  <a:pt x="164" y="214"/>
                  <a:pt x="164" y="201"/>
                  <a:pt x="163" y="183"/>
                </a:cubicBezTo>
                <a:cubicBezTo>
                  <a:pt x="163" y="143"/>
                  <a:pt x="163" y="143"/>
                  <a:pt x="163" y="143"/>
                </a:cubicBezTo>
                <a:cubicBezTo>
                  <a:pt x="163" y="126"/>
                  <a:pt x="163" y="112"/>
                  <a:pt x="165" y="99"/>
                </a:cubicBezTo>
                <a:cubicBezTo>
                  <a:pt x="165" y="88"/>
                  <a:pt x="167" y="77"/>
                  <a:pt x="171" y="62"/>
                </a:cubicBezTo>
                <a:cubicBezTo>
                  <a:pt x="174" y="49"/>
                  <a:pt x="179" y="38"/>
                  <a:pt x="186" y="29"/>
                </a:cubicBezTo>
                <a:cubicBezTo>
                  <a:pt x="192" y="20"/>
                  <a:pt x="201" y="13"/>
                  <a:pt x="213" y="8"/>
                </a:cubicBezTo>
                <a:cubicBezTo>
                  <a:pt x="224" y="3"/>
                  <a:pt x="237" y="0"/>
                  <a:pt x="251" y="0"/>
                </a:cubicBezTo>
                <a:cubicBezTo>
                  <a:pt x="254" y="0"/>
                  <a:pt x="256" y="1"/>
                  <a:pt x="257" y="3"/>
                </a:cubicBezTo>
                <a:cubicBezTo>
                  <a:pt x="284" y="57"/>
                  <a:pt x="284" y="57"/>
                  <a:pt x="284" y="57"/>
                </a:cubicBezTo>
                <a:cubicBezTo>
                  <a:pt x="285" y="59"/>
                  <a:pt x="285" y="61"/>
                  <a:pt x="283" y="63"/>
                </a:cubicBezTo>
                <a:cubicBezTo>
                  <a:pt x="282" y="65"/>
                  <a:pt x="280" y="66"/>
                  <a:pt x="278" y="66"/>
                </a:cubicBezTo>
                <a:cubicBezTo>
                  <a:pt x="261" y="66"/>
                  <a:pt x="249" y="70"/>
                  <a:pt x="241" y="77"/>
                </a:cubicBezTo>
                <a:cubicBezTo>
                  <a:pt x="235" y="83"/>
                  <a:pt x="231" y="94"/>
                  <a:pt x="231" y="108"/>
                </a:cubicBezTo>
                <a:cubicBezTo>
                  <a:pt x="278" y="108"/>
                  <a:pt x="278" y="108"/>
                  <a:pt x="278" y="108"/>
                </a:cubicBezTo>
                <a:cubicBezTo>
                  <a:pt x="282" y="108"/>
                  <a:pt x="284" y="111"/>
                  <a:pt x="284" y="114"/>
                </a:cubicBezTo>
                <a:cubicBezTo>
                  <a:pt x="284" y="223"/>
                  <a:pt x="284" y="223"/>
                  <a:pt x="284" y="223"/>
                </a:cubicBezTo>
                <a:cubicBezTo>
                  <a:pt x="284" y="226"/>
                  <a:pt x="282" y="229"/>
                  <a:pt x="278" y="229"/>
                </a:cubicBezTo>
                <a:close/>
                <a:moveTo>
                  <a:pt x="176" y="217"/>
                </a:moveTo>
                <a:cubicBezTo>
                  <a:pt x="272" y="217"/>
                  <a:pt x="272" y="217"/>
                  <a:pt x="272" y="217"/>
                </a:cubicBezTo>
                <a:cubicBezTo>
                  <a:pt x="272" y="120"/>
                  <a:pt x="272" y="120"/>
                  <a:pt x="272" y="120"/>
                </a:cubicBezTo>
                <a:cubicBezTo>
                  <a:pt x="224" y="120"/>
                  <a:pt x="224" y="120"/>
                  <a:pt x="224" y="120"/>
                </a:cubicBezTo>
                <a:cubicBezTo>
                  <a:pt x="221" y="120"/>
                  <a:pt x="218" y="118"/>
                  <a:pt x="218" y="114"/>
                </a:cubicBezTo>
                <a:cubicBezTo>
                  <a:pt x="218" y="94"/>
                  <a:pt x="223" y="78"/>
                  <a:pt x="233" y="68"/>
                </a:cubicBezTo>
                <a:cubicBezTo>
                  <a:pt x="241" y="60"/>
                  <a:pt x="253" y="56"/>
                  <a:pt x="269" y="54"/>
                </a:cubicBezTo>
                <a:cubicBezTo>
                  <a:pt x="248" y="12"/>
                  <a:pt x="248" y="12"/>
                  <a:pt x="248" y="12"/>
                </a:cubicBezTo>
                <a:cubicBezTo>
                  <a:pt x="236" y="12"/>
                  <a:pt x="226" y="15"/>
                  <a:pt x="218" y="18"/>
                </a:cubicBezTo>
                <a:cubicBezTo>
                  <a:pt x="208" y="23"/>
                  <a:pt x="201" y="29"/>
                  <a:pt x="196" y="36"/>
                </a:cubicBezTo>
                <a:cubicBezTo>
                  <a:pt x="190" y="44"/>
                  <a:pt x="185" y="54"/>
                  <a:pt x="183" y="64"/>
                </a:cubicBezTo>
                <a:cubicBezTo>
                  <a:pt x="179" y="79"/>
                  <a:pt x="177" y="90"/>
                  <a:pt x="176" y="100"/>
                </a:cubicBezTo>
                <a:cubicBezTo>
                  <a:pt x="175" y="112"/>
                  <a:pt x="175" y="126"/>
                  <a:pt x="175" y="143"/>
                </a:cubicBezTo>
                <a:cubicBezTo>
                  <a:pt x="175" y="182"/>
                  <a:pt x="175" y="182"/>
                  <a:pt x="175" y="182"/>
                </a:cubicBezTo>
                <a:cubicBezTo>
                  <a:pt x="176" y="197"/>
                  <a:pt x="176" y="208"/>
                  <a:pt x="176" y="217"/>
                </a:cubicBezTo>
                <a:close/>
                <a:moveTo>
                  <a:pt x="116" y="229"/>
                </a:moveTo>
                <a:cubicBezTo>
                  <a:pt x="7" y="229"/>
                  <a:pt x="7" y="229"/>
                  <a:pt x="7" y="229"/>
                </a:cubicBezTo>
                <a:cubicBezTo>
                  <a:pt x="4" y="229"/>
                  <a:pt x="1" y="226"/>
                  <a:pt x="1" y="223"/>
                </a:cubicBezTo>
                <a:cubicBezTo>
                  <a:pt x="1" y="214"/>
                  <a:pt x="1" y="201"/>
                  <a:pt x="1" y="183"/>
                </a:cubicBezTo>
                <a:cubicBezTo>
                  <a:pt x="0" y="165"/>
                  <a:pt x="0" y="151"/>
                  <a:pt x="0" y="143"/>
                </a:cubicBezTo>
                <a:cubicBezTo>
                  <a:pt x="0" y="126"/>
                  <a:pt x="1" y="112"/>
                  <a:pt x="1" y="99"/>
                </a:cubicBezTo>
                <a:cubicBezTo>
                  <a:pt x="3" y="84"/>
                  <a:pt x="5" y="72"/>
                  <a:pt x="9" y="61"/>
                </a:cubicBezTo>
                <a:cubicBezTo>
                  <a:pt x="12" y="48"/>
                  <a:pt x="17" y="37"/>
                  <a:pt x="23" y="29"/>
                </a:cubicBezTo>
                <a:cubicBezTo>
                  <a:pt x="31" y="20"/>
                  <a:pt x="39" y="13"/>
                  <a:pt x="50" y="8"/>
                </a:cubicBezTo>
                <a:cubicBezTo>
                  <a:pt x="61" y="2"/>
                  <a:pt x="75" y="0"/>
                  <a:pt x="89" y="0"/>
                </a:cubicBezTo>
                <a:cubicBezTo>
                  <a:pt x="91" y="0"/>
                  <a:pt x="93" y="1"/>
                  <a:pt x="94" y="3"/>
                </a:cubicBezTo>
                <a:cubicBezTo>
                  <a:pt x="121" y="57"/>
                  <a:pt x="121" y="57"/>
                  <a:pt x="121" y="57"/>
                </a:cubicBezTo>
                <a:cubicBezTo>
                  <a:pt x="122" y="59"/>
                  <a:pt x="122" y="61"/>
                  <a:pt x="121" y="63"/>
                </a:cubicBezTo>
                <a:cubicBezTo>
                  <a:pt x="120" y="65"/>
                  <a:pt x="118" y="66"/>
                  <a:pt x="116" y="66"/>
                </a:cubicBezTo>
                <a:cubicBezTo>
                  <a:pt x="99" y="66"/>
                  <a:pt x="86" y="70"/>
                  <a:pt x="78" y="77"/>
                </a:cubicBezTo>
                <a:cubicBezTo>
                  <a:pt x="72" y="83"/>
                  <a:pt x="68" y="94"/>
                  <a:pt x="68" y="108"/>
                </a:cubicBezTo>
                <a:cubicBezTo>
                  <a:pt x="116" y="108"/>
                  <a:pt x="116" y="108"/>
                  <a:pt x="116" y="108"/>
                </a:cubicBezTo>
                <a:cubicBezTo>
                  <a:pt x="119" y="108"/>
                  <a:pt x="122" y="111"/>
                  <a:pt x="122" y="114"/>
                </a:cubicBezTo>
                <a:cubicBezTo>
                  <a:pt x="122" y="223"/>
                  <a:pt x="122" y="223"/>
                  <a:pt x="122" y="223"/>
                </a:cubicBezTo>
                <a:cubicBezTo>
                  <a:pt x="122" y="226"/>
                  <a:pt x="119" y="229"/>
                  <a:pt x="116" y="229"/>
                </a:cubicBezTo>
                <a:close/>
                <a:moveTo>
                  <a:pt x="13" y="217"/>
                </a:moveTo>
                <a:cubicBezTo>
                  <a:pt x="110" y="217"/>
                  <a:pt x="110" y="217"/>
                  <a:pt x="110" y="217"/>
                </a:cubicBezTo>
                <a:cubicBezTo>
                  <a:pt x="110" y="120"/>
                  <a:pt x="110" y="120"/>
                  <a:pt x="110" y="120"/>
                </a:cubicBezTo>
                <a:cubicBezTo>
                  <a:pt x="61" y="120"/>
                  <a:pt x="61" y="120"/>
                  <a:pt x="61" y="120"/>
                </a:cubicBezTo>
                <a:cubicBezTo>
                  <a:pt x="58" y="120"/>
                  <a:pt x="55" y="118"/>
                  <a:pt x="55" y="114"/>
                </a:cubicBezTo>
                <a:cubicBezTo>
                  <a:pt x="55" y="94"/>
                  <a:pt x="60" y="78"/>
                  <a:pt x="70" y="68"/>
                </a:cubicBezTo>
                <a:cubicBezTo>
                  <a:pt x="78" y="60"/>
                  <a:pt x="90" y="56"/>
                  <a:pt x="106" y="54"/>
                </a:cubicBezTo>
                <a:cubicBezTo>
                  <a:pt x="85" y="12"/>
                  <a:pt x="85" y="12"/>
                  <a:pt x="85" y="12"/>
                </a:cubicBezTo>
                <a:cubicBezTo>
                  <a:pt x="74" y="12"/>
                  <a:pt x="64" y="15"/>
                  <a:pt x="55" y="18"/>
                </a:cubicBezTo>
                <a:cubicBezTo>
                  <a:pt x="46" y="23"/>
                  <a:pt x="39" y="28"/>
                  <a:pt x="33" y="36"/>
                </a:cubicBezTo>
                <a:cubicBezTo>
                  <a:pt x="28" y="43"/>
                  <a:pt x="23" y="52"/>
                  <a:pt x="20" y="64"/>
                </a:cubicBezTo>
                <a:cubicBezTo>
                  <a:pt x="17" y="75"/>
                  <a:pt x="15" y="86"/>
                  <a:pt x="13" y="100"/>
                </a:cubicBezTo>
                <a:cubicBezTo>
                  <a:pt x="13" y="113"/>
                  <a:pt x="12" y="126"/>
                  <a:pt x="12" y="143"/>
                </a:cubicBezTo>
                <a:cubicBezTo>
                  <a:pt x="12" y="151"/>
                  <a:pt x="12" y="164"/>
                  <a:pt x="13" y="182"/>
                </a:cubicBezTo>
                <a:cubicBezTo>
                  <a:pt x="13" y="197"/>
                  <a:pt x="13" y="208"/>
                  <a:pt x="13" y="217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50000">
                <a:schemeClr val="accent2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/>
            <a:endParaRPr lang="en-AU" noProof="0"/>
          </a:p>
        </p:txBody>
      </p:sp>
      <p:sp>
        <p:nvSpPr>
          <p:cNvPr id="11" name="Freeform 10"/>
          <p:cNvSpPr>
            <a:spLocks noChangeAspect="1" noEditPoints="1"/>
          </p:cNvSpPr>
          <p:nvPr userDrawn="1"/>
        </p:nvSpPr>
        <p:spPr bwMode="auto">
          <a:xfrm rot="10800000">
            <a:off x="2397441" y="5589240"/>
            <a:ext cx="422362" cy="339258"/>
          </a:xfrm>
          <a:custGeom>
            <a:avLst/>
            <a:gdLst>
              <a:gd name="T0" fmla="*/ 170 w 285"/>
              <a:gd name="T1" fmla="*/ 229 h 229"/>
              <a:gd name="T2" fmla="*/ 163 w 285"/>
              <a:gd name="T3" fmla="*/ 183 h 229"/>
              <a:gd name="T4" fmla="*/ 165 w 285"/>
              <a:gd name="T5" fmla="*/ 99 h 229"/>
              <a:gd name="T6" fmla="*/ 186 w 285"/>
              <a:gd name="T7" fmla="*/ 29 h 229"/>
              <a:gd name="T8" fmla="*/ 251 w 285"/>
              <a:gd name="T9" fmla="*/ 0 h 229"/>
              <a:gd name="T10" fmla="*/ 284 w 285"/>
              <a:gd name="T11" fmla="*/ 57 h 229"/>
              <a:gd name="T12" fmla="*/ 278 w 285"/>
              <a:gd name="T13" fmla="*/ 66 h 229"/>
              <a:gd name="T14" fmla="*/ 231 w 285"/>
              <a:gd name="T15" fmla="*/ 108 h 229"/>
              <a:gd name="T16" fmla="*/ 284 w 285"/>
              <a:gd name="T17" fmla="*/ 114 h 229"/>
              <a:gd name="T18" fmla="*/ 278 w 285"/>
              <a:gd name="T19" fmla="*/ 229 h 229"/>
              <a:gd name="T20" fmla="*/ 272 w 285"/>
              <a:gd name="T21" fmla="*/ 217 h 229"/>
              <a:gd name="T22" fmla="*/ 224 w 285"/>
              <a:gd name="T23" fmla="*/ 120 h 229"/>
              <a:gd name="T24" fmla="*/ 233 w 285"/>
              <a:gd name="T25" fmla="*/ 68 h 229"/>
              <a:gd name="T26" fmla="*/ 248 w 285"/>
              <a:gd name="T27" fmla="*/ 12 h 229"/>
              <a:gd name="T28" fmla="*/ 196 w 285"/>
              <a:gd name="T29" fmla="*/ 36 h 229"/>
              <a:gd name="T30" fmla="*/ 176 w 285"/>
              <a:gd name="T31" fmla="*/ 100 h 229"/>
              <a:gd name="T32" fmla="*/ 175 w 285"/>
              <a:gd name="T33" fmla="*/ 182 h 229"/>
              <a:gd name="T34" fmla="*/ 116 w 285"/>
              <a:gd name="T35" fmla="*/ 229 h 229"/>
              <a:gd name="T36" fmla="*/ 1 w 285"/>
              <a:gd name="T37" fmla="*/ 223 h 229"/>
              <a:gd name="T38" fmla="*/ 0 w 285"/>
              <a:gd name="T39" fmla="*/ 143 h 229"/>
              <a:gd name="T40" fmla="*/ 9 w 285"/>
              <a:gd name="T41" fmla="*/ 61 h 229"/>
              <a:gd name="T42" fmla="*/ 50 w 285"/>
              <a:gd name="T43" fmla="*/ 8 h 229"/>
              <a:gd name="T44" fmla="*/ 94 w 285"/>
              <a:gd name="T45" fmla="*/ 3 h 229"/>
              <a:gd name="T46" fmla="*/ 121 w 285"/>
              <a:gd name="T47" fmla="*/ 63 h 229"/>
              <a:gd name="T48" fmla="*/ 78 w 285"/>
              <a:gd name="T49" fmla="*/ 77 h 229"/>
              <a:gd name="T50" fmla="*/ 116 w 285"/>
              <a:gd name="T51" fmla="*/ 108 h 229"/>
              <a:gd name="T52" fmla="*/ 122 w 285"/>
              <a:gd name="T53" fmla="*/ 223 h 229"/>
              <a:gd name="T54" fmla="*/ 13 w 285"/>
              <a:gd name="T55" fmla="*/ 217 h 229"/>
              <a:gd name="T56" fmla="*/ 110 w 285"/>
              <a:gd name="T57" fmla="*/ 120 h 229"/>
              <a:gd name="T58" fmla="*/ 55 w 285"/>
              <a:gd name="T59" fmla="*/ 114 h 229"/>
              <a:gd name="T60" fmla="*/ 106 w 285"/>
              <a:gd name="T61" fmla="*/ 54 h 229"/>
              <a:gd name="T62" fmla="*/ 55 w 285"/>
              <a:gd name="T63" fmla="*/ 18 h 229"/>
              <a:gd name="T64" fmla="*/ 20 w 285"/>
              <a:gd name="T65" fmla="*/ 64 h 229"/>
              <a:gd name="T66" fmla="*/ 12 w 285"/>
              <a:gd name="T67" fmla="*/ 143 h 229"/>
              <a:gd name="T68" fmla="*/ 13 w 285"/>
              <a:gd name="T69" fmla="*/ 217 h 22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285" h="229">
                <a:moveTo>
                  <a:pt x="278" y="229"/>
                </a:moveTo>
                <a:cubicBezTo>
                  <a:pt x="170" y="229"/>
                  <a:pt x="170" y="229"/>
                  <a:pt x="170" y="229"/>
                </a:cubicBezTo>
                <a:cubicBezTo>
                  <a:pt x="167" y="229"/>
                  <a:pt x="164" y="226"/>
                  <a:pt x="164" y="223"/>
                </a:cubicBezTo>
                <a:cubicBezTo>
                  <a:pt x="164" y="214"/>
                  <a:pt x="164" y="201"/>
                  <a:pt x="163" y="183"/>
                </a:cubicBezTo>
                <a:cubicBezTo>
                  <a:pt x="163" y="143"/>
                  <a:pt x="163" y="143"/>
                  <a:pt x="163" y="143"/>
                </a:cubicBezTo>
                <a:cubicBezTo>
                  <a:pt x="163" y="126"/>
                  <a:pt x="163" y="112"/>
                  <a:pt x="165" y="99"/>
                </a:cubicBezTo>
                <a:cubicBezTo>
                  <a:pt x="165" y="88"/>
                  <a:pt x="167" y="77"/>
                  <a:pt x="171" y="62"/>
                </a:cubicBezTo>
                <a:cubicBezTo>
                  <a:pt x="174" y="49"/>
                  <a:pt x="179" y="38"/>
                  <a:pt x="186" y="29"/>
                </a:cubicBezTo>
                <a:cubicBezTo>
                  <a:pt x="192" y="20"/>
                  <a:pt x="201" y="13"/>
                  <a:pt x="213" y="8"/>
                </a:cubicBezTo>
                <a:cubicBezTo>
                  <a:pt x="224" y="3"/>
                  <a:pt x="237" y="0"/>
                  <a:pt x="251" y="0"/>
                </a:cubicBezTo>
                <a:cubicBezTo>
                  <a:pt x="254" y="0"/>
                  <a:pt x="256" y="1"/>
                  <a:pt x="257" y="3"/>
                </a:cubicBezTo>
                <a:cubicBezTo>
                  <a:pt x="284" y="57"/>
                  <a:pt x="284" y="57"/>
                  <a:pt x="284" y="57"/>
                </a:cubicBezTo>
                <a:cubicBezTo>
                  <a:pt x="285" y="59"/>
                  <a:pt x="285" y="61"/>
                  <a:pt x="283" y="63"/>
                </a:cubicBezTo>
                <a:cubicBezTo>
                  <a:pt x="282" y="65"/>
                  <a:pt x="280" y="66"/>
                  <a:pt x="278" y="66"/>
                </a:cubicBezTo>
                <a:cubicBezTo>
                  <a:pt x="261" y="66"/>
                  <a:pt x="249" y="70"/>
                  <a:pt x="241" y="77"/>
                </a:cubicBezTo>
                <a:cubicBezTo>
                  <a:pt x="235" y="83"/>
                  <a:pt x="231" y="94"/>
                  <a:pt x="231" y="108"/>
                </a:cubicBezTo>
                <a:cubicBezTo>
                  <a:pt x="278" y="108"/>
                  <a:pt x="278" y="108"/>
                  <a:pt x="278" y="108"/>
                </a:cubicBezTo>
                <a:cubicBezTo>
                  <a:pt x="282" y="108"/>
                  <a:pt x="284" y="111"/>
                  <a:pt x="284" y="114"/>
                </a:cubicBezTo>
                <a:cubicBezTo>
                  <a:pt x="284" y="223"/>
                  <a:pt x="284" y="223"/>
                  <a:pt x="284" y="223"/>
                </a:cubicBezTo>
                <a:cubicBezTo>
                  <a:pt x="284" y="226"/>
                  <a:pt x="282" y="229"/>
                  <a:pt x="278" y="229"/>
                </a:cubicBezTo>
                <a:close/>
                <a:moveTo>
                  <a:pt x="176" y="217"/>
                </a:moveTo>
                <a:cubicBezTo>
                  <a:pt x="272" y="217"/>
                  <a:pt x="272" y="217"/>
                  <a:pt x="272" y="217"/>
                </a:cubicBezTo>
                <a:cubicBezTo>
                  <a:pt x="272" y="120"/>
                  <a:pt x="272" y="120"/>
                  <a:pt x="272" y="120"/>
                </a:cubicBezTo>
                <a:cubicBezTo>
                  <a:pt x="224" y="120"/>
                  <a:pt x="224" y="120"/>
                  <a:pt x="224" y="120"/>
                </a:cubicBezTo>
                <a:cubicBezTo>
                  <a:pt x="221" y="120"/>
                  <a:pt x="218" y="118"/>
                  <a:pt x="218" y="114"/>
                </a:cubicBezTo>
                <a:cubicBezTo>
                  <a:pt x="218" y="94"/>
                  <a:pt x="223" y="78"/>
                  <a:pt x="233" y="68"/>
                </a:cubicBezTo>
                <a:cubicBezTo>
                  <a:pt x="241" y="60"/>
                  <a:pt x="253" y="56"/>
                  <a:pt x="269" y="54"/>
                </a:cubicBezTo>
                <a:cubicBezTo>
                  <a:pt x="248" y="12"/>
                  <a:pt x="248" y="12"/>
                  <a:pt x="248" y="12"/>
                </a:cubicBezTo>
                <a:cubicBezTo>
                  <a:pt x="236" y="12"/>
                  <a:pt x="226" y="15"/>
                  <a:pt x="218" y="18"/>
                </a:cubicBezTo>
                <a:cubicBezTo>
                  <a:pt x="208" y="23"/>
                  <a:pt x="201" y="29"/>
                  <a:pt x="196" y="36"/>
                </a:cubicBezTo>
                <a:cubicBezTo>
                  <a:pt x="190" y="44"/>
                  <a:pt x="185" y="54"/>
                  <a:pt x="183" y="64"/>
                </a:cubicBezTo>
                <a:cubicBezTo>
                  <a:pt x="179" y="79"/>
                  <a:pt x="177" y="90"/>
                  <a:pt x="176" y="100"/>
                </a:cubicBezTo>
                <a:cubicBezTo>
                  <a:pt x="175" y="112"/>
                  <a:pt x="175" y="126"/>
                  <a:pt x="175" y="143"/>
                </a:cubicBezTo>
                <a:cubicBezTo>
                  <a:pt x="175" y="182"/>
                  <a:pt x="175" y="182"/>
                  <a:pt x="175" y="182"/>
                </a:cubicBezTo>
                <a:cubicBezTo>
                  <a:pt x="176" y="197"/>
                  <a:pt x="176" y="208"/>
                  <a:pt x="176" y="217"/>
                </a:cubicBezTo>
                <a:close/>
                <a:moveTo>
                  <a:pt x="116" y="229"/>
                </a:moveTo>
                <a:cubicBezTo>
                  <a:pt x="7" y="229"/>
                  <a:pt x="7" y="229"/>
                  <a:pt x="7" y="229"/>
                </a:cubicBezTo>
                <a:cubicBezTo>
                  <a:pt x="4" y="229"/>
                  <a:pt x="1" y="226"/>
                  <a:pt x="1" y="223"/>
                </a:cubicBezTo>
                <a:cubicBezTo>
                  <a:pt x="1" y="214"/>
                  <a:pt x="1" y="201"/>
                  <a:pt x="1" y="183"/>
                </a:cubicBezTo>
                <a:cubicBezTo>
                  <a:pt x="0" y="165"/>
                  <a:pt x="0" y="151"/>
                  <a:pt x="0" y="143"/>
                </a:cubicBezTo>
                <a:cubicBezTo>
                  <a:pt x="0" y="126"/>
                  <a:pt x="1" y="112"/>
                  <a:pt x="1" y="99"/>
                </a:cubicBezTo>
                <a:cubicBezTo>
                  <a:pt x="3" y="84"/>
                  <a:pt x="5" y="72"/>
                  <a:pt x="9" y="61"/>
                </a:cubicBezTo>
                <a:cubicBezTo>
                  <a:pt x="12" y="48"/>
                  <a:pt x="17" y="37"/>
                  <a:pt x="23" y="29"/>
                </a:cubicBezTo>
                <a:cubicBezTo>
                  <a:pt x="31" y="20"/>
                  <a:pt x="39" y="13"/>
                  <a:pt x="50" y="8"/>
                </a:cubicBezTo>
                <a:cubicBezTo>
                  <a:pt x="61" y="2"/>
                  <a:pt x="75" y="0"/>
                  <a:pt x="89" y="0"/>
                </a:cubicBezTo>
                <a:cubicBezTo>
                  <a:pt x="91" y="0"/>
                  <a:pt x="93" y="1"/>
                  <a:pt x="94" y="3"/>
                </a:cubicBezTo>
                <a:cubicBezTo>
                  <a:pt x="121" y="57"/>
                  <a:pt x="121" y="57"/>
                  <a:pt x="121" y="57"/>
                </a:cubicBezTo>
                <a:cubicBezTo>
                  <a:pt x="122" y="59"/>
                  <a:pt x="122" y="61"/>
                  <a:pt x="121" y="63"/>
                </a:cubicBezTo>
                <a:cubicBezTo>
                  <a:pt x="120" y="65"/>
                  <a:pt x="118" y="66"/>
                  <a:pt x="116" y="66"/>
                </a:cubicBezTo>
                <a:cubicBezTo>
                  <a:pt x="99" y="66"/>
                  <a:pt x="86" y="70"/>
                  <a:pt x="78" y="77"/>
                </a:cubicBezTo>
                <a:cubicBezTo>
                  <a:pt x="72" y="83"/>
                  <a:pt x="68" y="94"/>
                  <a:pt x="68" y="108"/>
                </a:cubicBezTo>
                <a:cubicBezTo>
                  <a:pt x="116" y="108"/>
                  <a:pt x="116" y="108"/>
                  <a:pt x="116" y="108"/>
                </a:cubicBezTo>
                <a:cubicBezTo>
                  <a:pt x="119" y="108"/>
                  <a:pt x="122" y="111"/>
                  <a:pt x="122" y="114"/>
                </a:cubicBezTo>
                <a:cubicBezTo>
                  <a:pt x="122" y="223"/>
                  <a:pt x="122" y="223"/>
                  <a:pt x="122" y="223"/>
                </a:cubicBezTo>
                <a:cubicBezTo>
                  <a:pt x="122" y="226"/>
                  <a:pt x="119" y="229"/>
                  <a:pt x="116" y="229"/>
                </a:cubicBezTo>
                <a:close/>
                <a:moveTo>
                  <a:pt x="13" y="217"/>
                </a:moveTo>
                <a:cubicBezTo>
                  <a:pt x="110" y="217"/>
                  <a:pt x="110" y="217"/>
                  <a:pt x="110" y="217"/>
                </a:cubicBezTo>
                <a:cubicBezTo>
                  <a:pt x="110" y="120"/>
                  <a:pt x="110" y="120"/>
                  <a:pt x="110" y="120"/>
                </a:cubicBezTo>
                <a:cubicBezTo>
                  <a:pt x="61" y="120"/>
                  <a:pt x="61" y="120"/>
                  <a:pt x="61" y="120"/>
                </a:cubicBezTo>
                <a:cubicBezTo>
                  <a:pt x="58" y="120"/>
                  <a:pt x="55" y="118"/>
                  <a:pt x="55" y="114"/>
                </a:cubicBezTo>
                <a:cubicBezTo>
                  <a:pt x="55" y="94"/>
                  <a:pt x="60" y="78"/>
                  <a:pt x="70" y="68"/>
                </a:cubicBezTo>
                <a:cubicBezTo>
                  <a:pt x="78" y="60"/>
                  <a:pt x="90" y="56"/>
                  <a:pt x="106" y="54"/>
                </a:cubicBezTo>
                <a:cubicBezTo>
                  <a:pt x="85" y="12"/>
                  <a:pt x="85" y="12"/>
                  <a:pt x="85" y="12"/>
                </a:cubicBezTo>
                <a:cubicBezTo>
                  <a:pt x="74" y="12"/>
                  <a:pt x="64" y="15"/>
                  <a:pt x="55" y="18"/>
                </a:cubicBezTo>
                <a:cubicBezTo>
                  <a:pt x="46" y="23"/>
                  <a:pt x="39" y="28"/>
                  <a:pt x="33" y="36"/>
                </a:cubicBezTo>
                <a:cubicBezTo>
                  <a:pt x="28" y="43"/>
                  <a:pt x="23" y="52"/>
                  <a:pt x="20" y="64"/>
                </a:cubicBezTo>
                <a:cubicBezTo>
                  <a:pt x="17" y="75"/>
                  <a:pt x="15" y="86"/>
                  <a:pt x="13" y="100"/>
                </a:cubicBezTo>
                <a:cubicBezTo>
                  <a:pt x="13" y="113"/>
                  <a:pt x="12" y="126"/>
                  <a:pt x="12" y="143"/>
                </a:cubicBezTo>
                <a:cubicBezTo>
                  <a:pt x="12" y="151"/>
                  <a:pt x="12" y="164"/>
                  <a:pt x="13" y="182"/>
                </a:cubicBezTo>
                <a:cubicBezTo>
                  <a:pt x="13" y="197"/>
                  <a:pt x="13" y="208"/>
                  <a:pt x="13" y="217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50000">
                <a:schemeClr val="accent2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/>
            <a:endParaRPr lang="en-AU" noProof="0"/>
          </a:p>
        </p:txBody>
      </p:sp>
      <p:sp>
        <p:nvSpPr>
          <p:cNvPr id="13" name="TextBox 12"/>
          <p:cNvSpPr txBox="1"/>
          <p:nvPr userDrawn="1"/>
        </p:nvSpPr>
        <p:spPr>
          <a:xfrm>
            <a:off x="8841432" y="6392361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E8856DA-B77A-4A94-8E84-45BF77D9376B}" type="slidenum">
              <a:rPr lang="en-AU" sz="1200" noProof="0" smtClean="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AU" sz="1200" noProof="0" dirty="0">
              <a:solidFill>
                <a:schemeClr val="accent3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9810F382-8A4C-462A-9276-BB30CEE50F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36000" y="504000"/>
            <a:ext cx="5760000" cy="504056"/>
          </a:xfrm>
        </p:spPr>
        <p:txBody>
          <a:bodyPr anchor="ctr" anchorCtr="0"/>
          <a:lstStyle>
            <a:lvl1pPr marL="0" marR="0" indent="0" algn="l" defTabSz="914349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/>
            </a:lvl1pPr>
          </a:lstStyle>
          <a:p>
            <a:pPr lvl="0"/>
            <a:r>
              <a:rPr lang="en-AU" noProof="0" dirty="0"/>
              <a:t>Governing thought</a:t>
            </a:r>
          </a:p>
        </p:txBody>
      </p:sp>
      <p:sp>
        <p:nvSpPr>
          <p:cNvPr id="15" name="Content Placeholder 5"/>
          <p:cNvSpPr>
            <a:spLocks noGrp="1"/>
          </p:cNvSpPr>
          <p:nvPr>
            <p:ph sz="quarter" idx="14"/>
          </p:nvPr>
        </p:nvSpPr>
        <p:spPr>
          <a:xfrm>
            <a:off x="3636000" y="1412776"/>
            <a:ext cx="5760000" cy="4536504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16" name="Text Placeholder 2"/>
          <p:cNvSpPr>
            <a:spLocks noGrp="1"/>
          </p:cNvSpPr>
          <p:nvPr>
            <p:ph type="body" sz="quarter" idx="32" hasCustomPrompt="1"/>
          </p:nvPr>
        </p:nvSpPr>
        <p:spPr>
          <a:xfrm>
            <a:off x="3636000" y="6021288"/>
            <a:ext cx="5760765" cy="287214"/>
          </a:xfrm>
        </p:spPr>
        <p:txBody>
          <a:bodyPr anchor="ctr"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 lvl="0"/>
            <a:r>
              <a:rPr lang="en-AU" noProof="0" dirty="0"/>
              <a:t>Source</a:t>
            </a:r>
          </a:p>
        </p:txBody>
      </p:sp>
    </p:spTree>
    <p:extLst>
      <p:ext uri="{BB962C8B-B14F-4D97-AF65-F5344CB8AC3E}">
        <p14:creationId xmlns:p14="http://schemas.microsoft.com/office/powerpoint/2010/main" val="2007041994"/>
      </p:ext>
    </p:extLst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ight side panel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39467112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330" name="think-cell Slide" r:id="rId5" imgW="270" imgH="270" progId="TCLayout.ActiveDocument.1">
                  <p:embed/>
                </p:oleObj>
              </mc:Choice>
              <mc:Fallback>
                <p:oleObj name="think-cell Slide" r:id="rId5" imgW="270" imgH="270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AU" sz="2800" b="0" i="0" baseline="0" dirty="0">
              <a:latin typeface="Segoe UI Semibold"/>
              <a:ea typeface="+mj-ea"/>
              <a:cs typeface="+mj-cs"/>
              <a:sym typeface="Segoe UI Semibold"/>
            </a:endParaRPr>
          </a:p>
        </p:txBody>
      </p:sp>
      <p:pic>
        <p:nvPicPr>
          <p:cNvPr id="4" name="Picture 3"/>
          <p:cNvPicPr>
            <a:picLocks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5339" cy="109703"/>
          </a:xfrm>
          <a:prstGeom prst="rect">
            <a:avLst/>
          </a:prstGeom>
        </p:spPr>
      </p:pic>
      <p:sp>
        <p:nvSpPr>
          <p:cNvPr id="6" name="Rectangle 5"/>
          <p:cNvSpPr/>
          <p:nvPr userDrawn="1"/>
        </p:nvSpPr>
        <p:spPr>
          <a:xfrm>
            <a:off x="6635906" y="108000"/>
            <a:ext cx="3270094" cy="674829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AU" noProof="0"/>
          </a:p>
        </p:txBody>
      </p:sp>
      <p:sp>
        <p:nvSpPr>
          <p:cNvPr id="7" name="Content Placeholder 5"/>
          <p:cNvSpPr>
            <a:spLocks noGrp="1"/>
          </p:cNvSpPr>
          <p:nvPr>
            <p:ph sz="quarter" idx="14"/>
          </p:nvPr>
        </p:nvSpPr>
        <p:spPr>
          <a:xfrm>
            <a:off x="540000" y="1412776"/>
            <a:ext cx="5688000" cy="4536504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8" name="Text Placeholder 8"/>
          <p:cNvSpPr>
            <a:spLocks noGrp="1"/>
          </p:cNvSpPr>
          <p:nvPr>
            <p:ph type="body" sz="quarter" idx="31"/>
          </p:nvPr>
        </p:nvSpPr>
        <p:spPr>
          <a:xfrm>
            <a:off x="7041232" y="548680"/>
            <a:ext cx="2448271" cy="5688632"/>
          </a:xfrm>
        </p:spPr>
        <p:txBody>
          <a:bodyPr anchor="ctr"/>
          <a:lstStyle>
            <a:lvl1pPr>
              <a:defRPr sz="160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>
              <a:buClr>
                <a:schemeClr val="bg1"/>
              </a:buClr>
              <a:defRPr sz="160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2pPr>
            <a:lvl3pPr>
              <a:buClr>
                <a:schemeClr val="bg1"/>
              </a:buClr>
              <a:defRPr sz="160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3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10" name="Text Placeholder 2"/>
          <p:cNvSpPr>
            <a:spLocks noGrp="1"/>
          </p:cNvSpPr>
          <p:nvPr>
            <p:ph type="body" sz="quarter" idx="32" hasCustomPrompt="1"/>
          </p:nvPr>
        </p:nvSpPr>
        <p:spPr>
          <a:xfrm>
            <a:off x="540000" y="6021288"/>
            <a:ext cx="5688000" cy="287214"/>
          </a:xfrm>
        </p:spPr>
        <p:txBody>
          <a:bodyPr anchor="ctr"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 lvl="0"/>
            <a:r>
              <a:rPr lang="en-AU" noProof="0" dirty="0"/>
              <a:t>Source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8841432" y="6392361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E8856DA-B77A-4A94-8E84-45BF77D9376B}" type="slidenum">
              <a:rPr lang="en-AU" sz="1200" noProof="0" smtClean="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AU" sz="1200" noProof="0" dirty="0">
              <a:solidFill>
                <a:schemeClr val="accent3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7B25BDAC-B44C-4EDF-995C-27811BB9944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504000"/>
            <a:ext cx="5688000" cy="504056"/>
          </a:xfrm>
        </p:spPr>
        <p:txBody>
          <a:bodyPr anchor="ctr" anchorCtr="0"/>
          <a:lstStyle>
            <a:lvl1pPr marL="0" marR="0" indent="0" algn="l" defTabSz="914349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/>
            </a:lvl1pPr>
          </a:lstStyle>
          <a:p>
            <a:pPr lvl="0"/>
            <a:r>
              <a:rPr lang="en-AU" noProof="0" dirty="0"/>
              <a:t>Governing thought</a:t>
            </a:r>
          </a:p>
        </p:txBody>
      </p:sp>
    </p:spTree>
    <p:extLst>
      <p:ext uri="{BB962C8B-B14F-4D97-AF65-F5344CB8AC3E}">
        <p14:creationId xmlns:p14="http://schemas.microsoft.com/office/powerpoint/2010/main" val="3864415455"/>
      </p:ext>
    </p:extLst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ull quote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6211731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0354" name="think-cell Slide" r:id="rId5" imgW="270" imgH="270" progId="TCLayout.ActiveDocument.1">
                  <p:embed/>
                </p:oleObj>
              </mc:Choice>
              <mc:Fallback>
                <p:oleObj name="think-cell Slide" r:id="rId5" imgW="270" imgH="270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AU" sz="2800" b="0" i="0" baseline="0" dirty="0">
              <a:latin typeface="Segoe UI Semibold"/>
              <a:ea typeface="+mj-ea"/>
              <a:cs typeface="+mj-cs"/>
              <a:sym typeface="Segoe UI Semibold"/>
            </a:endParaRPr>
          </a:p>
        </p:txBody>
      </p:sp>
      <p:pic>
        <p:nvPicPr>
          <p:cNvPr id="4" name="Picture 3"/>
          <p:cNvPicPr>
            <a:picLocks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5339" cy="109703"/>
          </a:xfrm>
          <a:prstGeom prst="rect">
            <a:avLst/>
          </a:prstGeom>
        </p:spPr>
      </p:pic>
      <p:sp>
        <p:nvSpPr>
          <p:cNvPr id="6" name="Rectangle 5"/>
          <p:cNvSpPr/>
          <p:nvPr userDrawn="1"/>
        </p:nvSpPr>
        <p:spPr>
          <a:xfrm>
            <a:off x="6635906" y="108000"/>
            <a:ext cx="3270094" cy="674829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AU" noProof="0"/>
          </a:p>
        </p:txBody>
      </p:sp>
      <p:sp>
        <p:nvSpPr>
          <p:cNvPr id="7" name="Content Placeholder 5"/>
          <p:cNvSpPr>
            <a:spLocks noGrp="1"/>
          </p:cNvSpPr>
          <p:nvPr>
            <p:ph sz="quarter" idx="14"/>
          </p:nvPr>
        </p:nvSpPr>
        <p:spPr>
          <a:xfrm>
            <a:off x="540000" y="1412776"/>
            <a:ext cx="5688000" cy="4515723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12" name="Text Placeholder 2"/>
          <p:cNvSpPr>
            <a:spLocks noGrp="1"/>
          </p:cNvSpPr>
          <p:nvPr>
            <p:ph type="body" sz="quarter" idx="32" hasCustomPrompt="1"/>
          </p:nvPr>
        </p:nvSpPr>
        <p:spPr>
          <a:xfrm>
            <a:off x="540000" y="6021288"/>
            <a:ext cx="5688000" cy="287214"/>
          </a:xfrm>
        </p:spPr>
        <p:txBody>
          <a:bodyPr anchor="ctr"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 lvl="0"/>
            <a:r>
              <a:rPr lang="en-AU" noProof="0" dirty="0"/>
              <a:t>Source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8841432" y="6392361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E8856DA-B77A-4A94-8E84-45BF77D9376B}" type="slidenum">
              <a:rPr lang="en-AU" sz="1200" noProof="0" smtClean="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AU" sz="1200" noProof="0" dirty="0">
              <a:solidFill>
                <a:schemeClr val="accent3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17AB7F47-602E-4EE6-8314-BEBDF4A47D7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504000"/>
            <a:ext cx="5688000" cy="504056"/>
          </a:xfrm>
        </p:spPr>
        <p:txBody>
          <a:bodyPr anchor="ctr" anchorCtr="0"/>
          <a:lstStyle>
            <a:lvl1pPr marL="0" marR="0" indent="0" algn="l" defTabSz="914349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/>
            </a:lvl1pPr>
          </a:lstStyle>
          <a:p>
            <a:pPr lvl="0"/>
            <a:r>
              <a:rPr lang="en-AU" noProof="0" dirty="0"/>
              <a:t>Governing thought</a:t>
            </a:r>
          </a:p>
        </p:txBody>
      </p:sp>
      <p:sp>
        <p:nvSpPr>
          <p:cNvPr id="14" name="Text Placeholder 3"/>
          <p:cNvSpPr>
            <a:spLocks noGrp="1"/>
          </p:cNvSpPr>
          <p:nvPr>
            <p:ph type="body" sz="quarter" idx="15" hasCustomPrompt="1"/>
          </p:nvPr>
        </p:nvSpPr>
        <p:spPr>
          <a:xfrm>
            <a:off x="7082821" y="1600610"/>
            <a:ext cx="2376264" cy="3700598"/>
          </a:xfrm>
        </p:spPr>
        <p:txBody>
          <a:bodyPr anchor="ctr"/>
          <a:lstStyle>
            <a:lvl1pPr algn="ctr">
              <a:defRPr sz="1800" i="0">
                <a:solidFill>
                  <a:schemeClr val="bg1"/>
                </a:solidFill>
                <a:latin typeface="Segoe UI Semilight" panose="020B0402040204020203" pitchFamily="34" charset="0"/>
                <a:ea typeface="Segoe UI" panose="020B0502040204020203" pitchFamily="34" charset="0"/>
                <a:cs typeface="Segoe UI Semilight" panose="020B0402040204020203" pitchFamily="34" charset="0"/>
              </a:defRPr>
            </a:lvl1pPr>
            <a:lvl2pPr>
              <a:defRPr>
                <a:solidFill>
                  <a:schemeClr val="bg1"/>
                </a:solidFill>
                <a:latin typeface="Segoe UI Semibold" panose="020B0702040204020203" pitchFamily="34" charset="0"/>
              </a:defRPr>
            </a:lvl2pPr>
            <a:lvl3pPr>
              <a:defRPr>
                <a:solidFill>
                  <a:schemeClr val="bg1"/>
                </a:solidFill>
                <a:latin typeface="Segoe UI Semibold" panose="020B0702040204020203" pitchFamily="34" charset="0"/>
              </a:defRPr>
            </a:lvl3pPr>
            <a:lvl4pPr>
              <a:defRPr>
                <a:solidFill>
                  <a:schemeClr val="bg1"/>
                </a:solidFill>
                <a:latin typeface="Segoe UI Semibold" panose="020B0702040204020203" pitchFamily="34" charset="0"/>
              </a:defRPr>
            </a:lvl4pPr>
            <a:lvl5pPr>
              <a:defRPr>
                <a:solidFill>
                  <a:schemeClr val="bg1"/>
                </a:solidFill>
                <a:latin typeface="Segoe UI Semibold" panose="020B0702040204020203" pitchFamily="34" charset="0"/>
              </a:defRPr>
            </a:lvl5pPr>
          </a:lstStyle>
          <a:p>
            <a:pPr lvl="0"/>
            <a:r>
              <a:rPr lang="en-AU" noProof="0" dirty="0"/>
              <a:t>Pull Quote</a:t>
            </a:r>
          </a:p>
        </p:txBody>
      </p:sp>
      <p:sp>
        <p:nvSpPr>
          <p:cNvPr id="15" name="Freeform 14"/>
          <p:cNvSpPr>
            <a:spLocks noChangeAspect="1" noEditPoints="1"/>
          </p:cNvSpPr>
          <p:nvPr userDrawn="1"/>
        </p:nvSpPr>
        <p:spPr bwMode="auto">
          <a:xfrm>
            <a:off x="7094360" y="980728"/>
            <a:ext cx="422362" cy="339258"/>
          </a:xfrm>
          <a:custGeom>
            <a:avLst/>
            <a:gdLst>
              <a:gd name="T0" fmla="*/ 170 w 285"/>
              <a:gd name="T1" fmla="*/ 229 h 229"/>
              <a:gd name="T2" fmla="*/ 163 w 285"/>
              <a:gd name="T3" fmla="*/ 183 h 229"/>
              <a:gd name="T4" fmla="*/ 165 w 285"/>
              <a:gd name="T5" fmla="*/ 99 h 229"/>
              <a:gd name="T6" fmla="*/ 186 w 285"/>
              <a:gd name="T7" fmla="*/ 29 h 229"/>
              <a:gd name="T8" fmla="*/ 251 w 285"/>
              <a:gd name="T9" fmla="*/ 0 h 229"/>
              <a:gd name="T10" fmla="*/ 284 w 285"/>
              <a:gd name="T11" fmla="*/ 57 h 229"/>
              <a:gd name="T12" fmla="*/ 278 w 285"/>
              <a:gd name="T13" fmla="*/ 66 h 229"/>
              <a:gd name="T14" fmla="*/ 231 w 285"/>
              <a:gd name="T15" fmla="*/ 108 h 229"/>
              <a:gd name="T16" fmla="*/ 284 w 285"/>
              <a:gd name="T17" fmla="*/ 114 h 229"/>
              <a:gd name="T18" fmla="*/ 278 w 285"/>
              <a:gd name="T19" fmla="*/ 229 h 229"/>
              <a:gd name="T20" fmla="*/ 272 w 285"/>
              <a:gd name="T21" fmla="*/ 217 h 229"/>
              <a:gd name="T22" fmla="*/ 224 w 285"/>
              <a:gd name="T23" fmla="*/ 120 h 229"/>
              <a:gd name="T24" fmla="*/ 233 w 285"/>
              <a:gd name="T25" fmla="*/ 68 h 229"/>
              <a:gd name="T26" fmla="*/ 248 w 285"/>
              <a:gd name="T27" fmla="*/ 12 h 229"/>
              <a:gd name="T28" fmla="*/ 196 w 285"/>
              <a:gd name="T29" fmla="*/ 36 h 229"/>
              <a:gd name="T30" fmla="*/ 176 w 285"/>
              <a:gd name="T31" fmla="*/ 100 h 229"/>
              <a:gd name="T32" fmla="*/ 175 w 285"/>
              <a:gd name="T33" fmla="*/ 182 h 229"/>
              <a:gd name="T34" fmla="*/ 116 w 285"/>
              <a:gd name="T35" fmla="*/ 229 h 229"/>
              <a:gd name="T36" fmla="*/ 1 w 285"/>
              <a:gd name="T37" fmla="*/ 223 h 229"/>
              <a:gd name="T38" fmla="*/ 0 w 285"/>
              <a:gd name="T39" fmla="*/ 143 h 229"/>
              <a:gd name="T40" fmla="*/ 9 w 285"/>
              <a:gd name="T41" fmla="*/ 61 h 229"/>
              <a:gd name="T42" fmla="*/ 50 w 285"/>
              <a:gd name="T43" fmla="*/ 8 h 229"/>
              <a:gd name="T44" fmla="*/ 94 w 285"/>
              <a:gd name="T45" fmla="*/ 3 h 229"/>
              <a:gd name="T46" fmla="*/ 121 w 285"/>
              <a:gd name="T47" fmla="*/ 63 h 229"/>
              <a:gd name="T48" fmla="*/ 78 w 285"/>
              <a:gd name="T49" fmla="*/ 77 h 229"/>
              <a:gd name="T50" fmla="*/ 116 w 285"/>
              <a:gd name="T51" fmla="*/ 108 h 229"/>
              <a:gd name="T52" fmla="*/ 122 w 285"/>
              <a:gd name="T53" fmla="*/ 223 h 229"/>
              <a:gd name="T54" fmla="*/ 13 w 285"/>
              <a:gd name="T55" fmla="*/ 217 h 229"/>
              <a:gd name="T56" fmla="*/ 110 w 285"/>
              <a:gd name="T57" fmla="*/ 120 h 229"/>
              <a:gd name="T58" fmla="*/ 55 w 285"/>
              <a:gd name="T59" fmla="*/ 114 h 229"/>
              <a:gd name="T60" fmla="*/ 106 w 285"/>
              <a:gd name="T61" fmla="*/ 54 h 229"/>
              <a:gd name="T62" fmla="*/ 55 w 285"/>
              <a:gd name="T63" fmla="*/ 18 h 229"/>
              <a:gd name="T64" fmla="*/ 20 w 285"/>
              <a:gd name="T65" fmla="*/ 64 h 229"/>
              <a:gd name="T66" fmla="*/ 12 w 285"/>
              <a:gd name="T67" fmla="*/ 143 h 229"/>
              <a:gd name="T68" fmla="*/ 13 w 285"/>
              <a:gd name="T69" fmla="*/ 217 h 22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285" h="229">
                <a:moveTo>
                  <a:pt x="278" y="229"/>
                </a:moveTo>
                <a:cubicBezTo>
                  <a:pt x="170" y="229"/>
                  <a:pt x="170" y="229"/>
                  <a:pt x="170" y="229"/>
                </a:cubicBezTo>
                <a:cubicBezTo>
                  <a:pt x="167" y="229"/>
                  <a:pt x="164" y="226"/>
                  <a:pt x="164" y="223"/>
                </a:cubicBezTo>
                <a:cubicBezTo>
                  <a:pt x="164" y="214"/>
                  <a:pt x="164" y="201"/>
                  <a:pt x="163" y="183"/>
                </a:cubicBezTo>
                <a:cubicBezTo>
                  <a:pt x="163" y="143"/>
                  <a:pt x="163" y="143"/>
                  <a:pt x="163" y="143"/>
                </a:cubicBezTo>
                <a:cubicBezTo>
                  <a:pt x="163" y="126"/>
                  <a:pt x="163" y="112"/>
                  <a:pt x="165" y="99"/>
                </a:cubicBezTo>
                <a:cubicBezTo>
                  <a:pt x="165" y="88"/>
                  <a:pt x="167" y="77"/>
                  <a:pt x="171" y="62"/>
                </a:cubicBezTo>
                <a:cubicBezTo>
                  <a:pt x="174" y="49"/>
                  <a:pt x="179" y="38"/>
                  <a:pt x="186" y="29"/>
                </a:cubicBezTo>
                <a:cubicBezTo>
                  <a:pt x="192" y="20"/>
                  <a:pt x="201" y="13"/>
                  <a:pt x="213" y="8"/>
                </a:cubicBezTo>
                <a:cubicBezTo>
                  <a:pt x="224" y="3"/>
                  <a:pt x="237" y="0"/>
                  <a:pt x="251" y="0"/>
                </a:cubicBezTo>
                <a:cubicBezTo>
                  <a:pt x="254" y="0"/>
                  <a:pt x="256" y="1"/>
                  <a:pt x="257" y="3"/>
                </a:cubicBezTo>
                <a:cubicBezTo>
                  <a:pt x="284" y="57"/>
                  <a:pt x="284" y="57"/>
                  <a:pt x="284" y="57"/>
                </a:cubicBezTo>
                <a:cubicBezTo>
                  <a:pt x="285" y="59"/>
                  <a:pt x="285" y="61"/>
                  <a:pt x="283" y="63"/>
                </a:cubicBezTo>
                <a:cubicBezTo>
                  <a:pt x="282" y="65"/>
                  <a:pt x="280" y="66"/>
                  <a:pt x="278" y="66"/>
                </a:cubicBezTo>
                <a:cubicBezTo>
                  <a:pt x="261" y="66"/>
                  <a:pt x="249" y="70"/>
                  <a:pt x="241" y="77"/>
                </a:cubicBezTo>
                <a:cubicBezTo>
                  <a:pt x="235" y="83"/>
                  <a:pt x="231" y="94"/>
                  <a:pt x="231" y="108"/>
                </a:cubicBezTo>
                <a:cubicBezTo>
                  <a:pt x="278" y="108"/>
                  <a:pt x="278" y="108"/>
                  <a:pt x="278" y="108"/>
                </a:cubicBezTo>
                <a:cubicBezTo>
                  <a:pt x="282" y="108"/>
                  <a:pt x="284" y="111"/>
                  <a:pt x="284" y="114"/>
                </a:cubicBezTo>
                <a:cubicBezTo>
                  <a:pt x="284" y="223"/>
                  <a:pt x="284" y="223"/>
                  <a:pt x="284" y="223"/>
                </a:cubicBezTo>
                <a:cubicBezTo>
                  <a:pt x="284" y="226"/>
                  <a:pt x="282" y="229"/>
                  <a:pt x="278" y="229"/>
                </a:cubicBezTo>
                <a:close/>
                <a:moveTo>
                  <a:pt x="176" y="217"/>
                </a:moveTo>
                <a:cubicBezTo>
                  <a:pt x="272" y="217"/>
                  <a:pt x="272" y="217"/>
                  <a:pt x="272" y="217"/>
                </a:cubicBezTo>
                <a:cubicBezTo>
                  <a:pt x="272" y="120"/>
                  <a:pt x="272" y="120"/>
                  <a:pt x="272" y="120"/>
                </a:cubicBezTo>
                <a:cubicBezTo>
                  <a:pt x="224" y="120"/>
                  <a:pt x="224" y="120"/>
                  <a:pt x="224" y="120"/>
                </a:cubicBezTo>
                <a:cubicBezTo>
                  <a:pt x="221" y="120"/>
                  <a:pt x="218" y="118"/>
                  <a:pt x="218" y="114"/>
                </a:cubicBezTo>
                <a:cubicBezTo>
                  <a:pt x="218" y="94"/>
                  <a:pt x="223" y="78"/>
                  <a:pt x="233" y="68"/>
                </a:cubicBezTo>
                <a:cubicBezTo>
                  <a:pt x="241" y="60"/>
                  <a:pt x="253" y="56"/>
                  <a:pt x="269" y="54"/>
                </a:cubicBezTo>
                <a:cubicBezTo>
                  <a:pt x="248" y="12"/>
                  <a:pt x="248" y="12"/>
                  <a:pt x="248" y="12"/>
                </a:cubicBezTo>
                <a:cubicBezTo>
                  <a:pt x="236" y="12"/>
                  <a:pt x="226" y="15"/>
                  <a:pt x="218" y="18"/>
                </a:cubicBezTo>
                <a:cubicBezTo>
                  <a:pt x="208" y="23"/>
                  <a:pt x="201" y="29"/>
                  <a:pt x="196" y="36"/>
                </a:cubicBezTo>
                <a:cubicBezTo>
                  <a:pt x="190" y="44"/>
                  <a:pt x="185" y="54"/>
                  <a:pt x="183" y="64"/>
                </a:cubicBezTo>
                <a:cubicBezTo>
                  <a:pt x="179" y="79"/>
                  <a:pt x="177" y="90"/>
                  <a:pt x="176" y="100"/>
                </a:cubicBezTo>
                <a:cubicBezTo>
                  <a:pt x="175" y="112"/>
                  <a:pt x="175" y="126"/>
                  <a:pt x="175" y="143"/>
                </a:cubicBezTo>
                <a:cubicBezTo>
                  <a:pt x="175" y="182"/>
                  <a:pt x="175" y="182"/>
                  <a:pt x="175" y="182"/>
                </a:cubicBezTo>
                <a:cubicBezTo>
                  <a:pt x="176" y="197"/>
                  <a:pt x="176" y="208"/>
                  <a:pt x="176" y="217"/>
                </a:cubicBezTo>
                <a:close/>
                <a:moveTo>
                  <a:pt x="116" y="229"/>
                </a:moveTo>
                <a:cubicBezTo>
                  <a:pt x="7" y="229"/>
                  <a:pt x="7" y="229"/>
                  <a:pt x="7" y="229"/>
                </a:cubicBezTo>
                <a:cubicBezTo>
                  <a:pt x="4" y="229"/>
                  <a:pt x="1" y="226"/>
                  <a:pt x="1" y="223"/>
                </a:cubicBezTo>
                <a:cubicBezTo>
                  <a:pt x="1" y="214"/>
                  <a:pt x="1" y="201"/>
                  <a:pt x="1" y="183"/>
                </a:cubicBezTo>
                <a:cubicBezTo>
                  <a:pt x="0" y="165"/>
                  <a:pt x="0" y="151"/>
                  <a:pt x="0" y="143"/>
                </a:cubicBezTo>
                <a:cubicBezTo>
                  <a:pt x="0" y="126"/>
                  <a:pt x="1" y="112"/>
                  <a:pt x="1" y="99"/>
                </a:cubicBezTo>
                <a:cubicBezTo>
                  <a:pt x="3" y="84"/>
                  <a:pt x="5" y="72"/>
                  <a:pt x="9" y="61"/>
                </a:cubicBezTo>
                <a:cubicBezTo>
                  <a:pt x="12" y="48"/>
                  <a:pt x="17" y="37"/>
                  <a:pt x="23" y="29"/>
                </a:cubicBezTo>
                <a:cubicBezTo>
                  <a:pt x="31" y="20"/>
                  <a:pt x="39" y="13"/>
                  <a:pt x="50" y="8"/>
                </a:cubicBezTo>
                <a:cubicBezTo>
                  <a:pt x="61" y="2"/>
                  <a:pt x="75" y="0"/>
                  <a:pt x="89" y="0"/>
                </a:cubicBezTo>
                <a:cubicBezTo>
                  <a:pt x="91" y="0"/>
                  <a:pt x="93" y="1"/>
                  <a:pt x="94" y="3"/>
                </a:cubicBezTo>
                <a:cubicBezTo>
                  <a:pt x="121" y="57"/>
                  <a:pt x="121" y="57"/>
                  <a:pt x="121" y="57"/>
                </a:cubicBezTo>
                <a:cubicBezTo>
                  <a:pt x="122" y="59"/>
                  <a:pt x="122" y="61"/>
                  <a:pt x="121" y="63"/>
                </a:cubicBezTo>
                <a:cubicBezTo>
                  <a:pt x="120" y="65"/>
                  <a:pt x="118" y="66"/>
                  <a:pt x="116" y="66"/>
                </a:cubicBezTo>
                <a:cubicBezTo>
                  <a:pt x="99" y="66"/>
                  <a:pt x="86" y="70"/>
                  <a:pt x="78" y="77"/>
                </a:cubicBezTo>
                <a:cubicBezTo>
                  <a:pt x="72" y="83"/>
                  <a:pt x="68" y="94"/>
                  <a:pt x="68" y="108"/>
                </a:cubicBezTo>
                <a:cubicBezTo>
                  <a:pt x="116" y="108"/>
                  <a:pt x="116" y="108"/>
                  <a:pt x="116" y="108"/>
                </a:cubicBezTo>
                <a:cubicBezTo>
                  <a:pt x="119" y="108"/>
                  <a:pt x="122" y="111"/>
                  <a:pt x="122" y="114"/>
                </a:cubicBezTo>
                <a:cubicBezTo>
                  <a:pt x="122" y="223"/>
                  <a:pt x="122" y="223"/>
                  <a:pt x="122" y="223"/>
                </a:cubicBezTo>
                <a:cubicBezTo>
                  <a:pt x="122" y="226"/>
                  <a:pt x="119" y="229"/>
                  <a:pt x="116" y="229"/>
                </a:cubicBezTo>
                <a:close/>
                <a:moveTo>
                  <a:pt x="13" y="217"/>
                </a:moveTo>
                <a:cubicBezTo>
                  <a:pt x="110" y="217"/>
                  <a:pt x="110" y="217"/>
                  <a:pt x="110" y="217"/>
                </a:cubicBezTo>
                <a:cubicBezTo>
                  <a:pt x="110" y="120"/>
                  <a:pt x="110" y="120"/>
                  <a:pt x="110" y="120"/>
                </a:cubicBezTo>
                <a:cubicBezTo>
                  <a:pt x="61" y="120"/>
                  <a:pt x="61" y="120"/>
                  <a:pt x="61" y="120"/>
                </a:cubicBezTo>
                <a:cubicBezTo>
                  <a:pt x="58" y="120"/>
                  <a:pt x="55" y="118"/>
                  <a:pt x="55" y="114"/>
                </a:cubicBezTo>
                <a:cubicBezTo>
                  <a:pt x="55" y="94"/>
                  <a:pt x="60" y="78"/>
                  <a:pt x="70" y="68"/>
                </a:cubicBezTo>
                <a:cubicBezTo>
                  <a:pt x="78" y="60"/>
                  <a:pt x="90" y="56"/>
                  <a:pt x="106" y="54"/>
                </a:cubicBezTo>
                <a:cubicBezTo>
                  <a:pt x="85" y="12"/>
                  <a:pt x="85" y="12"/>
                  <a:pt x="85" y="12"/>
                </a:cubicBezTo>
                <a:cubicBezTo>
                  <a:pt x="74" y="12"/>
                  <a:pt x="64" y="15"/>
                  <a:pt x="55" y="18"/>
                </a:cubicBezTo>
                <a:cubicBezTo>
                  <a:pt x="46" y="23"/>
                  <a:pt x="39" y="28"/>
                  <a:pt x="33" y="36"/>
                </a:cubicBezTo>
                <a:cubicBezTo>
                  <a:pt x="28" y="43"/>
                  <a:pt x="23" y="52"/>
                  <a:pt x="20" y="64"/>
                </a:cubicBezTo>
                <a:cubicBezTo>
                  <a:pt x="17" y="75"/>
                  <a:pt x="15" y="86"/>
                  <a:pt x="13" y="100"/>
                </a:cubicBezTo>
                <a:cubicBezTo>
                  <a:pt x="13" y="113"/>
                  <a:pt x="12" y="126"/>
                  <a:pt x="12" y="143"/>
                </a:cubicBezTo>
                <a:cubicBezTo>
                  <a:pt x="12" y="151"/>
                  <a:pt x="12" y="164"/>
                  <a:pt x="13" y="182"/>
                </a:cubicBezTo>
                <a:cubicBezTo>
                  <a:pt x="13" y="197"/>
                  <a:pt x="13" y="208"/>
                  <a:pt x="13" y="217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50000">
                <a:schemeClr val="accent2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/>
            <a:endParaRPr lang="en-AU" noProof="0"/>
          </a:p>
        </p:txBody>
      </p:sp>
      <p:sp>
        <p:nvSpPr>
          <p:cNvPr id="17" name="Freeform 16"/>
          <p:cNvSpPr>
            <a:spLocks noChangeAspect="1" noEditPoints="1"/>
          </p:cNvSpPr>
          <p:nvPr userDrawn="1"/>
        </p:nvSpPr>
        <p:spPr bwMode="auto">
          <a:xfrm rot="10800000">
            <a:off x="9048262" y="5589240"/>
            <a:ext cx="422362" cy="339258"/>
          </a:xfrm>
          <a:custGeom>
            <a:avLst/>
            <a:gdLst>
              <a:gd name="T0" fmla="*/ 170 w 285"/>
              <a:gd name="T1" fmla="*/ 229 h 229"/>
              <a:gd name="T2" fmla="*/ 163 w 285"/>
              <a:gd name="T3" fmla="*/ 183 h 229"/>
              <a:gd name="T4" fmla="*/ 165 w 285"/>
              <a:gd name="T5" fmla="*/ 99 h 229"/>
              <a:gd name="T6" fmla="*/ 186 w 285"/>
              <a:gd name="T7" fmla="*/ 29 h 229"/>
              <a:gd name="T8" fmla="*/ 251 w 285"/>
              <a:gd name="T9" fmla="*/ 0 h 229"/>
              <a:gd name="T10" fmla="*/ 284 w 285"/>
              <a:gd name="T11" fmla="*/ 57 h 229"/>
              <a:gd name="T12" fmla="*/ 278 w 285"/>
              <a:gd name="T13" fmla="*/ 66 h 229"/>
              <a:gd name="T14" fmla="*/ 231 w 285"/>
              <a:gd name="T15" fmla="*/ 108 h 229"/>
              <a:gd name="T16" fmla="*/ 284 w 285"/>
              <a:gd name="T17" fmla="*/ 114 h 229"/>
              <a:gd name="T18" fmla="*/ 278 w 285"/>
              <a:gd name="T19" fmla="*/ 229 h 229"/>
              <a:gd name="T20" fmla="*/ 272 w 285"/>
              <a:gd name="T21" fmla="*/ 217 h 229"/>
              <a:gd name="T22" fmla="*/ 224 w 285"/>
              <a:gd name="T23" fmla="*/ 120 h 229"/>
              <a:gd name="T24" fmla="*/ 233 w 285"/>
              <a:gd name="T25" fmla="*/ 68 h 229"/>
              <a:gd name="T26" fmla="*/ 248 w 285"/>
              <a:gd name="T27" fmla="*/ 12 h 229"/>
              <a:gd name="T28" fmla="*/ 196 w 285"/>
              <a:gd name="T29" fmla="*/ 36 h 229"/>
              <a:gd name="T30" fmla="*/ 176 w 285"/>
              <a:gd name="T31" fmla="*/ 100 h 229"/>
              <a:gd name="T32" fmla="*/ 175 w 285"/>
              <a:gd name="T33" fmla="*/ 182 h 229"/>
              <a:gd name="T34" fmla="*/ 116 w 285"/>
              <a:gd name="T35" fmla="*/ 229 h 229"/>
              <a:gd name="T36" fmla="*/ 1 w 285"/>
              <a:gd name="T37" fmla="*/ 223 h 229"/>
              <a:gd name="T38" fmla="*/ 0 w 285"/>
              <a:gd name="T39" fmla="*/ 143 h 229"/>
              <a:gd name="T40" fmla="*/ 9 w 285"/>
              <a:gd name="T41" fmla="*/ 61 h 229"/>
              <a:gd name="T42" fmla="*/ 50 w 285"/>
              <a:gd name="T43" fmla="*/ 8 h 229"/>
              <a:gd name="T44" fmla="*/ 94 w 285"/>
              <a:gd name="T45" fmla="*/ 3 h 229"/>
              <a:gd name="T46" fmla="*/ 121 w 285"/>
              <a:gd name="T47" fmla="*/ 63 h 229"/>
              <a:gd name="T48" fmla="*/ 78 w 285"/>
              <a:gd name="T49" fmla="*/ 77 h 229"/>
              <a:gd name="T50" fmla="*/ 116 w 285"/>
              <a:gd name="T51" fmla="*/ 108 h 229"/>
              <a:gd name="T52" fmla="*/ 122 w 285"/>
              <a:gd name="T53" fmla="*/ 223 h 229"/>
              <a:gd name="T54" fmla="*/ 13 w 285"/>
              <a:gd name="T55" fmla="*/ 217 h 229"/>
              <a:gd name="T56" fmla="*/ 110 w 285"/>
              <a:gd name="T57" fmla="*/ 120 h 229"/>
              <a:gd name="T58" fmla="*/ 55 w 285"/>
              <a:gd name="T59" fmla="*/ 114 h 229"/>
              <a:gd name="T60" fmla="*/ 106 w 285"/>
              <a:gd name="T61" fmla="*/ 54 h 229"/>
              <a:gd name="T62" fmla="*/ 55 w 285"/>
              <a:gd name="T63" fmla="*/ 18 h 229"/>
              <a:gd name="T64" fmla="*/ 20 w 285"/>
              <a:gd name="T65" fmla="*/ 64 h 229"/>
              <a:gd name="T66" fmla="*/ 12 w 285"/>
              <a:gd name="T67" fmla="*/ 143 h 229"/>
              <a:gd name="T68" fmla="*/ 13 w 285"/>
              <a:gd name="T69" fmla="*/ 217 h 22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285" h="229">
                <a:moveTo>
                  <a:pt x="278" y="229"/>
                </a:moveTo>
                <a:cubicBezTo>
                  <a:pt x="170" y="229"/>
                  <a:pt x="170" y="229"/>
                  <a:pt x="170" y="229"/>
                </a:cubicBezTo>
                <a:cubicBezTo>
                  <a:pt x="167" y="229"/>
                  <a:pt x="164" y="226"/>
                  <a:pt x="164" y="223"/>
                </a:cubicBezTo>
                <a:cubicBezTo>
                  <a:pt x="164" y="214"/>
                  <a:pt x="164" y="201"/>
                  <a:pt x="163" y="183"/>
                </a:cubicBezTo>
                <a:cubicBezTo>
                  <a:pt x="163" y="143"/>
                  <a:pt x="163" y="143"/>
                  <a:pt x="163" y="143"/>
                </a:cubicBezTo>
                <a:cubicBezTo>
                  <a:pt x="163" y="126"/>
                  <a:pt x="163" y="112"/>
                  <a:pt x="165" y="99"/>
                </a:cubicBezTo>
                <a:cubicBezTo>
                  <a:pt x="165" y="88"/>
                  <a:pt x="167" y="77"/>
                  <a:pt x="171" y="62"/>
                </a:cubicBezTo>
                <a:cubicBezTo>
                  <a:pt x="174" y="49"/>
                  <a:pt x="179" y="38"/>
                  <a:pt x="186" y="29"/>
                </a:cubicBezTo>
                <a:cubicBezTo>
                  <a:pt x="192" y="20"/>
                  <a:pt x="201" y="13"/>
                  <a:pt x="213" y="8"/>
                </a:cubicBezTo>
                <a:cubicBezTo>
                  <a:pt x="224" y="3"/>
                  <a:pt x="237" y="0"/>
                  <a:pt x="251" y="0"/>
                </a:cubicBezTo>
                <a:cubicBezTo>
                  <a:pt x="254" y="0"/>
                  <a:pt x="256" y="1"/>
                  <a:pt x="257" y="3"/>
                </a:cubicBezTo>
                <a:cubicBezTo>
                  <a:pt x="284" y="57"/>
                  <a:pt x="284" y="57"/>
                  <a:pt x="284" y="57"/>
                </a:cubicBezTo>
                <a:cubicBezTo>
                  <a:pt x="285" y="59"/>
                  <a:pt x="285" y="61"/>
                  <a:pt x="283" y="63"/>
                </a:cubicBezTo>
                <a:cubicBezTo>
                  <a:pt x="282" y="65"/>
                  <a:pt x="280" y="66"/>
                  <a:pt x="278" y="66"/>
                </a:cubicBezTo>
                <a:cubicBezTo>
                  <a:pt x="261" y="66"/>
                  <a:pt x="249" y="70"/>
                  <a:pt x="241" y="77"/>
                </a:cubicBezTo>
                <a:cubicBezTo>
                  <a:pt x="235" y="83"/>
                  <a:pt x="231" y="94"/>
                  <a:pt x="231" y="108"/>
                </a:cubicBezTo>
                <a:cubicBezTo>
                  <a:pt x="278" y="108"/>
                  <a:pt x="278" y="108"/>
                  <a:pt x="278" y="108"/>
                </a:cubicBezTo>
                <a:cubicBezTo>
                  <a:pt x="282" y="108"/>
                  <a:pt x="284" y="111"/>
                  <a:pt x="284" y="114"/>
                </a:cubicBezTo>
                <a:cubicBezTo>
                  <a:pt x="284" y="223"/>
                  <a:pt x="284" y="223"/>
                  <a:pt x="284" y="223"/>
                </a:cubicBezTo>
                <a:cubicBezTo>
                  <a:pt x="284" y="226"/>
                  <a:pt x="282" y="229"/>
                  <a:pt x="278" y="229"/>
                </a:cubicBezTo>
                <a:close/>
                <a:moveTo>
                  <a:pt x="176" y="217"/>
                </a:moveTo>
                <a:cubicBezTo>
                  <a:pt x="272" y="217"/>
                  <a:pt x="272" y="217"/>
                  <a:pt x="272" y="217"/>
                </a:cubicBezTo>
                <a:cubicBezTo>
                  <a:pt x="272" y="120"/>
                  <a:pt x="272" y="120"/>
                  <a:pt x="272" y="120"/>
                </a:cubicBezTo>
                <a:cubicBezTo>
                  <a:pt x="224" y="120"/>
                  <a:pt x="224" y="120"/>
                  <a:pt x="224" y="120"/>
                </a:cubicBezTo>
                <a:cubicBezTo>
                  <a:pt x="221" y="120"/>
                  <a:pt x="218" y="118"/>
                  <a:pt x="218" y="114"/>
                </a:cubicBezTo>
                <a:cubicBezTo>
                  <a:pt x="218" y="94"/>
                  <a:pt x="223" y="78"/>
                  <a:pt x="233" y="68"/>
                </a:cubicBezTo>
                <a:cubicBezTo>
                  <a:pt x="241" y="60"/>
                  <a:pt x="253" y="56"/>
                  <a:pt x="269" y="54"/>
                </a:cubicBezTo>
                <a:cubicBezTo>
                  <a:pt x="248" y="12"/>
                  <a:pt x="248" y="12"/>
                  <a:pt x="248" y="12"/>
                </a:cubicBezTo>
                <a:cubicBezTo>
                  <a:pt x="236" y="12"/>
                  <a:pt x="226" y="15"/>
                  <a:pt x="218" y="18"/>
                </a:cubicBezTo>
                <a:cubicBezTo>
                  <a:pt x="208" y="23"/>
                  <a:pt x="201" y="29"/>
                  <a:pt x="196" y="36"/>
                </a:cubicBezTo>
                <a:cubicBezTo>
                  <a:pt x="190" y="44"/>
                  <a:pt x="185" y="54"/>
                  <a:pt x="183" y="64"/>
                </a:cubicBezTo>
                <a:cubicBezTo>
                  <a:pt x="179" y="79"/>
                  <a:pt x="177" y="90"/>
                  <a:pt x="176" y="100"/>
                </a:cubicBezTo>
                <a:cubicBezTo>
                  <a:pt x="175" y="112"/>
                  <a:pt x="175" y="126"/>
                  <a:pt x="175" y="143"/>
                </a:cubicBezTo>
                <a:cubicBezTo>
                  <a:pt x="175" y="182"/>
                  <a:pt x="175" y="182"/>
                  <a:pt x="175" y="182"/>
                </a:cubicBezTo>
                <a:cubicBezTo>
                  <a:pt x="176" y="197"/>
                  <a:pt x="176" y="208"/>
                  <a:pt x="176" y="217"/>
                </a:cubicBezTo>
                <a:close/>
                <a:moveTo>
                  <a:pt x="116" y="229"/>
                </a:moveTo>
                <a:cubicBezTo>
                  <a:pt x="7" y="229"/>
                  <a:pt x="7" y="229"/>
                  <a:pt x="7" y="229"/>
                </a:cubicBezTo>
                <a:cubicBezTo>
                  <a:pt x="4" y="229"/>
                  <a:pt x="1" y="226"/>
                  <a:pt x="1" y="223"/>
                </a:cubicBezTo>
                <a:cubicBezTo>
                  <a:pt x="1" y="214"/>
                  <a:pt x="1" y="201"/>
                  <a:pt x="1" y="183"/>
                </a:cubicBezTo>
                <a:cubicBezTo>
                  <a:pt x="0" y="165"/>
                  <a:pt x="0" y="151"/>
                  <a:pt x="0" y="143"/>
                </a:cubicBezTo>
                <a:cubicBezTo>
                  <a:pt x="0" y="126"/>
                  <a:pt x="1" y="112"/>
                  <a:pt x="1" y="99"/>
                </a:cubicBezTo>
                <a:cubicBezTo>
                  <a:pt x="3" y="84"/>
                  <a:pt x="5" y="72"/>
                  <a:pt x="9" y="61"/>
                </a:cubicBezTo>
                <a:cubicBezTo>
                  <a:pt x="12" y="48"/>
                  <a:pt x="17" y="37"/>
                  <a:pt x="23" y="29"/>
                </a:cubicBezTo>
                <a:cubicBezTo>
                  <a:pt x="31" y="20"/>
                  <a:pt x="39" y="13"/>
                  <a:pt x="50" y="8"/>
                </a:cubicBezTo>
                <a:cubicBezTo>
                  <a:pt x="61" y="2"/>
                  <a:pt x="75" y="0"/>
                  <a:pt x="89" y="0"/>
                </a:cubicBezTo>
                <a:cubicBezTo>
                  <a:pt x="91" y="0"/>
                  <a:pt x="93" y="1"/>
                  <a:pt x="94" y="3"/>
                </a:cubicBezTo>
                <a:cubicBezTo>
                  <a:pt x="121" y="57"/>
                  <a:pt x="121" y="57"/>
                  <a:pt x="121" y="57"/>
                </a:cubicBezTo>
                <a:cubicBezTo>
                  <a:pt x="122" y="59"/>
                  <a:pt x="122" y="61"/>
                  <a:pt x="121" y="63"/>
                </a:cubicBezTo>
                <a:cubicBezTo>
                  <a:pt x="120" y="65"/>
                  <a:pt x="118" y="66"/>
                  <a:pt x="116" y="66"/>
                </a:cubicBezTo>
                <a:cubicBezTo>
                  <a:pt x="99" y="66"/>
                  <a:pt x="86" y="70"/>
                  <a:pt x="78" y="77"/>
                </a:cubicBezTo>
                <a:cubicBezTo>
                  <a:pt x="72" y="83"/>
                  <a:pt x="68" y="94"/>
                  <a:pt x="68" y="108"/>
                </a:cubicBezTo>
                <a:cubicBezTo>
                  <a:pt x="116" y="108"/>
                  <a:pt x="116" y="108"/>
                  <a:pt x="116" y="108"/>
                </a:cubicBezTo>
                <a:cubicBezTo>
                  <a:pt x="119" y="108"/>
                  <a:pt x="122" y="111"/>
                  <a:pt x="122" y="114"/>
                </a:cubicBezTo>
                <a:cubicBezTo>
                  <a:pt x="122" y="223"/>
                  <a:pt x="122" y="223"/>
                  <a:pt x="122" y="223"/>
                </a:cubicBezTo>
                <a:cubicBezTo>
                  <a:pt x="122" y="226"/>
                  <a:pt x="119" y="229"/>
                  <a:pt x="116" y="229"/>
                </a:cubicBezTo>
                <a:close/>
                <a:moveTo>
                  <a:pt x="13" y="217"/>
                </a:moveTo>
                <a:cubicBezTo>
                  <a:pt x="110" y="217"/>
                  <a:pt x="110" y="217"/>
                  <a:pt x="110" y="217"/>
                </a:cubicBezTo>
                <a:cubicBezTo>
                  <a:pt x="110" y="120"/>
                  <a:pt x="110" y="120"/>
                  <a:pt x="110" y="120"/>
                </a:cubicBezTo>
                <a:cubicBezTo>
                  <a:pt x="61" y="120"/>
                  <a:pt x="61" y="120"/>
                  <a:pt x="61" y="120"/>
                </a:cubicBezTo>
                <a:cubicBezTo>
                  <a:pt x="58" y="120"/>
                  <a:pt x="55" y="118"/>
                  <a:pt x="55" y="114"/>
                </a:cubicBezTo>
                <a:cubicBezTo>
                  <a:pt x="55" y="94"/>
                  <a:pt x="60" y="78"/>
                  <a:pt x="70" y="68"/>
                </a:cubicBezTo>
                <a:cubicBezTo>
                  <a:pt x="78" y="60"/>
                  <a:pt x="90" y="56"/>
                  <a:pt x="106" y="54"/>
                </a:cubicBezTo>
                <a:cubicBezTo>
                  <a:pt x="85" y="12"/>
                  <a:pt x="85" y="12"/>
                  <a:pt x="85" y="12"/>
                </a:cubicBezTo>
                <a:cubicBezTo>
                  <a:pt x="74" y="12"/>
                  <a:pt x="64" y="15"/>
                  <a:pt x="55" y="18"/>
                </a:cubicBezTo>
                <a:cubicBezTo>
                  <a:pt x="46" y="23"/>
                  <a:pt x="39" y="28"/>
                  <a:pt x="33" y="36"/>
                </a:cubicBezTo>
                <a:cubicBezTo>
                  <a:pt x="28" y="43"/>
                  <a:pt x="23" y="52"/>
                  <a:pt x="20" y="64"/>
                </a:cubicBezTo>
                <a:cubicBezTo>
                  <a:pt x="17" y="75"/>
                  <a:pt x="15" y="86"/>
                  <a:pt x="13" y="100"/>
                </a:cubicBezTo>
                <a:cubicBezTo>
                  <a:pt x="13" y="113"/>
                  <a:pt x="12" y="126"/>
                  <a:pt x="12" y="143"/>
                </a:cubicBezTo>
                <a:cubicBezTo>
                  <a:pt x="12" y="151"/>
                  <a:pt x="12" y="164"/>
                  <a:pt x="13" y="182"/>
                </a:cubicBezTo>
                <a:cubicBezTo>
                  <a:pt x="13" y="197"/>
                  <a:pt x="13" y="208"/>
                  <a:pt x="13" y="217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50000">
                <a:schemeClr val="accent2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/>
            <a:endParaRPr lang="en-AU" noProof="0"/>
          </a:p>
        </p:txBody>
      </p:sp>
    </p:spTree>
    <p:extLst>
      <p:ext uri="{BB962C8B-B14F-4D97-AF65-F5344CB8AC3E}">
        <p14:creationId xmlns:p14="http://schemas.microsoft.com/office/powerpoint/2010/main" val="4242244120"/>
      </p:ext>
    </p:extLst>
  </p:cSld>
  <p:clrMapOvr>
    <a:masterClrMapping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 panel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24788184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1378" name="think-cell Slide" r:id="rId5" imgW="270" imgH="270" progId="TCLayout.ActiveDocument.1">
                  <p:embed/>
                </p:oleObj>
              </mc:Choice>
              <mc:Fallback>
                <p:oleObj name="think-cell Slide" r:id="rId5" imgW="270" imgH="270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AU" sz="2800" b="0" i="0" baseline="0" dirty="0">
              <a:latin typeface="Segoe UI Semibold"/>
              <a:ea typeface="+mj-ea"/>
              <a:cs typeface="+mj-cs"/>
              <a:sym typeface="Segoe UI Semibold"/>
            </a:endParaRPr>
          </a:p>
        </p:txBody>
      </p:sp>
      <p:pic>
        <p:nvPicPr>
          <p:cNvPr id="4" name="Picture 3"/>
          <p:cNvPicPr>
            <a:picLocks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5339" cy="109703"/>
          </a:xfrm>
          <a:prstGeom prst="rect">
            <a:avLst/>
          </a:prstGeom>
        </p:spPr>
      </p:pic>
      <p:sp>
        <p:nvSpPr>
          <p:cNvPr id="6" name="Rectangle 5"/>
          <p:cNvSpPr/>
          <p:nvPr userDrawn="1"/>
        </p:nvSpPr>
        <p:spPr>
          <a:xfrm>
            <a:off x="-3376" y="109703"/>
            <a:ext cx="3270094" cy="6748297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8" name="Text Placeholder 8"/>
          <p:cNvSpPr>
            <a:spLocks noGrp="1"/>
          </p:cNvSpPr>
          <p:nvPr>
            <p:ph type="body" sz="quarter" idx="31"/>
          </p:nvPr>
        </p:nvSpPr>
        <p:spPr>
          <a:xfrm>
            <a:off x="396000" y="548680"/>
            <a:ext cx="2448271" cy="5688632"/>
          </a:xfrm>
        </p:spPr>
        <p:txBody>
          <a:bodyPr anchor="ctr"/>
          <a:lstStyle>
            <a:lvl1pPr>
              <a:defRPr sz="1600">
                <a:solidFill>
                  <a:schemeClr val="bg2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>
              <a:buClr>
                <a:schemeClr val="bg2"/>
              </a:buClr>
              <a:defRPr sz="1600">
                <a:solidFill>
                  <a:schemeClr val="bg2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2pPr>
            <a:lvl3pPr>
              <a:buClr>
                <a:schemeClr val="bg2"/>
              </a:buClr>
              <a:defRPr sz="1600">
                <a:solidFill>
                  <a:schemeClr val="bg2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3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8841432" y="6392361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E8856DA-B77A-4A94-8E84-45BF77D9376B}" type="slidenum">
              <a:rPr lang="en-AU" sz="1200" noProof="0" smtClean="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AU" sz="1200" noProof="0" dirty="0">
              <a:solidFill>
                <a:schemeClr val="accent3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9810F382-8A4C-462A-9276-BB30CEE50F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36000" y="504000"/>
            <a:ext cx="5760000" cy="504056"/>
          </a:xfrm>
        </p:spPr>
        <p:txBody>
          <a:bodyPr anchor="ctr" anchorCtr="0"/>
          <a:lstStyle>
            <a:lvl1pPr marL="0" marR="0" indent="0" algn="l" defTabSz="914349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/>
            </a:lvl1pPr>
          </a:lstStyle>
          <a:p>
            <a:pPr lvl="0"/>
            <a:r>
              <a:rPr lang="en-AU" noProof="0" dirty="0"/>
              <a:t>Governing thought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3636000" y="1412776"/>
            <a:ext cx="5760000" cy="4536504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sz="quarter" idx="32" hasCustomPrompt="1"/>
          </p:nvPr>
        </p:nvSpPr>
        <p:spPr>
          <a:xfrm>
            <a:off x="3636000" y="6021288"/>
            <a:ext cx="5760765" cy="287214"/>
          </a:xfrm>
        </p:spPr>
        <p:txBody>
          <a:bodyPr anchor="ctr"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 lvl="0"/>
            <a:r>
              <a:rPr lang="en-AU" noProof="0" dirty="0"/>
              <a:t>Source</a:t>
            </a:r>
          </a:p>
        </p:txBody>
      </p:sp>
    </p:spTree>
    <p:extLst>
      <p:ext uri="{BB962C8B-B14F-4D97-AF65-F5344CB8AC3E}">
        <p14:creationId xmlns:p14="http://schemas.microsoft.com/office/powerpoint/2010/main" val="3932086479"/>
      </p:ext>
    </p:extLst>
  </p:cSld>
  <p:clrMapOvr>
    <a:masterClrMapping/>
  </p:clrMapOvr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ight side panel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49297573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02" name="think-cell Slide" r:id="rId5" imgW="270" imgH="270" progId="TCLayout.ActiveDocument.1">
                  <p:embed/>
                </p:oleObj>
              </mc:Choice>
              <mc:Fallback>
                <p:oleObj name="think-cell Slide" r:id="rId5" imgW="270" imgH="270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AU" sz="2800" b="0" i="0" baseline="0" dirty="0">
              <a:latin typeface="Segoe UI Semibold"/>
              <a:ea typeface="+mj-ea"/>
              <a:cs typeface="+mj-cs"/>
              <a:sym typeface="Segoe UI Semibold"/>
            </a:endParaRPr>
          </a:p>
        </p:txBody>
      </p:sp>
      <p:pic>
        <p:nvPicPr>
          <p:cNvPr id="4" name="Picture 3"/>
          <p:cNvPicPr>
            <a:picLocks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5339" cy="109703"/>
          </a:xfrm>
          <a:prstGeom prst="rect">
            <a:avLst/>
          </a:prstGeom>
        </p:spPr>
      </p:pic>
      <p:sp>
        <p:nvSpPr>
          <p:cNvPr id="6" name="Rectangle 5"/>
          <p:cNvSpPr/>
          <p:nvPr userDrawn="1"/>
        </p:nvSpPr>
        <p:spPr>
          <a:xfrm>
            <a:off x="6635906" y="109703"/>
            <a:ext cx="3270094" cy="6748297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AU" noProof="0"/>
          </a:p>
        </p:txBody>
      </p:sp>
      <p:sp>
        <p:nvSpPr>
          <p:cNvPr id="8" name="Text Placeholder 8"/>
          <p:cNvSpPr>
            <a:spLocks noGrp="1"/>
          </p:cNvSpPr>
          <p:nvPr>
            <p:ph type="body" sz="quarter" idx="31"/>
          </p:nvPr>
        </p:nvSpPr>
        <p:spPr>
          <a:xfrm>
            <a:off x="7041232" y="576064"/>
            <a:ext cx="2448271" cy="5688632"/>
          </a:xfrm>
        </p:spPr>
        <p:txBody>
          <a:bodyPr anchor="ctr"/>
          <a:lstStyle>
            <a:lvl1pPr>
              <a:defRPr sz="1600">
                <a:solidFill>
                  <a:schemeClr val="bg2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>
              <a:buClr>
                <a:schemeClr val="bg2"/>
              </a:buClr>
              <a:defRPr sz="1600">
                <a:solidFill>
                  <a:schemeClr val="bg2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2pPr>
            <a:lvl3pPr>
              <a:buClr>
                <a:schemeClr val="bg2"/>
              </a:buClr>
              <a:defRPr sz="1600">
                <a:solidFill>
                  <a:schemeClr val="bg2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3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8841432" y="6392361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E8856DA-B77A-4A94-8E84-45BF77D9376B}" type="slidenum">
              <a:rPr lang="en-AU" sz="1200" noProof="0" smtClean="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AU" sz="1200" noProof="0" dirty="0">
              <a:solidFill>
                <a:schemeClr val="accent3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2" name="Content Placeholder 5"/>
          <p:cNvSpPr>
            <a:spLocks noGrp="1"/>
          </p:cNvSpPr>
          <p:nvPr>
            <p:ph sz="quarter" idx="14"/>
          </p:nvPr>
        </p:nvSpPr>
        <p:spPr>
          <a:xfrm>
            <a:off x="540000" y="1412776"/>
            <a:ext cx="5688000" cy="4515723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13" name="Text Placeholder 2"/>
          <p:cNvSpPr>
            <a:spLocks noGrp="1"/>
          </p:cNvSpPr>
          <p:nvPr>
            <p:ph type="body" sz="quarter" idx="32" hasCustomPrompt="1"/>
          </p:nvPr>
        </p:nvSpPr>
        <p:spPr>
          <a:xfrm>
            <a:off x="540000" y="6021288"/>
            <a:ext cx="5688000" cy="287214"/>
          </a:xfrm>
        </p:spPr>
        <p:txBody>
          <a:bodyPr anchor="ctr"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 lvl="0"/>
            <a:r>
              <a:rPr lang="en-AU" noProof="0" dirty="0"/>
              <a:t>Source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17AB7F47-602E-4EE6-8314-BEBDF4A47D7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504000"/>
            <a:ext cx="5688000" cy="504056"/>
          </a:xfrm>
        </p:spPr>
        <p:txBody>
          <a:bodyPr anchor="ctr" anchorCtr="0"/>
          <a:lstStyle>
            <a:lvl1pPr marL="0" marR="0" indent="0" algn="l" defTabSz="914349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/>
            </a:lvl1pPr>
          </a:lstStyle>
          <a:p>
            <a:pPr lvl="0"/>
            <a:r>
              <a:rPr lang="en-AU" noProof="0" dirty="0"/>
              <a:t>Governing thought</a:t>
            </a:r>
          </a:p>
        </p:txBody>
      </p:sp>
    </p:spTree>
    <p:extLst>
      <p:ext uri="{BB962C8B-B14F-4D97-AF65-F5344CB8AC3E}">
        <p14:creationId xmlns:p14="http://schemas.microsoft.com/office/powerpoint/2010/main" val="3556772803"/>
      </p:ext>
    </p:extLst>
  </p:cSld>
  <p:clrMapOvr>
    <a:masterClrMapping/>
  </p:clrMapOvr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ull quote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59024469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426" name="think-cell Slide" r:id="rId5" imgW="270" imgH="270" progId="TCLayout.ActiveDocument.1">
                  <p:embed/>
                </p:oleObj>
              </mc:Choice>
              <mc:Fallback>
                <p:oleObj name="think-cell Slide" r:id="rId5" imgW="270" imgH="270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AU" sz="2800" b="0" i="0" baseline="0" dirty="0">
              <a:latin typeface="Segoe UI Semibold"/>
              <a:ea typeface="+mj-ea"/>
              <a:cs typeface="+mj-cs"/>
              <a:sym typeface="Segoe UI Semibold"/>
            </a:endParaRPr>
          </a:p>
        </p:txBody>
      </p:sp>
      <p:pic>
        <p:nvPicPr>
          <p:cNvPr id="4" name="Picture 3"/>
          <p:cNvPicPr>
            <a:picLocks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5339" cy="109703"/>
          </a:xfrm>
          <a:prstGeom prst="rect">
            <a:avLst/>
          </a:prstGeom>
        </p:spPr>
      </p:pic>
      <p:sp>
        <p:nvSpPr>
          <p:cNvPr id="6" name="Rectangle 5"/>
          <p:cNvSpPr/>
          <p:nvPr userDrawn="1"/>
        </p:nvSpPr>
        <p:spPr>
          <a:xfrm>
            <a:off x="-3376" y="109703"/>
            <a:ext cx="3270094" cy="6748297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AU" noProof="0"/>
          </a:p>
        </p:txBody>
      </p:sp>
      <p:sp>
        <p:nvSpPr>
          <p:cNvPr id="9" name="Freeform 8"/>
          <p:cNvSpPr>
            <a:spLocks noChangeAspect="1" noEditPoints="1"/>
          </p:cNvSpPr>
          <p:nvPr userDrawn="1"/>
        </p:nvSpPr>
        <p:spPr bwMode="auto">
          <a:xfrm>
            <a:off x="443539" y="980728"/>
            <a:ext cx="422366" cy="339258"/>
          </a:xfrm>
          <a:custGeom>
            <a:avLst/>
            <a:gdLst>
              <a:gd name="T0" fmla="*/ 170 w 285"/>
              <a:gd name="T1" fmla="*/ 229 h 229"/>
              <a:gd name="T2" fmla="*/ 163 w 285"/>
              <a:gd name="T3" fmla="*/ 183 h 229"/>
              <a:gd name="T4" fmla="*/ 165 w 285"/>
              <a:gd name="T5" fmla="*/ 99 h 229"/>
              <a:gd name="T6" fmla="*/ 186 w 285"/>
              <a:gd name="T7" fmla="*/ 29 h 229"/>
              <a:gd name="T8" fmla="*/ 251 w 285"/>
              <a:gd name="T9" fmla="*/ 0 h 229"/>
              <a:gd name="T10" fmla="*/ 284 w 285"/>
              <a:gd name="T11" fmla="*/ 57 h 229"/>
              <a:gd name="T12" fmla="*/ 278 w 285"/>
              <a:gd name="T13" fmla="*/ 66 h 229"/>
              <a:gd name="T14" fmla="*/ 231 w 285"/>
              <a:gd name="T15" fmla="*/ 108 h 229"/>
              <a:gd name="T16" fmla="*/ 284 w 285"/>
              <a:gd name="T17" fmla="*/ 114 h 229"/>
              <a:gd name="T18" fmla="*/ 278 w 285"/>
              <a:gd name="T19" fmla="*/ 229 h 229"/>
              <a:gd name="T20" fmla="*/ 272 w 285"/>
              <a:gd name="T21" fmla="*/ 217 h 229"/>
              <a:gd name="T22" fmla="*/ 224 w 285"/>
              <a:gd name="T23" fmla="*/ 120 h 229"/>
              <a:gd name="T24" fmla="*/ 233 w 285"/>
              <a:gd name="T25" fmla="*/ 68 h 229"/>
              <a:gd name="T26" fmla="*/ 248 w 285"/>
              <a:gd name="T27" fmla="*/ 12 h 229"/>
              <a:gd name="T28" fmla="*/ 196 w 285"/>
              <a:gd name="T29" fmla="*/ 36 h 229"/>
              <a:gd name="T30" fmla="*/ 176 w 285"/>
              <a:gd name="T31" fmla="*/ 100 h 229"/>
              <a:gd name="T32" fmla="*/ 175 w 285"/>
              <a:gd name="T33" fmla="*/ 182 h 229"/>
              <a:gd name="T34" fmla="*/ 116 w 285"/>
              <a:gd name="T35" fmla="*/ 229 h 229"/>
              <a:gd name="T36" fmla="*/ 1 w 285"/>
              <a:gd name="T37" fmla="*/ 223 h 229"/>
              <a:gd name="T38" fmla="*/ 0 w 285"/>
              <a:gd name="T39" fmla="*/ 143 h 229"/>
              <a:gd name="T40" fmla="*/ 9 w 285"/>
              <a:gd name="T41" fmla="*/ 61 h 229"/>
              <a:gd name="T42" fmla="*/ 50 w 285"/>
              <a:gd name="T43" fmla="*/ 8 h 229"/>
              <a:gd name="T44" fmla="*/ 94 w 285"/>
              <a:gd name="T45" fmla="*/ 3 h 229"/>
              <a:gd name="T46" fmla="*/ 121 w 285"/>
              <a:gd name="T47" fmla="*/ 63 h 229"/>
              <a:gd name="T48" fmla="*/ 78 w 285"/>
              <a:gd name="T49" fmla="*/ 77 h 229"/>
              <a:gd name="T50" fmla="*/ 116 w 285"/>
              <a:gd name="T51" fmla="*/ 108 h 229"/>
              <a:gd name="T52" fmla="*/ 122 w 285"/>
              <a:gd name="T53" fmla="*/ 223 h 229"/>
              <a:gd name="T54" fmla="*/ 13 w 285"/>
              <a:gd name="T55" fmla="*/ 217 h 229"/>
              <a:gd name="T56" fmla="*/ 110 w 285"/>
              <a:gd name="T57" fmla="*/ 120 h 229"/>
              <a:gd name="T58" fmla="*/ 55 w 285"/>
              <a:gd name="T59" fmla="*/ 114 h 229"/>
              <a:gd name="T60" fmla="*/ 106 w 285"/>
              <a:gd name="T61" fmla="*/ 54 h 229"/>
              <a:gd name="T62" fmla="*/ 55 w 285"/>
              <a:gd name="T63" fmla="*/ 18 h 229"/>
              <a:gd name="T64" fmla="*/ 20 w 285"/>
              <a:gd name="T65" fmla="*/ 64 h 229"/>
              <a:gd name="T66" fmla="*/ 12 w 285"/>
              <a:gd name="T67" fmla="*/ 143 h 229"/>
              <a:gd name="T68" fmla="*/ 13 w 285"/>
              <a:gd name="T69" fmla="*/ 217 h 22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285" h="229">
                <a:moveTo>
                  <a:pt x="278" y="229"/>
                </a:moveTo>
                <a:cubicBezTo>
                  <a:pt x="170" y="229"/>
                  <a:pt x="170" y="229"/>
                  <a:pt x="170" y="229"/>
                </a:cubicBezTo>
                <a:cubicBezTo>
                  <a:pt x="167" y="229"/>
                  <a:pt x="164" y="226"/>
                  <a:pt x="164" y="223"/>
                </a:cubicBezTo>
                <a:cubicBezTo>
                  <a:pt x="164" y="214"/>
                  <a:pt x="164" y="201"/>
                  <a:pt x="163" y="183"/>
                </a:cubicBezTo>
                <a:cubicBezTo>
                  <a:pt x="163" y="143"/>
                  <a:pt x="163" y="143"/>
                  <a:pt x="163" y="143"/>
                </a:cubicBezTo>
                <a:cubicBezTo>
                  <a:pt x="163" y="126"/>
                  <a:pt x="163" y="112"/>
                  <a:pt x="165" y="99"/>
                </a:cubicBezTo>
                <a:cubicBezTo>
                  <a:pt x="165" y="88"/>
                  <a:pt x="167" y="77"/>
                  <a:pt x="171" y="62"/>
                </a:cubicBezTo>
                <a:cubicBezTo>
                  <a:pt x="174" y="49"/>
                  <a:pt x="179" y="38"/>
                  <a:pt x="186" y="29"/>
                </a:cubicBezTo>
                <a:cubicBezTo>
                  <a:pt x="192" y="20"/>
                  <a:pt x="201" y="13"/>
                  <a:pt x="213" y="8"/>
                </a:cubicBezTo>
                <a:cubicBezTo>
                  <a:pt x="224" y="3"/>
                  <a:pt x="237" y="0"/>
                  <a:pt x="251" y="0"/>
                </a:cubicBezTo>
                <a:cubicBezTo>
                  <a:pt x="254" y="0"/>
                  <a:pt x="256" y="1"/>
                  <a:pt x="257" y="3"/>
                </a:cubicBezTo>
                <a:cubicBezTo>
                  <a:pt x="284" y="57"/>
                  <a:pt x="284" y="57"/>
                  <a:pt x="284" y="57"/>
                </a:cubicBezTo>
                <a:cubicBezTo>
                  <a:pt x="285" y="59"/>
                  <a:pt x="285" y="61"/>
                  <a:pt x="283" y="63"/>
                </a:cubicBezTo>
                <a:cubicBezTo>
                  <a:pt x="282" y="65"/>
                  <a:pt x="280" y="66"/>
                  <a:pt x="278" y="66"/>
                </a:cubicBezTo>
                <a:cubicBezTo>
                  <a:pt x="261" y="66"/>
                  <a:pt x="249" y="70"/>
                  <a:pt x="241" y="77"/>
                </a:cubicBezTo>
                <a:cubicBezTo>
                  <a:pt x="235" y="83"/>
                  <a:pt x="231" y="94"/>
                  <a:pt x="231" y="108"/>
                </a:cubicBezTo>
                <a:cubicBezTo>
                  <a:pt x="278" y="108"/>
                  <a:pt x="278" y="108"/>
                  <a:pt x="278" y="108"/>
                </a:cubicBezTo>
                <a:cubicBezTo>
                  <a:pt x="282" y="108"/>
                  <a:pt x="284" y="111"/>
                  <a:pt x="284" y="114"/>
                </a:cubicBezTo>
                <a:cubicBezTo>
                  <a:pt x="284" y="223"/>
                  <a:pt x="284" y="223"/>
                  <a:pt x="284" y="223"/>
                </a:cubicBezTo>
                <a:cubicBezTo>
                  <a:pt x="284" y="226"/>
                  <a:pt x="282" y="229"/>
                  <a:pt x="278" y="229"/>
                </a:cubicBezTo>
                <a:close/>
                <a:moveTo>
                  <a:pt x="176" y="217"/>
                </a:moveTo>
                <a:cubicBezTo>
                  <a:pt x="272" y="217"/>
                  <a:pt x="272" y="217"/>
                  <a:pt x="272" y="217"/>
                </a:cubicBezTo>
                <a:cubicBezTo>
                  <a:pt x="272" y="120"/>
                  <a:pt x="272" y="120"/>
                  <a:pt x="272" y="120"/>
                </a:cubicBezTo>
                <a:cubicBezTo>
                  <a:pt x="224" y="120"/>
                  <a:pt x="224" y="120"/>
                  <a:pt x="224" y="120"/>
                </a:cubicBezTo>
                <a:cubicBezTo>
                  <a:pt x="221" y="120"/>
                  <a:pt x="218" y="118"/>
                  <a:pt x="218" y="114"/>
                </a:cubicBezTo>
                <a:cubicBezTo>
                  <a:pt x="218" y="94"/>
                  <a:pt x="223" y="78"/>
                  <a:pt x="233" y="68"/>
                </a:cubicBezTo>
                <a:cubicBezTo>
                  <a:pt x="241" y="60"/>
                  <a:pt x="253" y="56"/>
                  <a:pt x="269" y="54"/>
                </a:cubicBezTo>
                <a:cubicBezTo>
                  <a:pt x="248" y="12"/>
                  <a:pt x="248" y="12"/>
                  <a:pt x="248" y="12"/>
                </a:cubicBezTo>
                <a:cubicBezTo>
                  <a:pt x="236" y="12"/>
                  <a:pt x="226" y="15"/>
                  <a:pt x="218" y="18"/>
                </a:cubicBezTo>
                <a:cubicBezTo>
                  <a:pt x="208" y="23"/>
                  <a:pt x="201" y="29"/>
                  <a:pt x="196" y="36"/>
                </a:cubicBezTo>
                <a:cubicBezTo>
                  <a:pt x="190" y="44"/>
                  <a:pt x="185" y="54"/>
                  <a:pt x="183" y="64"/>
                </a:cubicBezTo>
                <a:cubicBezTo>
                  <a:pt x="179" y="79"/>
                  <a:pt x="177" y="90"/>
                  <a:pt x="176" y="100"/>
                </a:cubicBezTo>
                <a:cubicBezTo>
                  <a:pt x="175" y="112"/>
                  <a:pt x="175" y="126"/>
                  <a:pt x="175" y="143"/>
                </a:cubicBezTo>
                <a:cubicBezTo>
                  <a:pt x="175" y="182"/>
                  <a:pt x="175" y="182"/>
                  <a:pt x="175" y="182"/>
                </a:cubicBezTo>
                <a:cubicBezTo>
                  <a:pt x="176" y="197"/>
                  <a:pt x="176" y="208"/>
                  <a:pt x="176" y="217"/>
                </a:cubicBezTo>
                <a:close/>
                <a:moveTo>
                  <a:pt x="116" y="229"/>
                </a:moveTo>
                <a:cubicBezTo>
                  <a:pt x="7" y="229"/>
                  <a:pt x="7" y="229"/>
                  <a:pt x="7" y="229"/>
                </a:cubicBezTo>
                <a:cubicBezTo>
                  <a:pt x="4" y="229"/>
                  <a:pt x="1" y="226"/>
                  <a:pt x="1" y="223"/>
                </a:cubicBezTo>
                <a:cubicBezTo>
                  <a:pt x="1" y="214"/>
                  <a:pt x="1" y="201"/>
                  <a:pt x="1" y="183"/>
                </a:cubicBezTo>
                <a:cubicBezTo>
                  <a:pt x="0" y="165"/>
                  <a:pt x="0" y="151"/>
                  <a:pt x="0" y="143"/>
                </a:cubicBezTo>
                <a:cubicBezTo>
                  <a:pt x="0" y="126"/>
                  <a:pt x="1" y="112"/>
                  <a:pt x="1" y="99"/>
                </a:cubicBezTo>
                <a:cubicBezTo>
                  <a:pt x="3" y="84"/>
                  <a:pt x="5" y="72"/>
                  <a:pt x="9" y="61"/>
                </a:cubicBezTo>
                <a:cubicBezTo>
                  <a:pt x="12" y="48"/>
                  <a:pt x="17" y="37"/>
                  <a:pt x="23" y="29"/>
                </a:cubicBezTo>
                <a:cubicBezTo>
                  <a:pt x="31" y="20"/>
                  <a:pt x="39" y="13"/>
                  <a:pt x="50" y="8"/>
                </a:cubicBezTo>
                <a:cubicBezTo>
                  <a:pt x="61" y="2"/>
                  <a:pt x="75" y="0"/>
                  <a:pt x="89" y="0"/>
                </a:cubicBezTo>
                <a:cubicBezTo>
                  <a:pt x="91" y="0"/>
                  <a:pt x="93" y="1"/>
                  <a:pt x="94" y="3"/>
                </a:cubicBezTo>
                <a:cubicBezTo>
                  <a:pt x="121" y="57"/>
                  <a:pt x="121" y="57"/>
                  <a:pt x="121" y="57"/>
                </a:cubicBezTo>
                <a:cubicBezTo>
                  <a:pt x="122" y="59"/>
                  <a:pt x="122" y="61"/>
                  <a:pt x="121" y="63"/>
                </a:cubicBezTo>
                <a:cubicBezTo>
                  <a:pt x="120" y="65"/>
                  <a:pt x="118" y="66"/>
                  <a:pt x="116" y="66"/>
                </a:cubicBezTo>
                <a:cubicBezTo>
                  <a:pt x="99" y="66"/>
                  <a:pt x="86" y="70"/>
                  <a:pt x="78" y="77"/>
                </a:cubicBezTo>
                <a:cubicBezTo>
                  <a:pt x="72" y="83"/>
                  <a:pt x="68" y="94"/>
                  <a:pt x="68" y="108"/>
                </a:cubicBezTo>
                <a:cubicBezTo>
                  <a:pt x="116" y="108"/>
                  <a:pt x="116" y="108"/>
                  <a:pt x="116" y="108"/>
                </a:cubicBezTo>
                <a:cubicBezTo>
                  <a:pt x="119" y="108"/>
                  <a:pt x="122" y="111"/>
                  <a:pt x="122" y="114"/>
                </a:cubicBezTo>
                <a:cubicBezTo>
                  <a:pt x="122" y="223"/>
                  <a:pt x="122" y="223"/>
                  <a:pt x="122" y="223"/>
                </a:cubicBezTo>
                <a:cubicBezTo>
                  <a:pt x="122" y="226"/>
                  <a:pt x="119" y="229"/>
                  <a:pt x="116" y="229"/>
                </a:cubicBezTo>
                <a:close/>
                <a:moveTo>
                  <a:pt x="13" y="217"/>
                </a:moveTo>
                <a:cubicBezTo>
                  <a:pt x="110" y="217"/>
                  <a:pt x="110" y="217"/>
                  <a:pt x="110" y="217"/>
                </a:cubicBezTo>
                <a:cubicBezTo>
                  <a:pt x="110" y="120"/>
                  <a:pt x="110" y="120"/>
                  <a:pt x="110" y="120"/>
                </a:cubicBezTo>
                <a:cubicBezTo>
                  <a:pt x="61" y="120"/>
                  <a:pt x="61" y="120"/>
                  <a:pt x="61" y="120"/>
                </a:cubicBezTo>
                <a:cubicBezTo>
                  <a:pt x="58" y="120"/>
                  <a:pt x="55" y="118"/>
                  <a:pt x="55" y="114"/>
                </a:cubicBezTo>
                <a:cubicBezTo>
                  <a:pt x="55" y="94"/>
                  <a:pt x="60" y="78"/>
                  <a:pt x="70" y="68"/>
                </a:cubicBezTo>
                <a:cubicBezTo>
                  <a:pt x="78" y="60"/>
                  <a:pt x="90" y="56"/>
                  <a:pt x="106" y="54"/>
                </a:cubicBezTo>
                <a:cubicBezTo>
                  <a:pt x="85" y="12"/>
                  <a:pt x="85" y="12"/>
                  <a:pt x="85" y="12"/>
                </a:cubicBezTo>
                <a:cubicBezTo>
                  <a:pt x="74" y="12"/>
                  <a:pt x="64" y="15"/>
                  <a:pt x="55" y="18"/>
                </a:cubicBezTo>
                <a:cubicBezTo>
                  <a:pt x="46" y="23"/>
                  <a:pt x="39" y="28"/>
                  <a:pt x="33" y="36"/>
                </a:cubicBezTo>
                <a:cubicBezTo>
                  <a:pt x="28" y="43"/>
                  <a:pt x="23" y="52"/>
                  <a:pt x="20" y="64"/>
                </a:cubicBezTo>
                <a:cubicBezTo>
                  <a:pt x="17" y="75"/>
                  <a:pt x="15" y="86"/>
                  <a:pt x="13" y="100"/>
                </a:cubicBezTo>
                <a:cubicBezTo>
                  <a:pt x="13" y="113"/>
                  <a:pt x="12" y="126"/>
                  <a:pt x="12" y="143"/>
                </a:cubicBezTo>
                <a:cubicBezTo>
                  <a:pt x="12" y="151"/>
                  <a:pt x="12" y="164"/>
                  <a:pt x="13" y="182"/>
                </a:cubicBezTo>
                <a:cubicBezTo>
                  <a:pt x="13" y="197"/>
                  <a:pt x="13" y="208"/>
                  <a:pt x="13" y="217"/>
                </a:cubicBezTo>
                <a:close/>
              </a:path>
            </a:pathLst>
          </a:custGeom>
          <a:gradFill>
            <a:gsLst>
              <a:gs pos="0">
                <a:schemeClr val="bg2"/>
              </a:gs>
              <a:gs pos="50000">
                <a:schemeClr val="tx2"/>
              </a:gs>
              <a:gs pos="100000">
                <a:schemeClr val="accent6"/>
              </a:gs>
            </a:gsLst>
            <a:lin ang="0" scaled="0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/>
            <a:endParaRPr lang="en-AU" noProof="0"/>
          </a:p>
        </p:txBody>
      </p:sp>
      <p:sp>
        <p:nvSpPr>
          <p:cNvPr id="10" name="Freeform 9"/>
          <p:cNvSpPr>
            <a:spLocks noChangeAspect="1" noEditPoints="1"/>
          </p:cNvSpPr>
          <p:nvPr userDrawn="1"/>
        </p:nvSpPr>
        <p:spPr bwMode="auto">
          <a:xfrm rot="10800000">
            <a:off x="2397437" y="5589240"/>
            <a:ext cx="422366" cy="339258"/>
          </a:xfrm>
          <a:custGeom>
            <a:avLst/>
            <a:gdLst>
              <a:gd name="T0" fmla="*/ 170 w 285"/>
              <a:gd name="T1" fmla="*/ 229 h 229"/>
              <a:gd name="T2" fmla="*/ 163 w 285"/>
              <a:gd name="T3" fmla="*/ 183 h 229"/>
              <a:gd name="T4" fmla="*/ 165 w 285"/>
              <a:gd name="T5" fmla="*/ 99 h 229"/>
              <a:gd name="T6" fmla="*/ 186 w 285"/>
              <a:gd name="T7" fmla="*/ 29 h 229"/>
              <a:gd name="T8" fmla="*/ 251 w 285"/>
              <a:gd name="T9" fmla="*/ 0 h 229"/>
              <a:gd name="T10" fmla="*/ 284 w 285"/>
              <a:gd name="T11" fmla="*/ 57 h 229"/>
              <a:gd name="T12" fmla="*/ 278 w 285"/>
              <a:gd name="T13" fmla="*/ 66 h 229"/>
              <a:gd name="T14" fmla="*/ 231 w 285"/>
              <a:gd name="T15" fmla="*/ 108 h 229"/>
              <a:gd name="T16" fmla="*/ 284 w 285"/>
              <a:gd name="T17" fmla="*/ 114 h 229"/>
              <a:gd name="T18" fmla="*/ 278 w 285"/>
              <a:gd name="T19" fmla="*/ 229 h 229"/>
              <a:gd name="T20" fmla="*/ 272 w 285"/>
              <a:gd name="T21" fmla="*/ 217 h 229"/>
              <a:gd name="T22" fmla="*/ 224 w 285"/>
              <a:gd name="T23" fmla="*/ 120 h 229"/>
              <a:gd name="T24" fmla="*/ 233 w 285"/>
              <a:gd name="T25" fmla="*/ 68 h 229"/>
              <a:gd name="T26" fmla="*/ 248 w 285"/>
              <a:gd name="T27" fmla="*/ 12 h 229"/>
              <a:gd name="T28" fmla="*/ 196 w 285"/>
              <a:gd name="T29" fmla="*/ 36 h 229"/>
              <a:gd name="T30" fmla="*/ 176 w 285"/>
              <a:gd name="T31" fmla="*/ 100 h 229"/>
              <a:gd name="T32" fmla="*/ 175 w 285"/>
              <a:gd name="T33" fmla="*/ 182 h 229"/>
              <a:gd name="T34" fmla="*/ 116 w 285"/>
              <a:gd name="T35" fmla="*/ 229 h 229"/>
              <a:gd name="T36" fmla="*/ 1 w 285"/>
              <a:gd name="T37" fmla="*/ 223 h 229"/>
              <a:gd name="T38" fmla="*/ 0 w 285"/>
              <a:gd name="T39" fmla="*/ 143 h 229"/>
              <a:gd name="T40" fmla="*/ 9 w 285"/>
              <a:gd name="T41" fmla="*/ 61 h 229"/>
              <a:gd name="T42" fmla="*/ 50 w 285"/>
              <a:gd name="T43" fmla="*/ 8 h 229"/>
              <a:gd name="T44" fmla="*/ 94 w 285"/>
              <a:gd name="T45" fmla="*/ 3 h 229"/>
              <a:gd name="T46" fmla="*/ 121 w 285"/>
              <a:gd name="T47" fmla="*/ 63 h 229"/>
              <a:gd name="T48" fmla="*/ 78 w 285"/>
              <a:gd name="T49" fmla="*/ 77 h 229"/>
              <a:gd name="T50" fmla="*/ 116 w 285"/>
              <a:gd name="T51" fmla="*/ 108 h 229"/>
              <a:gd name="T52" fmla="*/ 122 w 285"/>
              <a:gd name="T53" fmla="*/ 223 h 229"/>
              <a:gd name="T54" fmla="*/ 13 w 285"/>
              <a:gd name="T55" fmla="*/ 217 h 229"/>
              <a:gd name="T56" fmla="*/ 110 w 285"/>
              <a:gd name="T57" fmla="*/ 120 h 229"/>
              <a:gd name="T58" fmla="*/ 55 w 285"/>
              <a:gd name="T59" fmla="*/ 114 h 229"/>
              <a:gd name="T60" fmla="*/ 106 w 285"/>
              <a:gd name="T61" fmla="*/ 54 h 229"/>
              <a:gd name="T62" fmla="*/ 55 w 285"/>
              <a:gd name="T63" fmla="*/ 18 h 229"/>
              <a:gd name="T64" fmla="*/ 20 w 285"/>
              <a:gd name="T65" fmla="*/ 64 h 229"/>
              <a:gd name="T66" fmla="*/ 12 w 285"/>
              <a:gd name="T67" fmla="*/ 143 h 229"/>
              <a:gd name="T68" fmla="*/ 13 w 285"/>
              <a:gd name="T69" fmla="*/ 217 h 22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285" h="229">
                <a:moveTo>
                  <a:pt x="278" y="229"/>
                </a:moveTo>
                <a:cubicBezTo>
                  <a:pt x="170" y="229"/>
                  <a:pt x="170" y="229"/>
                  <a:pt x="170" y="229"/>
                </a:cubicBezTo>
                <a:cubicBezTo>
                  <a:pt x="167" y="229"/>
                  <a:pt x="164" y="226"/>
                  <a:pt x="164" y="223"/>
                </a:cubicBezTo>
                <a:cubicBezTo>
                  <a:pt x="164" y="214"/>
                  <a:pt x="164" y="201"/>
                  <a:pt x="163" y="183"/>
                </a:cubicBezTo>
                <a:cubicBezTo>
                  <a:pt x="163" y="143"/>
                  <a:pt x="163" y="143"/>
                  <a:pt x="163" y="143"/>
                </a:cubicBezTo>
                <a:cubicBezTo>
                  <a:pt x="163" y="126"/>
                  <a:pt x="163" y="112"/>
                  <a:pt x="165" y="99"/>
                </a:cubicBezTo>
                <a:cubicBezTo>
                  <a:pt x="165" y="88"/>
                  <a:pt x="167" y="77"/>
                  <a:pt x="171" y="62"/>
                </a:cubicBezTo>
                <a:cubicBezTo>
                  <a:pt x="174" y="49"/>
                  <a:pt x="179" y="38"/>
                  <a:pt x="186" y="29"/>
                </a:cubicBezTo>
                <a:cubicBezTo>
                  <a:pt x="192" y="20"/>
                  <a:pt x="201" y="13"/>
                  <a:pt x="213" y="8"/>
                </a:cubicBezTo>
                <a:cubicBezTo>
                  <a:pt x="224" y="3"/>
                  <a:pt x="237" y="0"/>
                  <a:pt x="251" y="0"/>
                </a:cubicBezTo>
                <a:cubicBezTo>
                  <a:pt x="254" y="0"/>
                  <a:pt x="256" y="1"/>
                  <a:pt x="257" y="3"/>
                </a:cubicBezTo>
                <a:cubicBezTo>
                  <a:pt x="284" y="57"/>
                  <a:pt x="284" y="57"/>
                  <a:pt x="284" y="57"/>
                </a:cubicBezTo>
                <a:cubicBezTo>
                  <a:pt x="285" y="59"/>
                  <a:pt x="285" y="61"/>
                  <a:pt x="283" y="63"/>
                </a:cubicBezTo>
                <a:cubicBezTo>
                  <a:pt x="282" y="65"/>
                  <a:pt x="280" y="66"/>
                  <a:pt x="278" y="66"/>
                </a:cubicBezTo>
                <a:cubicBezTo>
                  <a:pt x="261" y="66"/>
                  <a:pt x="249" y="70"/>
                  <a:pt x="241" y="77"/>
                </a:cubicBezTo>
                <a:cubicBezTo>
                  <a:pt x="235" y="83"/>
                  <a:pt x="231" y="94"/>
                  <a:pt x="231" y="108"/>
                </a:cubicBezTo>
                <a:cubicBezTo>
                  <a:pt x="278" y="108"/>
                  <a:pt x="278" y="108"/>
                  <a:pt x="278" y="108"/>
                </a:cubicBezTo>
                <a:cubicBezTo>
                  <a:pt x="282" y="108"/>
                  <a:pt x="284" y="111"/>
                  <a:pt x="284" y="114"/>
                </a:cubicBezTo>
                <a:cubicBezTo>
                  <a:pt x="284" y="223"/>
                  <a:pt x="284" y="223"/>
                  <a:pt x="284" y="223"/>
                </a:cubicBezTo>
                <a:cubicBezTo>
                  <a:pt x="284" y="226"/>
                  <a:pt x="282" y="229"/>
                  <a:pt x="278" y="229"/>
                </a:cubicBezTo>
                <a:close/>
                <a:moveTo>
                  <a:pt x="176" y="217"/>
                </a:moveTo>
                <a:cubicBezTo>
                  <a:pt x="272" y="217"/>
                  <a:pt x="272" y="217"/>
                  <a:pt x="272" y="217"/>
                </a:cubicBezTo>
                <a:cubicBezTo>
                  <a:pt x="272" y="120"/>
                  <a:pt x="272" y="120"/>
                  <a:pt x="272" y="120"/>
                </a:cubicBezTo>
                <a:cubicBezTo>
                  <a:pt x="224" y="120"/>
                  <a:pt x="224" y="120"/>
                  <a:pt x="224" y="120"/>
                </a:cubicBezTo>
                <a:cubicBezTo>
                  <a:pt x="221" y="120"/>
                  <a:pt x="218" y="118"/>
                  <a:pt x="218" y="114"/>
                </a:cubicBezTo>
                <a:cubicBezTo>
                  <a:pt x="218" y="94"/>
                  <a:pt x="223" y="78"/>
                  <a:pt x="233" y="68"/>
                </a:cubicBezTo>
                <a:cubicBezTo>
                  <a:pt x="241" y="60"/>
                  <a:pt x="253" y="56"/>
                  <a:pt x="269" y="54"/>
                </a:cubicBezTo>
                <a:cubicBezTo>
                  <a:pt x="248" y="12"/>
                  <a:pt x="248" y="12"/>
                  <a:pt x="248" y="12"/>
                </a:cubicBezTo>
                <a:cubicBezTo>
                  <a:pt x="236" y="12"/>
                  <a:pt x="226" y="15"/>
                  <a:pt x="218" y="18"/>
                </a:cubicBezTo>
                <a:cubicBezTo>
                  <a:pt x="208" y="23"/>
                  <a:pt x="201" y="29"/>
                  <a:pt x="196" y="36"/>
                </a:cubicBezTo>
                <a:cubicBezTo>
                  <a:pt x="190" y="44"/>
                  <a:pt x="185" y="54"/>
                  <a:pt x="183" y="64"/>
                </a:cubicBezTo>
                <a:cubicBezTo>
                  <a:pt x="179" y="79"/>
                  <a:pt x="177" y="90"/>
                  <a:pt x="176" y="100"/>
                </a:cubicBezTo>
                <a:cubicBezTo>
                  <a:pt x="175" y="112"/>
                  <a:pt x="175" y="126"/>
                  <a:pt x="175" y="143"/>
                </a:cubicBezTo>
                <a:cubicBezTo>
                  <a:pt x="175" y="182"/>
                  <a:pt x="175" y="182"/>
                  <a:pt x="175" y="182"/>
                </a:cubicBezTo>
                <a:cubicBezTo>
                  <a:pt x="176" y="197"/>
                  <a:pt x="176" y="208"/>
                  <a:pt x="176" y="217"/>
                </a:cubicBezTo>
                <a:close/>
                <a:moveTo>
                  <a:pt x="116" y="229"/>
                </a:moveTo>
                <a:cubicBezTo>
                  <a:pt x="7" y="229"/>
                  <a:pt x="7" y="229"/>
                  <a:pt x="7" y="229"/>
                </a:cubicBezTo>
                <a:cubicBezTo>
                  <a:pt x="4" y="229"/>
                  <a:pt x="1" y="226"/>
                  <a:pt x="1" y="223"/>
                </a:cubicBezTo>
                <a:cubicBezTo>
                  <a:pt x="1" y="214"/>
                  <a:pt x="1" y="201"/>
                  <a:pt x="1" y="183"/>
                </a:cubicBezTo>
                <a:cubicBezTo>
                  <a:pt x="0" y="165"/>
                  <a:pt x="0" y="151"/>
                  <a:pt x="0" y="143"/>
                </a:cubicBezTo>
                <a:cubicBezTo>
                  <a:pt x="0" y="126"/>
                  <a:pt x="1" y="112"/>
                  <a:pt x="1" y="99"/>
                </a:cubicBezTo>
                <a:cubicBezTo>
                  <a:pt x="3" y="84"/>
                  <a:pt x="5" y="72"/>
                  <a:pt x="9" y="61"/>
                </a:cubicBezTo>
                <a:cubicBezTo>
                  <a:pt x="12" y="48"/>
                  <a:pt x="17" y="37"/>
                  <a:pt x="23" y="29"/>
                </a:cubicBezTo>
                <a:cubicBezTo>
                  <a:pt x="31" y="20"/>
                  <a:pt x="39" y="13"/>
                  <a:pt x="50" y="8"/>
                </a:cubicBezTo>
                <a:cubicBezTo>
                  <a:pt x="61" y="2"/>
                  <a:pt x="75" y="0"/>
                  <a:pt x="89" y="0"/>
                </a:cubicBezTo>
                <a:cubicBezTo>
                  <a:pt x="91" y="0"/>
                  <a:pt x="93" y="1"/>
                  <a:pt x="94" y="3"/>
                </a:cubicBezTo>
                <a:cubicBezTo>
                  <a:pt x="121" y="57"/>
                  <a:pt x="121" y="57"/>
                  <a:pt x="121" y="57"/>
                </a:cubicBezTo>
                <a:cubicBezTo>
                  <a:pt x="122" y="59"/>
                  <a:pt x="122" y="61"/>
                  <a:pt x="121" y="63"/>
                </a:cubicBezTo>
                <a:cubicBezTo>
                  <a:pt x="120" y="65"/>
                  <a:pt x="118" y="66"/>
                  <a:pt x="116" y="66"/>
                </a:cubicBezTo>
                <a:cubicBezTo>
                  <a:pt x="99" y="66"/>
                  <a:pt x="86" y="70"/>
                  <a:pt x="78" y="77"/>
                </a:cubicBezTo>
                <a:cubicBezTo>
                  <a:pt x="72" y="83"/>
                  <a:pt x="68" y="94"/>
                  <a:pt x="68" y="108"/>
                </a:cubicBezTo>
                <a:cubicBezTo>
                  <a:pt x="116" y="108"/>
                  <a:pt x="116" y="108"/>
                  <a:pt x="116" y="108"/>
                </a:cubicBezTo>
                <a:cubicBezTo>
                  <a:pt x="119" y="108"/>
                  <a:pt x="122" y="111"/>
                  <a:pt x="122" y="114"/>
                </a:cubicBezTo>
                <a:cubicBezTo>
                  <a:pt x="122" y="223"/>
                  <a:pt x="122" y="223"/>
                  <a:pt x="122" y="223"/>
                </a:cubicBezTo>
                <a:cubicBezTo>
                  <a:pt x="122" y="226"/>
                  <a:pt x="119" y="229"/>
                  <a:pt x="116" y="229"/>
                </a:cubicBezTo>
                <a:close/>
                <a:moveTo>
                  <a:pt x="13" y="217"/>
                </a:moveTo>
                <a:cubicBezTo>
                  <a:pt x="110" y="217"/>
                  <a:pt x="110" y="217"/>
                  <a:pt x="110" y="217"/>
                </a:cubicBezTo>
                <a:cubicBezTo>
                  <a:pt x="110" y="120"/>
                  <a:pt x="110" y="120"/>
                  <a:pt x="110" y="120"/>
                </a:cubicBezTo>
                <a:cubicBezTo>
                  <a:pt x="61" y="120"/>
                  <a:pt x="61" y="120"/>
                  <a:pt x="61" y="120"/>
                </a:cubicBezTo>
                <a:cubicBezTo>
                  <a:pt x="58" y="120"/>
                  <a:pt x="55" y="118"/>
                  <a:pt x="55" y="114"/>
                </a:cubicBezTo>
                <a:cubicBezTo>
                  <a:pt x="55" y="94"/>
                  <a:pt x="60" y="78"/>
                  <a:pt x="70" y="68"/>
                </a:cubicBezTo>
                <a:cubicBezTo>
                  <a:pt x="78" y="60"/>
                  <a:pt x="90" y="56"/>
                  <a:pt x="106" y="54"/>
                </a:cubicBezTo>
                <a:cubicBezTo>
                  <a:pt x="85" y="12"/>
                  <a:pt x="85" y="12"/>
                  <a:pt x="85" y="12"/>
                </a:cubicBezTo>
                <a:cubicBezTo>
                  <a:pt x="74" y="12"/>
                  <a:pt x="64" y="15"/>
                  <a:pt x="55" y="18"/>
                </a:cubicBezTo>
                <a:cubicBezTo>
                  <a:pt x="46" y="23"/>
                  <a:pt x="39" y="28"/>
                  <a:pt x="33" y="36"/>
                </a:cubicBezTo>
                <a:cubicBezTo>
                  <a:pt x="28" y="43"/>
                  <a:pt x="23" y="52"/>
                  <a:pt x="20" y="64"/>
                </a:cubicBezTo>
                <a:cubicBezTo>
                  <a:pt x="17" y="75"/>
                  <a:pt x="15" y="86"/>
                  <a:pt x="13" y="100"/>
                </a:cubicBezTo>
                <a:cubicBezTo>
                  <a:pt x="13" y="113"/>
                  <a:pt x="12" y="126"/>
                  <a:pt x="12" y="143"/>
                </a:cubicBezTo>
                <a:cubicBezTo>
                  <a:pt x="12" y="151"/>
                  <a:pt x="12" y="164"/>
                  <a:pt x="13" y="182"/>
                </a:cubicBezTo>
                <a:cubicBezTo>
                  <a:pt x="13" y="197"/>
                  <a:pt x="13" y="208"/>
                  <a:pt x="13" y="217"/>
                </a:cubicBezTo>
                <a:close/>
              </a:path>
            </a:pathLst>
          </a:custGeom>
          <a:gradFill>
            <a:gsLst>
              <a:gs pos="0">
                <a:schemeClr val="bg2"/>
              </a:gs>
              <a:gs pos="50000">
                <a:schemeClr val="tx2"/>
              </a:gs>
              <a:gs pos="100000">
                <a:schemeClr val="accent6"/>
              </a:gs>
            </a:gsLst>
            <a:lin ang="0" scaled="0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/>
            <a:endParaRPr lang="en-AU" noProof="0"/>
          </a:p>
        </p:txBody>
      </p:sp>
      <p:sp>
        <p:nvSpPr>
          <p:cNvPr id="11" name="Text Placeholder 3"/>
          <p:cNvSpPr>
            <a:spLocks noGrp="1"/>
          </p:cNvSpPr>
          <p:nvPr>
            <p:ph type="body" sz="quarter" idx="15" hasCustomPrompt="1"/>
          </p:nvPr>
        </p:nvSpPr>
        <p:spPr>
          <a:xfrm>
            <a:off x="443539" y="1600610"/>
            <a:ext cx="2376264" cy="3700598"/>
          </a:xfrm>
        </p:spPr>
        <p:txBody>
          <a:bodyPr anchor="ctr"/>
          <a:lstStyle>
            <a:lvl1pPr algn="ctr">
              <a:defRPr sz="1800" i="0">
                <a:solidFill>
                  <a:schemeClr val="bg2"/>
                </a:solidFill>
                <a:latin typeface="Segoe UI Semilight" panose="020B0402040204020203" pitchFamily="34" charset="0"/>
                <a:ea typeface="Segoe UI" panose="020B0502040204020203" pitchFamily="34" charset="0"/>
                <a:cs typeface="Segoe UI Semilight" panose="020B0402040204020203" pitchFamily="34" charset="0"/>
              </a:defRPr>
            </a:lvl1pPr>
            <a:lvl2pPr>
              <a:defRPr>
                <a:solidFill>
                  <a:schemeClr val="bg1"/>
                </a:solidFill>
                <a:latin typeface="Segoe UI Semibold" panose="020B0702040204020203" pitchFamily="34" charset="0"/>
              </a:defRPr>
            </a:lvl2pPr>
            <a:lvl3pPr>
              <a:defRPr>
                <a:solidFill>
                  <a:schemeClr val="bg1"/>
                </a:solidFill>
                <a:latin typeface="Segoe UI Semibold" panose="020B0702040204020203" pitchFamily="34" charset="0"/>
              </a:defRPr>
            </a:lvl3pPr>
            <a:lvl4pPr>
              <a:defRPr>
                <a:solidFill>
                  <a:schemeClr val="bg1"/>
                </a:solidFill>
                <a:latin typeface="Segoe UI Semibold" panose="020B0702040204020203" pitchFamily="34" charset="0"/>
              </a:defRPr>
            </a:lvl4pPr>
            <a:lvl5pPr>
              <a:defRPr>
                <a:solidFill>
                  <a:schemeClr val="bg1"/>
                </a:solidFill>
                <a:latin typeface="Segoe UI Semibold" panose="020B0702040204020203" pitchFamily="34" charset="0"/>
              </a:defRPr>
            </a:lvl5pPr>
          </a:lstStyle>
          <a:p>
            <a:pPr lvl="0"/>
            <a:r>
              <a:rPr lang="en-AU" noProof="0" dirty="0"/>
              <a:t>Pull Quote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8841432" y="6392361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E8856DA-B77A-4A94-8E84-45BF77D9376B}" type="slidenum">
              <a:rPr lang="en-AU" sz="1200" noProof="0" smtClean="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AU" sz="1200" noProof="0" dirty="0">
              <a:solidFill>
                <a:schemeClr val="accent3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9810F382-8A4C-462A-9276-BB30CEE50F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36000" y="504000"/>
            <a:ext cx="5760000" cy="504056"/>
          </a:xfrm>
        </p:spPr>
        <p:txBody>
          <a:bodyPr anchor="ctr" anchorCtr="0"/>
          <a:lstStyle>
            <a:lvl1pPr marL="0" marR="0" indent="0" algn="l" defTabSz="914349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/>
            </a:lvl1pPr>
          </a:lstStyle>
          <a:p>
            <a:pPr lvl="0"/>
            <a:r>
              <a:rPr lang="en-AU" noProof="0" dirty="0"/>
              <a:t>Governing thought</a:t>
            </a:r>
          </a:p>
        </p:txBody>
      </p:sp>
      <p:sp>
        <p:nvSpPr>
          <p:cNvPr id="16" name="Content Placeholder 5"/>
          <p:cNvSpPr>
            <a:spLocks noGrp="1"/>
          </p:cNvSpPr>
          <p:nvPr>
            <p:ph sz="quarter" idx="14"/>
          </p:nvPr>
        </p:nvSpPr>
        <p:spPr>
          <a:xfrm>
            <a:off x="3636000" y="1412776"/>
            <a:ext cx="5760000" cy="4536504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17" name="Text Placeholder 2"/>
          <p:cNvSpPr>
            <a:spLocks noGrp="1"/>
          </p:cNvSpPr>
          <p:nvPr>
            <p:ph type="body" sz="quarter" idx="32" hasCustomPrompt="1"/>
          </p:nvPr>
        </p:nvSpPr>
        <p:spPr>
          <a:xfrm>
            <a:off x="3636000" y="6021288"/>
            <a:ext cx="5760765" cy="287214"/>
          </a:xfrm>
        </p:spPr>
        <p:txBody>
          <a:bodyPr anchor="ctr"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 lvl="0"/>
            <a:r>
              <a:rPr lang="en-AU" noProof="0" dirty="0"/>
              <a:t>Source</a:t>
            </a:r>
          </a:p>
        </p:txBody>
      </p:sp>
    </p:spTree>
    <p:extLst>
      <p:ext uri="{BB962C8B-B14F-4D97-AF65-F5344CB8AC3E}">
        <p14:creationId xmlns:p14="http://schemas.microsoft.com/office/powerpoint/2010/main" val="2510541745"/>
      </p:ext>
    </p:extLst>
  </p:cSld>
  <p:clrMapOvr>
    <a:masterClrMapping/>
  </p:clrMapOvr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ull quote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3823554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450" name="think-cell Slide" r:id="rId5" imgW="270" imgH="270" progId="TCLayout.ActiveDocument.1">
                  <p:embed/>
                </p:oleObj>
              </mc:Choice>
              <mc:Fallback>
                <p:oleObj name="think-cell Slide" r:id="rId5" imgW="270" imgH="270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AU" sz="2800" b="0" i="0" baseline="0" dirty="0">
              <a:latin typeface="Segoe UI Semibold"/>
              <a:ea typeface="+mj-ea"/>
              <a:cs typeface="+mj-cs"/>
              <a:sym typeface="Segoe UI Semibold"/>
            </a:endParaRPr>
          </a:p>
        </p:txBody>
      </p:sp>
      <p:pic>
        <p:nvPicPr>
          <p:cNvPr id="4" name="Picture 3"/>
          <p:cNvPicPr>
            <a:picLocks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5339" cy="109703"/>
          </a:xfrm>
          <a:prstGeom prst="rect">
            <a:avLst/>
          </a:prstGeom>
        </p:spPr>
      </p:pic>
      <p:sp>
        <p:nvSpPr>
          <p:cNvPr id="6" name="Rectangle 5"/>
          <p:cNvSpPr/>
          <p:nvPr userDrawn="1"/>
        </p:nvSpPr>
        <p:spPr>
          <a:xfrm>
            <a:off x="6651458" y="109703"/>
            <a:ext cx="3270094" cy="6748297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AU" noProof="0"/>
          </a:p>
        </p:txBody>
      </p:sp>
      <p:sp>
        <p:nvSpPr>
          <p:cNvPr id="13" name="TextBox 12"/>
          <p:cNvSpPr txBox="1"/>
          <p:nvPr userDrawn="1"/>
        </p:nvSpPr>
        <p:spPr>
          <a:xfrm>
            <a:off x="8841432" y="6392361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E8856DA-B77A-4A94-8E84-45BF77D9376B}" type="slidenum">
              <a:rPr lang="en-AU" sz="1200" noProof="0" smtClean="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AU" sz="1200" noProof="0" dirty="0">
              <a:solidFill>
                <a:schemeClr val="accent3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5" name="Freeform 14"/>
          <p:cNvSpPr>
            <a:spLocks noChangeAspect="1" noEditPoints="1"/>
          </p:cNvSpPr>
          <p:nvPr userDrawn="1"/>
        </p:nvSpPr>
        <p:spPr bwMode="auto">
          <a:xfrm>
            <a:off x="7098373" y="980728"/>
            <a:ext cx="422366" cy="339258"/>
          </a:xfrm>
          <a:custGeom>
            <a:avLst/>
            <a:gdLst>
              <a:gd name="T0" fmla="*/ 170 w 285"/>
              <a:gd name="T1" fmla="*/ 229 h 229"/>
              <a:gd name="T2" fmla="*/ 163 w 285"/>
              <a:gd name="T3" fmla="*/ 183 h 229"/>
              <a:gd name="T4" fmla="*/ 165 w 285"/>
              <a:gd name="T5" fmla="*/ 99 h 229"/>
              <a:gd name="T6" fmla="*/ 186 w 285"/>
              <a:gd name="T7" fmla="*/ 29 h 229"/>
              <a:gd name="T8" fmla="*/ 251 w 285"/>
              <a:gd name="T9" fmla="*/ 0 h 229"/>
              <a:gd name="T10" fmla="*/ 284 w 285"/>
              <a:gd name="T11" fmla="*/ 57 h 229"/>
              <a:gd name="T12" fmla="*/ 278 w 285"/>
              <a:gd name="T13" fmla="*/ 66 h 229"/>
              <a:gd name="T14" fmla="*/ 231 w 285"/>
              <a:gd name="T15" fmla="*/ 108 h 229"/>
              <a:gd name="T16" fmla="*/ 284 w 285"/>
              <a:gd name="T17" fmla="*/ 114 h 229"/>
              <a:gd name="T18" fmla="*/ 278 w 285"/>
              <a:gd name="T19" fmla="*/ 229 h 229"/>
              <a:gd name="T20" fmla="*/ 272 w 285"/>
              <a:gd name="T21" fmla="*/ 217 h 229"/>
              <a:gd name="T22" fmla="*/ 224 w 285"/>
              <a:gd name="T23" fmla="*/ 120 h 229"/>
              <a:gd name="T24" fmla="*/ 233 w 285"/>
              <a:gd name="T25" fmla="*/ 68 h 229"/>
              <a:gd name="T26" fmla="*/ 248 w 285"/>
              <a:gd name="T27" fmla="*/ 12 h 229"/>
              <a:gd name="T28" fmla="*/ 196 w 285"/>
              <a:gd name="T29" fmla="*/ 36 h 229"/>
              <a:gd name="T30" fmla="*/ 176 w 285"/>
              <a:gd name="T31" fmla="*/ 100 h 229"/>
              <a:gd name="T32" fmla="*/ 175 w 285"/>
              <a:gd name="T33" fmla="*/ 182 h 229"/>
              <a:gd name="T34" fmla="*/ 116 w 285"/>
              <a:gd name="T35" fmla="*/ 229 h 229"/>
              <a:gd name="T36" fmla="*/ 1 w 285"/>
              <a:gd name="T37" fmla="*/ 223 h 229"/>
              <a:gd name="T38" fmla="*/ 0 w 285"/>
              <a:gd name="T39" fmla="*/ 143 h 229"/>
              <a:gd name="T40" fmla="*/ 9 w 285"/>
              <a:gd name="T41" fmla="*/ 61 h 229"/>
              <a:gd name="T42" fmla="*/ 50 w 285"/>
              <a:gd name="T43" fmla="*/ 8 h 229"/>
              <a:gd name="T44" fmla="*/ 94 w 285"/>
              <a:gd name="T45" fmla="*/ 3 h 229"/>
              <a:gd name="T46" fmla="*/ 121 w 285"/>
              <a:gd name="T47" fmla="*/ 63 h 229"/>
              <a:gd name="T48" fmla="*/ 78 w 285"/>
              <a:gd name="T49" fmla="*/ 77 h 229"/>
              <a:gd name="T50" fmla="*/ 116 w 285"/>
              <a:gd name="T51" fmla="*/ 108 h 229"/>
              <a:gd name="T52" fmla="*/ 122 w 285"/>
              <a:gd name="T53" fmla="*/ 223 h 229"/>
              <a:gd name="T54" fmla="*/ 13 w 285"/>
              <a:gd name="T55" fmla="*/ 217 h 229"/>
              <a:gd name="T56" fmla="*/ 110 w 285"/>
              <a:gd name="T57" fmla="*/ 120 h 229"/>
              <a:gd name="T58" fmla="*/ 55 w 285"/>
              <a:gd name="T59" fmla="*/ 114 h 229"/>
              <a:gd name="T60" fmla="*/ 106 w 285"/>
              <a:gd name="T61" fmla="*/ 54 h 229"/>
              <a:gd name="T62" fmla="*/ 55 w 285"/>
              <a:gd name="T63" fmla="*/ 18 h 229"/>
              <a:gd name="T64" fmla="*/ 20 w 285"/>
              <a:gd name="T65" fmla="*/ 64 h 229"/>
              <a:gd name="T66" fmla="*/ 12 w 285"/>
              <a:gd name="T67" fmla="*/ 143 h 229"/>
              <a:gd name="T68" fmla="*/ 13 w 285"/>
              <a:gd name="T69" fmla="*/ 217 h 22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285" h="229">
                <a:moveTo>
                  <a:pt x="278" y="229"/>
                </a:moveTo>
                <a:cubicBezTo>
                  <a:pt x="170" y="229"/>
                  <a:pt x="170" y="229"/>
                  <a:pt x="170" y="229"/>
                </a:cubicBezTo>
                <a:cubicBezTo>
                  <a:pt x="167" y="229"/>
                  <a:pt x="164" y="226"/>
                  <a:pt x="164" y="223"/>
                </a:cubicBezTo>
                <a:cubicBezTo>
                  <a:pt x="164" y="214"/>
                  <a:pt x="164" y="201"/>
                  <a:pt x="163" y="183"/>
                </a:cubicBezTo>
                <a:cubicBezTo>
                  <a:pt x="163" y="143"/>
                  <a:pt x="163" y="143"/>
                  <a:pt x="163" y="143"/>
                </a:cubicBezTo>
                <a:cubicBezTo>
                  <a:pt x="163" y="126"/>
                  <a:pt x="163" y="112"/>
                  <a:pt x="165" y="99"/>
                </a:cubicBezTo>
                <a:cubicBezTo>
                  <a:pt x="165" y="88"/>
                  <a:pt x="167" y="77"/>
                  <a:pt x="171" y="62"/>
                </a:cubicBezTo>
                <a:cubicBezTo>
                  <a:pt x="174" y="49"/>
                  <a:pt x="179" y="38"/>
                  <a:pt x="186" y="29"/>
                </a:cubicBezTo>
                <a:cubicBezTo>
                  <a:pt x="192" y="20"/>
                  <a:pt x="201" y="13"/>
                  <a:pt x="213" y="8"/>
                </a:cubicBezTo>
                <a:cubicBezTo>
                  <a:pt x="224" y="3"/>
                  <a:pt x="237" y="0"/>
                  <a:pt x="251" y="0"/>
                </a:cubicBezTo>
                <a:cubicBezTo>
                  <a:pt x="254" y="0"/>
                  <a:pt x="256" y="1"/>
                  <a:pt x="257" y="3"/>
                </a:cubicBezTo>
                <a:cubicBezTo>
                  <a:pt x="284" y="57"/>
                  <a:pt x="284" y="57"/>
                  <a:pt x="284" y="57"/>
                </a:cubicBezTo>
                <a:cubicBezTo>
                  <a:pt x="285" y="59"/>
                  <a:pt x="285" y="61"/>
                  <a:pt x="283" y="63"/>
                </a:cubicBezTo>
                <a:cubicBezTo>
                  <a:pt x="282" y="65"/>
                  <a:pt x="280" y="66"/>
                  <a:pt x="278" y="66"/>
                </a:cubicBezTo>
                <a:cubicBezTo>
                  <a:pt x="261" y="66"/>
                  <a:pt x="249" y="70"/>
                  <a:pt x="241" y="77"/>
                </a:cubicBezTo>
                <a:cubicBezTo>
                  <a:pt x="235" y="83"/>
                  <a:pt x="231" y="94"/>
                  <a:pt x="231" y="108"/>
                </a:cubicBezTo>
                <a:cubicBezTo>
                  <a:pt x="278" y="108"/>
                  <a:pt x="278" y="108"/>
                  <a:pt x="278" y="108"/>
                </a:cubicBezTo>
                <a:cubicBezTo>
                  <a:pt x="282" y="108"/>
                  <a:pt x="284" y="111"/>
                  <a:pt x="284" y="114"/>
                </a:cubicBezTo>
                <a:cubicBezTo>
                  <a:pt x="284" y="223"/>
                  <a:pt x="284" y="223"/>
                  <a:pt x="284" y="223"/>
                </a:cubicBezTo>
                <a:cubicBezTo>
                  <a:pt x="284" y="226"/>
                  <a:pt x="282" y="229"/>
                  <a:pt x="278" y="229"/>
                </a:cubicBezTo>
                <a:close/>
                <a:moveTo>
                  <a:pt x="176" y="217"/>
                </a:moveTo>
                <a:cubicBezTo>
                  <a:pt x="272" y="217"/>
                  <a:pt x="272" y="217"/>
                  <a:pt x="272" y="217"/>
                </a:cubicBezTo>
                <a:cubicBezTo>
                  <a:pt x="272" y="120"/>
                  <a:pt x="272" y="120"/>
                  <a:pt x="272" y="120"/>
                </a:cubicBezTo>
                <a:cubicBezTo>
                  <a:pt x="224" y="120"/>
                  <a:pt x="224" y="120"/>
                  <a:pt x="224" y="120"/>
                </a:cubicBezTo>
                <a:cubicBezTo>
                  <a:pt x="221" y="120"/>
                  <a:pt x="218" y="118"/>
                  <a:pt x="218" y="114"/>
                </a:cubicBezTo>
                <a:cubicBezTo>
                  <a:pt x="218" y="94"/>
                  <a:pt x="223" y="78"/>
                  <a:pt x="233" y="68"/>
                </a:cubicBezTo>
                <a:cubicBezTo>
                  <a:pt x="241" y="60"/>
                  <a:pt x="253" y="56"/>
                  <a:pt x="269" y="54"/>
                </a:cubicBezTo>
                <a:cubicBezTo>
                  <a:pt x="248" y="12"/>
                  <a:pt x="248" y="12"/>
                  <a:pt x="248" y="12"/>
                </a:cubicBezTo>
                <a:cubicBezTo>
                  <a:pt x="236" y="12"/>
                  <a:pt x="226" y="15"/>
                  <a:pt x="218" y="18"/>
                </a:cubicBezTo>
                <a:cubicBezTo>
                  <a:pt x="208" y="23"/>
                  <a:pt x="201" y="29"/>
                  <a:pt x="196" y="36"/>
                </a:cubicBezTo>
                <a:cubicBezTo>
                  <a:pt x="190" y="44"/>
                  <a:pt x="185" y="54"/>
                  <a:pt x="183" y="64"/>
                </a:cubicBezTo>
                <a:cubicBezTo>
                  <a:pt x="179" y="79"/>
                  <a:pt x="177" y="90"/>
                  <a:pt x="176" y="100"/>
                </a:cubicBezTo>
                <a:cubicBezTo>
                  <a:pt x="175" y="112"/>
                  <a:pt x="175" y="126"/>
                  <a:pt x="175" y="143"/>
                </a:cubicBezTo>
                <a:cubicBezTo>
                  <a:pt x="175" y="182"/>
                  <a:pt x="175" y="182"/>
                  <a:pt x="175" y="182"/>
                </a:cubicBezTo>
                <a:cubicBezTo>
                  <a:pt x="176" y="197"/>
                  <a:pt x="176" y="208"/>
                  <a:pt x="176" y="217"/>
                </a:cubicBezTo>
                <a:close/>
                <a:moveTo>
                  <a:pt x="116" y="229"/>
                </a:moveTo>
                <a:cubicBezTo>
                  <a:pt x="7" y="229"/>
                  <a:pt x="7" y="229"/>
                  <a:pt x="7" y="229"/>
                </a:cubicBezTo>
                <a:cubicBezTo>
                  <a:pt x="4" y="229"/>
                  <a:pt x="1" y="226"/>
                  <a:pt x="1" y="223"/>
                </a:cubicBezTo>
                <a:cubicBezTo>
                  <a:pt x="1" y="214"/>
                  <a:pt x="1" y="201"/>
                  <a:pt x="1" y="183"/>
                </a:cubicBezTo>
                <a:cubicBezTo>
                  <a:pt x="0" y="165"/>
                  <a:pt x="0" y="151"/>
                  <a:pt x="0" y="143"/>
                </a:cubicBezTo>
                <a:cubicBezTo>
                  <a:pt x="0" y="126"/>
                  <a:pt x="1" y="112"/>
                  <a:pt x="1" y="99"/>
                </a:cubicBezTo>
                <a:cubicBezTo>
                  <a:pt x="3" y="84"/>
                  <a:pt x="5" y="72"/>
                  <a:pt x="9" y="61"/>
                </a:cubicBezTo>
                <a:cubicBezTo>
                  <a:pt x="12" y="48"/>
                  <a:pt x="17" y="37"/>
                  <a:pt x="23" y="29"/>
                </a:cubicBezTo>
                <a:cubicBezTo>
                  <a:pt x="31" y="20"/>
                  <a:pt x="39" y="13"/>
                  <a:pt x="50" y="8"/>
                </a:cubicBezTo>
                <a:cubicBezTo>
                  <a:pt x="61" y="2"/>
                  <a:pt x="75" y="0"/>
                  <a:pt x="89" y="0"/>
                </a:cubicBezTo>
                <a:cubicBezTo>
                  <a:pt x="91" y="0"/>
                  <a:pt x="93" y="1"/>
                  <a:pt x="94" y="3"/>
                </a:cubicBezTo>
                <a:cubicBezTo>
                  <a:pt x="121" y="57"/>
                  <a:pt x="121" y="57"/>
                  <a:pt x="121" y="57"/>
                </a:cubicBezTo>
                <a:cubicBezTo>
                  <a:pt x="122" y="59"/>
                  <a:pt x="122" y="61"/>
                  <a:pt x="121" y="63"/>
                </a:cubicBezTo>
                <a:cubicBezTo>
                  <a:pt x="120" y="65"/>
                  <a:pt x="118" y="66"/>
                  <a:pt x="116" y="66"/>
                </a:cubicBezTo>
                <a:cubicBezTo>
                  <a:pt x="99" y="66"/>
                  <a:pt x="86" y="70"/>
                  <a:pt x="78" y="77"/>
                </a:cubicBezTo>
                <a:cubicBezTo>
                  <a:pt x="72" y="83"/>
                  <a:pt x="68" y="94"/>
                  <a:pt x="68" y="108"/>
                </a:cubicBezTo>
                <a:cubicBezTo>
                  <a:pt x="116" y="108"/>
                  <a:pt x="116" y="108"/>
                  <a:pt x="116" y="108"/>
                </a:cubicBezTo>
                <a:cubicBezTo>
                  <a:pt x="119" y="108"/>
                  <a:pt x="122" y="111"/>
                  <a:pt x="122" y="114"/>
                </a:cubicBezTo>
                <a:cubicBezTo>
                  <a:pt x="122" y="223"/>
                  <a:pt x="122" y="223"/>
                  <a:pt x="122" y="223"/>
                </a:cubicBezTo>
                <a:cubicBezTo>
                  <a:pt x="122" y="226"/>
                  <a:pt x="119" y="229"/>
                  <a:pt x="116" y="229"/>
                </a:cubicBezTo>
                <a:close/>
                <a:moveTo>
                  <a:pt x="13" y="217"/>
                </a:moveTo>
                <a:cubicBezTo>
                  <a:pt x="110" y="217"/>
                  <a:pt x="110" y="217"/>
                  <a:pt x="110" y="217"/>
                </a:cubicBezTo>
                <a:cubicBezTo>
                  <a:pt x="110" y="120"/>
                  <a:pt x="110" y="120"/>
                  <a:pt x="110" y="120"/>
                </a:cubicBezTo>
                <a:cubicBezTo>
                  <a:pt x="61" y="120"/>
                  <a:pt x="61" y="120"/>
                  <a:pt x="61" y="120"/>
                </a:cubicBezTo>
                <a:cubicBezTo>
                  <a:pt x="58" y="120"/>
                  <a:pt x="55" y="118"/>
                  <a:pt x="55" y="114"/>
                </a:cubicBezTo>
                <a:cubicBezTo>
                  <a:pt x="55" y="94"/>
                  <a:pt x="60" y="78"/>
                  <a:pt x="70" y="68"/>
                </a:cubicBezTo>
                <a:cubicBezTo>
                  <a:pt x="78" y="60"/>
                  <a:pt x="90" y="56"/>
                  <a:pt x="106" y="54"/>
                </a:cubicBezTo>
                <a:cubicBezTo>
                  <a:pt x="85" y="12"/>
                  <a:pt x="85" y="12"/>
                  <a:pt x="85" y="12"/>
                </a:cubicBezTo>
                <a:cubicBezTo>
                  <a:pt x="74" y="12"/>
                  <a:pt x="64" y="15"/>
                  <a:pt x="55" y="18"/>
                </a:cubicBezTo>
                <a:cubicBezTo>
                  <a:pt x="46" y="23"/>
                  <a:pt x="39" y="28"/>
                  <a:pt x="33" y="36"/>
                </a:cubicBezTo>
                <a:cubicBezTo>
                  <a:pt x="28" y="43"/>
                  <a:pt x="23" y="52"/>
                  <a:pt x="20" y="64"/>
                </a:cubicBezTo>
                <a:cubicBezTo>
                  <a:pt x="17" y="75"/>
                  <a:pt x="15" y="86"/>
                  <a:pt x="13" y="100"/>
                </a:cubicBezTo>
                <a:cubicBezTo>
                  <a:pt x="13" y="113"/>
                  <a:pt x="12" y="126"/>
                  <a:pt x="12" y="143"/>
                </a:cubicBezTo>
                <a:cubicBezTo>
                  <a:pt x="12" y="151"/>
                  <a:pt x="12" y="164"/>
                  <a:pt x="13" y="182"/>
                </a:cubicBezTo>
                <a:cubicBezTo>
                  <a:pt x="13" y="197"/>
                  <a:pt x="13" y="208"/>
                  <a:pt x="13" y="217"/>
                </a:cubicBezTo>
                <a:close/>
              </a:path>
            </a:pathLst>
          </a:custGeom>
          <a:gradFill>
            <a:gsLst>
              <a:gs pos="0">
                <a:schemeClr val="bg2"/>
              </a:gs>
              <a:gs pos="50000">
                <a:schemeClr val="tx2"/>
              </a:gs>
              <a:gs pos="100000">
                <a:schemeClr val="accent6"/>
              </a:gs>
            </a:gsLst>
            <a:lin ang="0" scaled="0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/>
            <a:endParaRPr lang="en-AU" noProof="0"/>
          </a:p>
        </p:txBody>
      </p:sp>
      <p:sp>
        <p:nvSpPr>
          <p:cNvPr id="16" name="Freeform 15"/>
          <p:cNvSpPr>
            <a:spLocks noChangeAspect="1" noEditPoints="1"/>
          </p:cNvSpPr>
          <p:nvPr userDrawn="1"/>
        </p:nvSpPr>
        <p:spPr bwMode="auto">
          <a:xfrm rot="10800000">
            <a:off x="9052271" y="5589240"/>
            <a:ext cx="422366" cy="339258"/>
          </a:xfrm>
          <a:custGeom>
            <a:avLst/>
            <a:gdLst>
              <a:gd name="T0" fmla="*/ 170 w 285"/>
              <a:gd name="T1" fmla="*/ 229 h 229"/>
              <a:gd name="T2" fmla="*/ 163 w 285"/>
              <a:gd name="T3" fmla="*/ 183 h 229"/>
              <a:gd name="T4" fmla="*/ 165 w 285"/>
              <a:gd name="T5" fmla="*/ 99 h 229"/>
              <a:gd name="T6" fmla="*/ 186 w 285"/>
              <a:gd name="T7" fmla="*/ 29 h 229"/>
              <a:gd name="T8" fmla="*/ 251 w 285"/>
              <a:gd name="T9" fmla="*/ 0 h 229"/>
              <a:gd name="T10" fmla="*/ 284 w 285"/>
              <a:gd name="T11" fmla="*/ 57 h 229"/>
              <a:gd name="T12" fmla="*/ 278 w 285"/>
              <a:gd name="T13" fmla="*/ 66 h 229"/>
              <a:gd name="T14" fmla="*/ 231 w 285"/>
              <a:gd name="T15" fmla="*/ 108 h 229"/>
              <a:gd name="T16" fmla="*/ 284 w 285"/>
              <a:gd name="T17" fmla="*/ 114 h 229"/>
              <a:gd name="T18" fmla="*/ 278 w 285"/>
              <a:gd name="T19" fmla="*/ 229 h 229"/>
              <a:gd name="T20" fmla="*/ 272 w 285"/>
              <a:gd name="T21" fmla="*/ 217 h 229"/>
              <a:gd name="T22" fmla="*/ 224 w 285"/>
              <a:gd name="T23" fmla="*/ 120 h 229"/>
              <a:gd name="T24" fmla="*/ 233 w 285"/>
              <a:gd name="T25" fmla="*/ 68 h 229"/>
              <a:gd name="T26" fmla="*/ 248 w 285"/>
              <a:gd name="T27" fmla="*/ 12 h 229"/>
              <a:gd name="T28" fmla="*/ 196 w 285"/>
              <a:gd name="T29" fmla="*/ 36 h 229"/>
              <a:gd name="T30" fmla="*/ 176 w 285"/>
              <a:gd name="T31" fmla="*/ 100 h 229"/>
              <a:gd name="T32" fmla="*/ 175 w 285"/>
              <a:gd name="T33" fmla="*/ 182 h 229"/>
              <a:gd name="T34" fmla="*/ 116 w 285"/>
              <a:gd name="T35" fmla="*/ 229 h 229"/>
              <a:gd name="T36" fmla="*/ 1 w 285"/>
              <a:gd name="T37" fmla="*/ 223 h 229"/>
              <a:gd name="T38" fmla="*/ 0 w 285"/>
              <a:gd name="T39" fmla="*/ 143 h 229"/>
              <a:gd name="T40" fmla="*/ 9 w 285"/>
              <a:gd name="T41" fmla="*/ 61 h 229"/>
              <a:gd name="T42" fmla="*/ 50 w 285"/>
              <a:gd name="T43" fmla="*/ 8 h 229"/>
              <a:gd name="T44" fmla="*/ 94 w 285"/>
              <a:gd name="T45" fmla="*/ 3 h 229"/>
              <a:gd name="T46" fmla="*/ 121 w 285"/>
              <a:gd name="T47" fmla="*/ 63 h 229"/>
              <a:gd name="T48" fmla="*/ 78 w 285"/>
              <a:gd name="T49" fmla="*/ 77 h 229"/>
              <a:gd name="T50" fmla="*/ 116 w 285"/>
              <a:gd name="T51" fmla="*/ 108 h 229"/>
              <a:gd name="T52" fmla="*/ 122 w 285"/>
              <a:gd name="T53" fmla="*/ 223 h 229"/>
              <a:gd name="T54" fmla="*/ 13 w 285"/>
              <a:gd name="T55" fmla="*/ 217 h 229"/>
              <a:gd name="T56" fmla="*/ 110 w 285"/>
              <a:gd name="T57" fmla="*/ 120 h 229"/>
              <a:gd name="T58" fmla="*/ 55 w 285"/>
              <a:gd name="T59" fmla="*/ 114 h 229"/>
              <a:gd name="T60" fmla="*/ 106 w 285"/>
              <a:gd name="T61" fmla="*/ 54 h 229"/>
              <a:gd name="T62" fmla="*/ 55 w 285"/>
              <a:gd name="T63" fmla="*/ 18 h 229"/>
              <a:gd name="T64" fmla="*/ 20 w 285"/>
              <a:gd name="T65" fmla="*/ 64 h 229"/>
              <a:gd name="T66" fmla="*/ 12 w 285"/>
              <a:gd name="T67" fmla="*/ 143 h 229"/>
              <a:gd name="T68" fmla="*/ 13 w 285"/>
              <a:gd name="T69" fmla="*/ 217 h 22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285" h="229">
                <a:moveTo>
                  <a:pt x="278" y="229"/>
                </a:moveTo>
                <a:cubicBezTo>
                  <a:pt x="170" y="229"/>
                  <a:pt x="170" y="229"/>
                  <a:pt x="170" y="229"/>
                </a:cubicBezTo>
                <a:cubicBezTo>
                  <a:pt x="167" y="229"/>
                  <a:pt x="164" y="226"/>
                  <a:pt x="164" y="223"/>
                </a:cubicBezTo>
                <a:cubicBezTo>
                  <a:pt x="164" y="214"/>
                  <a:pt x="164" y="201"/>
                  <a:pt x="163" y="183"/>
                </a:cubicBezTo>
                <a:cubicBezTo>
                  <a:pt x="163" y="143"/>
                  <a:pt x="163" y="143"/>
                  <a:pt x="163" y="143"/>
                </a:cubicBezTo>
                <a:cubicBezTo>
                  <a:pt x="163" y="126"/>
                  <a:pt x="163" y="112"/>
                  <a:pt x="165" y="99"/>
                </a:cubicBezTo>
                <a:cubicBezTo>
                  <a:pt x="165" y="88"/>
                  <a:pt x="167" y="77"/>
                  <a:pt x="171" y="62"/>
                </a:cubicBezTo>
                <a:cubicBezTo>
                  <a:pt x="174" y="49"/>
                  <a:pt x="179" y="38"/>
                  <a:pt x="186" y="29"/>
                </a:cubicBezTo>
                <a:cubicBezTo>
                  <a:pt x="192" y="20"/>
                  <a:pt x="201" y="13"/>
                  <a:pt x="213" y="8"/>
                </a:cubicBezTo>
                <a:cubicBezTo>
                  <a:pt x="224" y="3"/>
                  <a:pt x="237" y="0"/>
                  <a:pt x="251" y="0"/>
                </a:cubicBezTo>
                <a:cubicBezTo>
                  <a:pt x="254" y="0"/>
                  <a:pt x="256" y="1"/>
                  <a:pt x="257" y="3"/>
                </a:cubicBezTo>
                <a:cubicBezTo>
                  <a:pt x="284" y="57"/>
                  <a:pt x="284" y="57"/>
                  <a:pt x="284" y="57"/>
                </a:cubicBezTo>
                <a:cubicBezTo>
                  <a:pt x="285" y="59"/>
                  <a:pt x="285" y="61"/>
                  <a:pt x="283" y="63"/>
                </a:cubicBezTo>
                <a:cubicBezTo>
                  <a:pt x="282" y="65"/>
                  <a:pt x="280" y="66"/>
                  <a:pt x="278" y="66"/>
                </a:cubicBezTo>
                <a:cubicBezTo>
                  <a:pt x="261" y="66"/>
                  <a:pt x="249" y="70"/>
                  <a:pt x="241" y="77"/>
                </a:cubicBezTo>
                <a:cubicBezTo>
                  <a:pt x="235" y="83"/>
                  <a:pt x="231" y="94"/>
                  <a:pt x="231" y="108"/>
                </a:cubicBezTo>
                <a:cubicBezTo>
                  <a:pt x="278" y="108"/>
                  <a:pt x="278" y="108"/>
                  <a:pt x="278" y="108"/>
                </a:cubicBezTo>
                <a:cubicBezTo>
                  <a:pt x="282" y="108"/>
                  <a:pt x="284" y="111"/>
                  <a:pt x="284" y="114"/>
                </a:cubicBezTo>
                <a:cubicBezTo>
                  <a:pt x="284" y="223"/>
                  <a:pt x="284" y="223"/>
                  <a:pt x="284" y="223"/>
                </a:cubicBezTo>
                <a:cubicBezTo>
                  <a:pt x="284" y="226"/>
                  <a:pt x="282" y="229"/>
                  <a:pt x="278" y="229"/>
                </a:cubicBezTo>
                <a:close/>
                <a:moveTo>
                  <a:pt x="176" y="217"/>
                </a:moveTo>
                <a:cubicBezTo>
                  <a:pt x="272" y="217"/>
                  <a:pt x="272" y="217"/>
                  <a:pt x="272" y="217"/>
                </a:cubicBezTo>
                <a:cubicBezTo>
                  <a:pt x="272" y="120"/>
                  <a:pt x="272" y="120"/>
                  <a:pt x="272" y="120"/>
                </a:cubicBezTo>
                <a:cubicBezTo>
                  <a:pt x="224" y="120"/>
                  <a:pt x="224" y="120"/>
                  <a:pt x="224" y="120"/>
                </a:cubicBezTo>
                <a:cubicBezTo>
                  <a:pt x="221" y="120"/>
                  <a:pt x="218" y="118"/>
                  <a:pt x="218" y="114"/>
                </a:cubicBezTo>
                <a:cubicBezTo>
                  <a:pt x="218" y="94"/>
                  <a:pt x="223" y="78"/>
                  <a:pt x="233" y="68"/>
                </a:cubicBezTo>
                <a:cubicBezTo>
                  <a:pt x="241" y="60"/>
                  <a:pt x="253" y="56"/>
                  <a:pt x="269" y="54"/>
                </a:cubicBezTo>
                <a:cubicBezTo>
                  <a:pt x="248" y="12"/>
                  <a:pt x="248" y="12"/>
                  <a:pt x="248" y="12"/>
                </a:cubicBezTo>
                <a:cubicBezTo>
                  <a:pt x="236" y="12"/>
                  <a:pt x="226" y="15"/>
                  <a:pt x="218" y="18"/>
                </a:cubicBezTo>
                <a:cubicBezTo>
                  <a:pt x="208" y="23"/>
                  <a:pt x="201" y="29"/>
                  <a:pt x="196" y="36"/>
                </a:cubicBezTo>
                <a:cubicBezTo>
                  <a:pt x="190" y="44"/>
                  <a:pt x="185" y="54"/>
                  <a:pt x="183" y="64"/>
                </a:cubicBezTo>
                <a:cubicBezTo>
                  <a:pt x="179" y="79"/>
                  <a:pt x="177" y="90"/>
                  <a:pt x="176" y="100"/>
                </a:cubicBezTo>
                <a:cubicBezTo>
                  <a:pt x="175" y="112"/>
                  <a:pt x="175" y="126"/>
                  <a:pt x="175" y="143"/>
                </a:cubicBezTo>
                <a:cubicBezTo>
                  <a:pt x="175" y="182"/>
                  <a:pt x="175" y="182"/>
                  <a:pt x="175" y="182"/>
                </a:cubicBezTo>
                <a:cubicBezTo>
                  <a:pt x="176" y="197"/>
                  <a:pt x="176" y="208"/>
                  <a:pt x="176" y="217"/>
                </a:cubicBezTo>
                <a:close/>
                <a:moveTo>
                  <a:pt x="116" y="229"/>
                </a:moveTo>
                <a:cubicBezTo>
                  <a:pt x="7" y="229"/>
                  <a:pt x="7" y="229"/>
                  <a:pt x="7" y="229"/>
                </a:cubicBezTo>
                <a:cubicBezTo>
                  <a:pt x="4" y="229"/>
                  <a:pt x="1" y="226"/>
                  <a:pt x="1" y="223"/>
                </a:cubicBezTo>
                <a:cubicBezTo>
                  <a:pt x="1" y="214"/>
                  <a:pt x="1" y="201"/>
                  <a:pt x="1" y="183"/>
                </a:cubicBezTo>
                <a:cubicBezTo>
                  <a:pt x="0" y="165"/>
                  <a:pt x="0" y="151"/>
                  <a:pt x="0" y="143"/>
                </a:cubicBezTo>
                <a:cubicBezTo>
                  <a:pt x="0" y="126"/>
                  <a:pt x="1" y="112"/>
                  <a:pt x="1" y="99"/>
                </a:cubicBezTo>
                <a:cubicBezTo>
                  <a:pt x="3" y="84"/>
                  <a:pt x="5" y="72"/>
                  <a:pt x="9" y="61"/>
                </a:cubicBezTo>
                <a:cubicBezTo>
                  <a:pt x="12" y="48"/>
                  <a:pt x="17" y="37"/>
                  <a:pt x="23" y="29"/>
                </a:cubicBezTo>
                <a:cubicBezTo>
                  <a:pt x="31" y="20"/>
                  <a:pt x="39" y="13"/>
                  <a:pt x="50" y="8"/>
                </a:cubicBezTo>
                <a:cubicBezTo>
                  <a:pt x="61" y="2"/>
                  <a:pt x="75" y="0"/>
                  <a:pt x="89" y="0"/>
                </a:cubicBezTo>
                <a:cubicBezTo>
                  <a:pt x="91" y="0"/>
                  <a:pt x="93" y="1"/>
                  <a:pt x="94" y="3"/>
                </a:cubicBezTo>
                <a:cubicBezTo>
                  <a:pt x="121" y="57"/>
                  <a:pt x="121" y="57"/>
                  <a:pt x="121" y="57"/>
                </a:cubicBezTo>
                <a:cubicBezTo>
                  <a:pt x="122" y="59"/>
                  <a:pt x="122" y="61"/>
                  <a:pt x="121" y="63"/>
                </a:cubicBezTo>
                <a:cubicBezTo>
                  <a:pt x="120" y="65"/>
                  <a:pt x="118" y="66"/>
                  <a:pt x="116" y="66"/>
                </a:cubicBezTo>
                <a:cubicBezTo>
                  <a:pt x="99" y="66"/>
                  <a:pt x="86" y="70"/>
                  <a:pt x="78" y="77"/>
                </a:cubicBezTo>
                <a:cubicBezTo>
                  <a:pt x="72" y="83"/>
                  <a:pt x="68" y="94"/>
                  <a:pt x="68" y="108"/>
                </a:cubicBezTo>
                <a:cubicBezTo>
                  <a:pt x="116" y="108"/>
                  <a:pt x="116" y="108"/>
                  <a:pt x="116" y="108"/>
                </a:cubicBezTo>
                <a:cubicBezTo>
                  <a:pt x="119" y="108"/>
                  <a:pt x="122" y="111"/>
                  <a:pt x="122" y="114"/>
                </a:cubicBezTo>
                <a:cubicBezTo>
                  <a:pt x="122" y="223"/>
                  <a:pt x="122" y="223"/>
                  <a:pt x="122" y="223"/>
                </a:cubicBezTo>
                <a:cubicBezTo>
                  <a:pt x="122" y="226"/>
                  <a:pt x="119" y="229"/>
                  <a:pt x="116" y="229"/>
                </a:cubicBezTo>
                <a:close/>
                <a:moveTo>
                  <a:pt x="13" y="217"/>
                </a:moveTo>
                <a:cubicBezTo>
                  <a:pt x="110" y="217"/>
                  <a:pt x="110" y="217"/>
                  <a:pt x="110" y="217"/>
                </a:cubicBezTo>
                <a:cubicBezTo>
                  <a:pt x="110" y="120"/>
                  <a:pt x="110" y="120"/>
                  <a:pt x="110" y="120"/>
                </a:cubicBezTo>
                <a:cubicBezTo>
                  <a:pt x="61" y="120"/>
                  <a:pt x="61" y="120"/>
                  <a:pt x="61" y="120"/>
                </a:cubicBezTo>
                <a:cubicBezTo>
                  <a:pt x="58" y="120"/>
                  <a:pt x="55" y="118"/>
                  <a:pt x="55" y="114"/>
                </a:cubicBezTo>
                <a:cubicBezTo>
                  <a:pt x="55" y="94"/>
                  <a:pt x="60" y="78"/>
                  <a:pt x="70" y="68"/>
                </a:cubicBezTo>
                <a:cubicBezTo>
                  <a:pt x="78" y="60"/>
                  <a:pt x="90" y="56"/>
                  <a:pt x="106" y="54"/>
                </a:cubicBezTo>
                <a:cubicBezTo>
                  <a:pt x="85" y="12"/>
                  <a:pt x="85" y="12"/>
                  <a:pt x="85" y="12"/>
                </a:cubicBezTo>
                <a:cubicBezTo>
                  <a:pt x="74" y="12"/>
                  <a:pt x="64" y="15"/>
                  <a:pt x="55" y="18"/>
                </a:cubicBezTo>
                <a:cubicBezTo>
                  <a:pt x="46" y="23"/>
                  <a:pt x="39" y="28"/>
                  <a:pt x="33" y="36"/>
                </a:cubicBezTo>
                <a:cubicBezTo>
                  <a:pt x="28" y="43"/>
                  <a:pt x="23" y="52"/>
                  <a:pt x="20" y="64"/>
                </a:cubicBezTo>
                <a:cubicBezTo>
                  <a:pt x="17" y="75"/>
                  <a:pt x="15" y="86"/>
                  <a:pt x="13" y="100"/>
                </a:cubicBezTo>
                <a:cubicBezTo>
                  <a:pt x="13" y="113"/>
                  <a:pt x="12" y="126"/>
                  <a:pt x="12" y="143"/>
                </a:cubicBezTo>
                <a:cubicBezTo>
                  <a:pt x="12" y="151"/>
                  <a:pt x="12" y="164"/>
                  <a:pt x="13" y="182"/>
                </a:cubicBezTo>
                <a:cubicBezTo>
                  <a:pt x="13" y="197"/>
                  <a:pt x="13" y="208"/>
                  <a:pt x="13" y="217"/>
                </a:cubicBezTo>
                <a:close/>
              </a:path>
            </a:pathLst>
          </a:custGeom>
          <a:gradFill>
            <a:gsLst>
              <a:gs pos="0">
                <a:schemeClr val="bg2"/>
              </a:gs>
              <a:gs pos="50000">
                <a:schemeClr val="tx2"/>
              </a:gs>
              <a:gs pos="100000">
                <a:schemeClr val="accent6"/>
              </a:gs>
            </a:gsLst>
            <a:lin ang="0" scaled="0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/>
            <a:endParaRPr lang="en-AU" noProof="0"/>
          </a:p>
        </p:txBody>
      </p:sp>
      <p:sp>
        <p:nvSpPr>
          <p:cNvPr id="17" name="Text Placeholder 3"/>
          <p:cNvSpPr>
            <a:spLocks noGrp="1"/>
          </p:cNvSpPr>
          <p:nvPr>
            <p:ph type="body" sz="quarter" idx="15" hasCustomPrompt="1"/>
          </p:nvPr>
        </p:nvSpPr>
        <p:spPr>
          <a:xfrm>
            <a:off x="7098373" y="1600610"/>
            <a:ext cx="2376264" cy="3700598"/>
          </a:xfrm>
        </p:spPr>
        <p:txBody>
          <a:bodyPr anchor="ctr"/>
          <a:lstStyle>
            <a:lvl1pPr algn="ctr">
              <a:defRPr sz="1800" i="0">
                <a:solidFill>
                  <a:schemeClr val="bg2"/>
                </a:solidFill>
                <a:latin typeface="Segoe UI Semilight" panose="020B0402040204020203" pitchFamily="34" charset="0"/>
                <a:ea typeface="Segoe UI" panose="020B0502040204020203" pitchFamily="34" charset="0"/>
                <a:cs typeface="Segoe UI Semilight" panose="020B0402040204020203" pitchFamily="34" charset="0"/>
              </a:defRPr>
            </a:lvl1pPr>
            <a:lvl2pPr>
              <a:defRPr>
                <a:solidFill>
                  <a:schemeClr val="bg1"/>
                </a:solidFill>
                <a:latin typeface="Segoe UI Semibold" panose="020B0702040204020203" pitchFamily="34" charset="0"/>
              </a:defRPr>
            </a:lvl2pPr>
            <a:lvl3pPr>
              <a:defRPr>
                <a:solidFill>
                  <a:schemeClr val="bg1"/>
                </a:solidFill>
                <a:latin typeface="Segoe UI Semibold" panose="020B0702040204020203" pitchFamily="34" charset="0"/>
              </a:defRPr>
            </a:lvl3pPr>
            <a:lvl4pPr>
              <a:defRPr>
                <a:solidFill>
                  <a:schemeClr val="bg1"/>
                </a:solidFill>
                <a:latin typeface="Segoe UI Semibold" panose="020B0702040204020203" pitchFamily="34" charset="0"/>
              </a:defRPr>
            </a:lvl4pPr>
            <a:lvl5pPr>
              <a:defRPr>
                <a:solidFill>
                  <a:schemeClr val="bg1"/>
                </a:solidFill>
                <a:latin typeface="Segoe UI Semibold" panose="020B0702040204020203" pitchFamily="34" charset="0"/>
              </a:defRPr>
            </a:lvl5pPr>
          </a:lstStyle>
          <a:p>
            <a:pPr lvl="0"/>
            <a:r>
              <a:rPr lang="en-AU" noProof="0" dirty="0"/>
              <a:t>Pull Quote</a:t>
            </a:r>
          </a:p>
        </p:txBody>
      </p:sp>
      <p:sp>
        <p:nvSpPr>
          <p:cNvPr id="18" name="Content Placeholder 5"/>
          <p:cNvSpPr>
            <a:spLocks noGrp="1"/>
          </p:cNvSpPr>
          <p:nvPr>
            <p:ph sz="quarter" idx="14"/>
          </p:nvPr>
        </p:nvSpPr>
        <p:spPr>
          <a:xfrm>
            <a:off x="540000" y="1412776"/>
            <a:ext cx="5688000" cy="4515723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sz="quarter" idx="32" hasCustomPrompt="1"/>
          </p:nvPr>
        </p:nvSpPr>
        <p:spPr>
          <a:xfrm>
            <a:off x="540000" y="6021288"/>
            <a:ext cx="5688000" cy="287214"/>
          </a:xfrm>
        </p:spPr>
        <p:txBody>
          <a:bodyPr anchor="ctr"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 lvl="0"/>
            <a:r>
              <a:rPr lang="en-AU" noProof="0" dirty="0"/>
              <a:t>Source</a:t>
            </a: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17AB7F47-602E-4EE6-8314-BEBDF4A47D7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504000"/>
            <a:ext cx="5688000" cy="504056"/>
          </a:xfrm>
        </p:spPr>
        <p:txBody>
          <a:bodyPr anchor="ctr" anchorCtr="0"/>
          <a:lstStyle>
            <a:lvl1pPr marL="0" marR="0" indent="0" algn="l" defTabSz="914349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/>
            </a:lvl1pPr>
          </a:lstStyle>
          <a:p>
            <a:pPr lvl="0"/>
            <a:r>
              <a:rPr lang="en-AU" noProof="0" dirty="0"/>
              <a:t>Governing thought</a:t>
            </a:r>
          </a:p>
        </p:txBody>
      </p:sp>
    </p:spTree>
    <p:extLst>
      <p:ext uri="{BB962C8B-B14F-4D97-AF65-F5344CB8AC3E}">
        <p14:creationId xmlns:p14="http://schemas.microsoft.com/office/powerpoint/2010/main" val="449301365"/>
      </p:ext>
    </p:extLst>
  </p:cSld>
  <p:clrMapOvr>
    <a:masterClrMapping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5FC315DB-EF54-45C0-A6F9-FC2BA305DCD3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40000" y="2351170"/>
            <a:ext cx="2628000" cy="3886142"/>
          </a:xfrm>
        </p:spPr>
        <p:txBody>
          <a:bodyPr lIns="72000" rIns="72000"/>
          <a:lstStyle>
            <a:lvl1pPr>
              <a:spcBef>
                <a:spcPts val="1200"/>
              </a:spcBef>
              <a:defRPr sz="1200">
                <a:solidFill>
                  <a:schemeClr val="bg2"/>
                </a:solidFill>
                <a:latin typeface="Segoe UI Semilight" panose="020B0402040204020203" pitchFamily="34" charset="0"/>
                <a:ea typeface="Segoe UI" panose="020B0502040204020203" pitchFamily="34" charset="0"/>
                <a:cs typeface="Segoe UI Semilight" panose="020B0402040204020203" pitchFamily="34" charset="0"/>
              </a:defRPr>
            </a:lvl1pPr>
            <a:lvl2pPr marL="144000" indent="-144000">
              <a:buClr>
                <a:schemeClr val="bg2"/>
              </a:buClr>
              <a:buFont typeface="Arial" panose="020B0604020202020204" pitchFamily="34" charset="0"/>
              <a:buChar char="•"/>
              <a:defRPr sz="1200">
                <a:solidFill>
                  <a:schemeClr val="bg2"/>
                </a:solidFill>
                <a:latin typeface="Segoe UI Semilight" panose="020B0402040204020203" pitchFamily="34" charset="0"/>
                <a:ea typeface="Segoe UI" panose="020B0502040204020203" pitchFamily="34" charset="0"/>
                <a:cs typeface="Segoe UI Semilight" panose="020B0402040204020203" pitchFamily="34" charset="0"/>
              </a:defRPr>
            </a:lvl2pPr>
            <a:lvl3pPr marL="288000" indent="-144000">
              <a:buClr>
                <a:schemeClr val="bg2"/>
              </a:buClr>
              <a:buFont typeface="Segoe UI Semilight" panose="020B0402040204020203" pitchFamily="34" charset="0"/>
              <a:buChar char="–"/>
              <a:defRPr sz="1200">
                <a:solidFill>
                  <a:schemeClr val="bg2"/>
                </a:solidFill>
                <a:latin typeface="Segoe UI Semilight" panose="020B0402040204020203" pitchFamily="34" charset="0"/>
                <a:ea typeface="Segoe UI" panose="020B0502040204020203" pitchFamily="34" charset="0"/>
                <a:cs typeface="Segoe UI Semilight" panose="020B0402040204020203" pitchFamily="34" charset="0"/>
              </a:defRPr>
            </a:lvl3pPr>
            <a:lvl4pPr marL="432000" indent="-144000">
              <a:buClr>
                <a:schemeClr val="bg2"/>
              </a:buClr>
              <a:buFont typeface="Arial" panose="020B0604020202020204" pitchFamily="34" charset="0"/>
              <a:buChar char="•"/>
              <a:defRPr sz="1200">
                <a:solidFill>
                  <a:schemeClr val="bg2"/>
                </a:solidFill>
                <a:latin typeface="Segoe UI Semilight" panose="020B0402040204020203" pitchFamily="34" charset="0"/>
                <a:ea typeface="Segoe UI" panose="020B0502040204020203" pitchFamily="34" charset="0"/>
                <a:cs typeface="Segoe UI Semilight" panose="020B0402040204020203" pitchFamily="34" charset="0"/>
              </a:defRPr>
            </a:lvl4pPr>
            <a:lvl5pPr marL="648000" indent="-144000">
              <a:buClr>
                <a:schemeClr val="bg2"/>
              </a:buClr>
              <a:buFont typeface="Segoe UI Semilight" panose="020B0402040204020203" pitchFamily="34" charset="0"/>
              <a:buChar char="–"/>
              <a:defRPr sz="1200">
                <a:solidFill>
                  <a:schemeClr val="bg2"/>
                </a:solidFill>
                <a:latin typeface="Segoe UI Semilight" panose="020B0402040204020203" pitchFamily="34" charset="0"/>
                <a:ea typeface="Segoe UI" panose="020B0502040204020203" pitchFamily="34" charset="0"/>
                <a:cs typeface="Segoe UI Semilight" panose="020B0402040204020203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67F87FBC-F7C8-426B-8AF3-5C86127FE958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636000" y="2351170"/>
            <a:ext cx="2628000" cy="3886142"/>
          </a:xfrm>
        </p:spPr>
        <p:txBody>
          <a:bodyPr lIns="72000" rIns="72000"/>
          <a:lstStyle>
            <a:lvl1pPr>
              <a:spcBef>
                <a:spcPts val="1200"/>
              </a:spcBef>
              <a:defRPr sz="1200">
                <a:solidFill>
                  <a:schemeClr val="bg2"/>
                </a:solidFill>
                <a:latin typeface="Segoe UI Semilight" panose="020B0402040204020203" pitchFamily="34" charset="0"/>
                <a:ea typeface="Segoe UI" panose="020B0502040204020203" pitchFamily="34" charset="0"/>
                <a:cs typeface="Segoe UI Semilight" panose="020B0402040204020203" pitchFamily="34" charset="0"/>
              </a:defRPr>
            </a:lvl1pPr>
            <a:lvl2pPr marL="144000" indent="-144000">
              <a:buClr>
                <a:schemeClr val="bg2"/>
              </a:buClr>
              <a:buFont typeface="Arial" panose="020B0604020202020204" pitchFamily="34" charset="0"/>
              <a:buChar char="•"/>
              <a:defRPr sz="1200">
                <a:solidFill>
                  <a:schemeClr val="bg2"/>
                </a:solidFill>
                <a:latin typeface="Segoe UI Semilight" panose="020B0402040204020203" pitchFamily="34" charset="0"/>
                <a:ea typeface="Segoe UI" panose="020B0502040204020203" pitchFamily="34" charset="0"/>
                <a:cs typeface="Segoe UI Semilight" panose="020B0402040204020203" pitchFamily="34" charset="0"/>
              </a:defRPr>
            </a:lvl2pPr>
            <a:lvl3pPr marL="288000" indent="-144000">
              <a:buClr>
                <a:schemeClr val="bg2"/>
              </a:buClr>
              <a:buFont typeface="Segoe UI Semilight" panose="020B0402040204020203" pitchFamily="34" charset="0"/>
              <a:buChar char="–"/>
              <a:defRPr sz="1200">
                <a:solidFill>
                  <a:schemeClr val="bg2"/>
                </a:solidFill>
                <a:latin typeface="Segoe UI Semilight" panose="020B0402040204020203" pitchFamily="34" charset="0"/>
                <a:ea typeface="Segoe UI" panose="020B0502040204020203" pitchFamily="34" charset="0"/>
                <a:cs typeface="Segoe UI Semilight" panose="020B0402040204020203" pitchFamily="34" charset="0"/>
              </a:defRPr>
            </a:lvl3pPr>
            <a:lvl4pPr marL="432000" indent="-144000">
              <a:buClr>
                <a:schemeClr val="bg2"/>
              </a:buClr>
              <a:buFont typeface="Arial" panose="020B0604020202020204" pitchFamily="34" charset="0"/>
              <a:buChar char="•"/>
              <a:defRPr sz="1200">
                <a:solidFill>
                  <a:schemeClr val="bg2"/>
                </a:solidFill>
                <a:latin typeface="Segoe UI Semilight" panose="020B0402040204020203" pitchFamily="34" charset="0"/>
                <a:ea typeface="Segoe UI" panose="020B0502040204020203" pitchFamily="34" charset="0"/>
                <a:cs typeface="Segoe UI Semilight" panose="020B0402040204020203" pitchFamily="34" charset="0"/>
              </a:defRPr>
            </a:lvl4pPr>
            <a:lvl5pPr marL="648000" indent="-144000">
              <a:buClr>
                <a:schemeClr val="bg2"/>
              </a:buClr>
              <a:buFont typeface="Segoe UI Semilight" panose="020B0402040204020203" pitchFamily="34" charset="0"/>
              <a:buChar char="–"/>
              <a:defRPr sz="1200">
                <a:solidFill>
                  <a:schemeClr val="bg2"/>
                </a:solidFill>
                <a:latin typeface="Segoe UI Semilight" panose="020B0402040204020203" pitchFamily="34" charset="0"/>
                <a:ea typeface="Segoe UI" panose="020B0502040204020203" pitchFamily="34" charset="0"/>
                <a:cs typeface="Segoe UI Semilight" panose="020B0402040204020203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585685A2-945E-4F85-97B5-E6588F2FBAD3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732000" y="2351170"/>
            <a:ext cx="2628000" cy="3886142"/>
          </a:xfrm>
        </p:spPr>
        <p:txBody>
          <a:bodyPr lIns="72000" rIns="72000"/>
          <a:lstStyle>
            <a:lvl1pPr>
              <a:spcBef>
                <a:spcPts val="1200"/>
              </a:spcBef>
              <a:defRPr sz="1200">
                <a:solidFill>
                  <a:schemeClr val="bg2"/>
                </a:solidFill>
                <a:latin typeface="Segoe UI Semilight" panose="020B0402040204020203" pitchFamily="34" charset="0"/>
                <a:ea typeface="Segoe UI" panose="020B0502040204020203" pitchFamily="34" charset="0"/>
                <a:cs typeface="Segoe UI Semilight" panose="020B0402040204020203" pitchFamily="34" charset="0"/>
              </a:defRPr>
            </a:lvl1pPr>
            <a:lvl2pPr marL="144000" indent="-144000">
              <a:buClr>
                <a:schemeClr val="bg2"/>
              </a:buClr>
              <a:buFont typeface="Arial" panose="020B0604020202020204" pitchFamily="34" charset="0"/>
              <a:buChar char="•"/>
              <a:defRPr sz="1200">
                <a:solidFill>
                  <a:schemeClr val="bg2"/>
                </a:solidFill>
                <a:latin typeface="Segoe UI Semilight" panose="020B0402040204020203" pitchFamily="34" charset="0"/>
                <a:ea typeface="Segoe UI" panose="020B0502040204020203" pitchFamily="34" charset="0"/>
                <a:cs typeface="Segoe UI Semilight" panose="020B0402040204020203" pitchFamily="34" charset="0"/>
              </a:defRPr>
            </a:lvl2pPr>
            <a:lvl3pPr marL="288000" indent="-144000">
              <a:buClr>
                <a:schemeClr val="bg2"/>
              </a:buClr>
              <a:buFont typeface="Segoe UI Semilight" panose="020B0402040204020203" pitchFamily="34" charset="0"/>
              <a:buChar char="–"/>
              <a:defRPr sz="1200">
                <a:solidFill>
                  <a:schemeClr val="bg2"/>
                </a:solidFill>
                <a:latin typeface="Segoe UI Semilight" panose="020B0402040204020203" pitchFamily="34" charset="0"/>
                <a:ea typeface="Segoe UI" panose="020B0502040204020203" pitchFamily="34" charset="0"/>
                <a:cs typeface="Segoe UI Semilight" panose="020B0402040204020203" pitchFamily="34" charset="0"/>
              </a:defRPr>
            </a:lvl3pPr>
            <a:lvl4pPr marL="432000" indent="-144000">
              <a:buClr>
                <a:schemeClr val="bg2"/>
              </a:buClr>
              <a:buFont typeface="Arial" panose="020B0604020202020204" pitchFamily="34" charset="0"/>
              <a:buChar char="•"/>
              <a:defRPr sz="1200">
                <a:solidFill>
                  <a:schemeClr val="bg2"/>
                </a:solidFill>
                <a:latin typeface="Segoe UI Semilight" panose="020B0402040204020203" pitchFamily="34" charset="0"/>
                <a:ea typeface="Segoe UI" panose="020B0502040204020203" pitchFamily="34" charset="0"/>
                <a:cs typeface="Segoe UI Semilight" panose="020B0402040204020203" pitchFamily="34" charset="0"/>
              </a:defRPr>
            </a:lvl4pPr>
            <a:lvl5pPr marL="648000" indent="-144000">
              <a:buClr>
                <a:schemeClr val="bg2"/>
              </a:buClr>
              <a:buFont typeface="Segoe UI Semilight" panose="020B0402040204020203" pitchFamily="34" charset="0"/>
              <a:buChar char="–"/>
              <a:defRPr sz="1200">
                <a:solidFill>
                  <a:schemeClr val="bg2"/>
                </a:solidFill>
                <a:latin typeface="Segoe UI Semilight" panose="020B0402040204020203" pitchFamily="34" charset="0"/>
                <a:ea typeface="Segoe UI" panose="020B0502040204020203" pitchFamily="34" charset="0"/>
                <a:cs typeface="Segoe UI Semilight" panose="020B0402040204020203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4" name="Text Placeholder 8"/>
          <p:cNvSpPr>
            <a:spLocks noGrp="1"/>
          </p:cNvSpPr>
          <p:nvPr>
            <p:ph type="body" sz="quarter" idx="11" hasCustomPrompt="1"/>
          </p:nvPr>
        </p:nvSpPr>
        <p:spPr>
          <a:xfrm>
            <a:off x="540000" y="1844077"/>
            <a:ext cx="2628000" cy="360439"/>
          </a:xfrm>
          <a:solidFill>
            <a:schemeClr val="accent5"/>
          </a:solidFill>
          <a:ln w="19050">
            <a:noFill/>
          </a:ln>
        </p:spPr>
        <p:txBody>
          <a:bodyPr lIns="108000" tIns="46800" rIns="108000" anchor="ctr"/>
          <a:lstStyle>
            <a:lvl1pPr algn="ctr">
              <a:defRPr sz="1400" baseline="0">
                <a:solidFill>
                  <a:schemeClr val="bg2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</a:lstStyle>
          <a:p>
            <a:pPr lvl="0"/>
            <a:r>
              <a:rPr lang="en-AU" noProof="0" dirty="0"/>
              <a:t>HEADING</a:t>
            </a:r>
          </a:p>
        </p:txBody>
      </p:sp>
      <p:sp>
        <p:nvSpPr>
          <p:cNvPr id="6" name="Text Placeholder 8"/>
          <p:cNvSpPr>
            <a:spLocks noGrp="1"/>
          </p:cNvSpPr>
          <p:nvPr>
            <p:ph type="body" sz="quarter" idx="21" hasCustomPrompt="1"/>
          </p:nvPr>
        </p:nvSpPr>
        <p:spPr>
          <a:xfrm>
            <a:off x="3636000" y="1844424"/>
            <a:ext cx="2628000" cy="360439"/>
          </a:xfrm>
          <a:solidFill>
            <a:schemeClr val="accent5"/>
          </a:solidFill>
          <a:ln w="19050">
            <a:noFill/>
          </a:ln>
        </p:spPr>
        <p:txBody>
          <a:bodyPr lIns="108000" tIns="46800" rIns="108000" anchor="ctr"/>
          <a:lstStyle>
            <a:lvl1pPr algn="ctr">
              <a:defRPr sz="1400" baseline="0">
                <a:solidFill>
                  <a:schemeClr val="bg2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</a:lstStyle>
          <a:p>
            <a:pPr lvl="0"/>
            <a:r>
              <a:rPr lang="en-AU" noProof="0" dirty="0"/>
              <a:t>HEADING</a:t>
            </a:r>
          </a:p>
        </p:txBody>
      </p:sp>
      <p:sp>
        <p:nvSpPr>
          <p:cNvPr id="7" name="Text Placeholder 8"/>
          <p:cNvSpPr>
            <a:spLocks noGrp="1"/>
          </p:cNvSpPr>
          <p:nvPr>
            <p:ph type="body" sz="quarter" idx="24" hasCustomPrompt="1"/>
          </p:nvPr>
        </p:nvSpPr>
        <p:spPr>
          <a:xfrm>
            <a:off x="6732000" y="1844424"/>
            <a:ext cx="2628000" cy="360439"/>
          </a:xfrm>
          <a:solidFill>
            <a:schemeClr val="accent5"/>
          </a:solidFill>
          <a:ln w="19050">
            <a:noFill/>
          </a:ln>
        </p:spPr>
        <p:txBody>
          <a:bodyPr lIns="108000" tIns="46800" rIns="108000" anchor="ctr"/>
          <a:lstStyle>
            <a:lvl1pPr algn="ctr">
              <a:defRPr sz="1400" baseline="0">
                <a:solidFill>
                  <a:schemeClr val="bg2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</a:lstStyle>
          <a:p>
            <a:pPr lvl="0"/>
            <a:r>
              <a:rPr lang="en-AU" noProof="0" dirty="0"/>
              <a:t>HEADING</a:t>
            </a:r>
          </a:p>
        </p:txBody>
      </p:sp>
      <p:pic>
        <p:nvPicPr>
          <p:cNvPr id="12" name="Picture 11"/>
          <p:cNvPicPr>
            <a:picLocks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5339" cy="109703"/>
          </a:xfrm>
          <a:prstGeom prst="rect">
            <a:avLst/>
          </a:prstGeom>
        </p:spPr>
      </p:pic>
      <p:sp>
        <p:nvSpPr>
          <p:cNvPr id="11" name="TextBox 10"/>
          <p:cNvSpPr txBox="1"/>
          <p:nvPr userDrawn="1"/>
        </p:nvSpPr>
        <p:spPr>
          <a:xfrm>
            <a:off x="8841432" y="6392361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E8856DA-B77A-4A94-8E84-45BF77D9376B}" type="slidenum">
              <a:rPr lang="en-AU" sz="1200" noProof="0" smtClean="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AU" sz="1200" noProof="0" dirty="0">
              <a:solidFill>
                <a:schemeClr val="accent3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EC3E90AF-4367-4FC8-B680-7F094C650A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504000"/>
            <a:ext cx="8820000" cy="504056"/>
          </a:xfrm>
        </p:spPr>
        <p:txBody>
          <a:bodyPr anchor="ctr" anchorCtr="0"/>
          <a:lstStyle>
            <a:lvl1pPr marL="0" marR="0" indent="0" algn="l" defTabSz="914349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/>
            </a:lvl1pPr>
          </a:lstStyle>
          <a:p>
            <a:pPr lvl="0"/>
            <a:r>
              <a:rPr lang="en-AU" noProof="0" dirty="0"/>
              <a:t>Governing thought</a:t>
            </a:r>
          </a:p>
        </p:txBody>
      </p:sp>
      <p:sp>
        <p:nvSpPr>
          <p:cNvPr id="16" name="Text Placeholder 10">
            <a:extLst>
              <a:ext uri="{FF2B5EF4-FFF2-40B4-BE49-F238E27FC236}">
                <a16:creationId xmlns:a16="http://schemas.microsoft.com/office/drawing/2014/main" id="{7EE446F9-323A-4DBD-86F6-D6E46F969E06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40000" y="1008000"/>
            <a:ext cx="8820000" cy="504056"/>
          </a:xfrm>
          <a:prstGeom prst="rect">
            <a:avLst/>
          </a:prstGeom>
        </p:spPr>
        <p:txBody>
          <a:bodyPr anchor="t"/>
          <a:lstStyle>
            <a:lvl1pPr>
              <a:lnSpc>
                <a:spcPct val="90000"/>
              </a:lnSpc>
              <a:defRPr sz="1800">
                <a:solidFill>
                  <a:schemeClr val="bg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  <a:lvl5pPr>
              <a:defRPr/>
            </a:lvl5pPr>
          </a:lstStyle>
          <a:p>
            <a:pPr lvl="0"/>
            <a:r>
              <a:rPr lang="en-AU" noProof="0" dirty="0"/>
              <a:t>Sub title</a:t>
            </a:r>
          </a:p>
        </p:txBody>
      </p:sp>
    </p:spTree>
    <p:extLst>
      <p:ext uri="{BB962C8B-B14F-4D97-AF65-F5344CB8AC3E}">
        <p14:creationId xmlns:p14="http://schemas.microsoft.com/office/powerpoint/2010/main" val="451930111"/>
      </p:ext>
    </p:extLst>
  </p:cSld>
  <p:clrMapOvr>
    <a:masterClrMapping/>
  </p:clrMapOvr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s no hea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7"/>
          <p:cNvSpPr>
            <a:spLocks noGrp="1"/>
          </p:cNvSpPr>
          <p:nvPr>
            <p:ph type="body" sz="quarter" idx="15"/>
          </p:nvPr>
        </p:nvSpPr>
        <p:spPr>
          <a:xfrm>
            <a:off x="540000" y="1700808"/>
            <a:ext cx="2628000" cy="4536503"/>
          </a:xfrm>
        </p:spPr>
        <p:txBody>
          <a:bodyPr lIns="72000" rIns="72000"/>
          <a:lstStyle>
            <a:lvl1pPr>
              <a:spcBef>
                <a:spcPts val="1200"/>
              </a:spcBef>
              <a:defRPr sz="1200">
                <a:solidFill>
                  <a:schemeClr val="bg2"/>
                </a:solidFill>
                <a:latin typeface="Segoe UI Semilight" panose="020B0402040204020203" pitchFamily="34" charset="0"/>
                <a:ea typeface="Segoe UI" panose="020B0502040204020203" pitchFamily="34" charset="0"/>
                <a:cs typeface="Segoe UI Semilight" panose="020B0402040204020203" pitchFamily="34" charset="0"/>
              </a:defRPr>
            </a:lvl1pPr>
            <a:lvl2pPr marL="144000" indent="-144000">
              <a:buClr>
                <a:schemeClr val="bg2"/>
              </a:buClr>
              <a:buFont typeface="Arial" panose="020B0604020202020204" pitchFamily="34" charset="0"/>
              <a:buChar char="•"/>
              <a:defRPr sz="1200">
                <a:solidFill>
                  <a:schemeClr val="bg2"/>
                </a:solidFill>
                <a:latin typeface="Segoe UI Semilight" panose="020B0402040204020203" pitchFamily="34" charset="0"/>
                <a:ea typeface="Segoe UI" panose="020B0502040204020203" pitchFamily="34" charset="0"/>
                <a:cs typeface="Segoe UI Semilight" panose="020B0402040204020203" pitchFamily="34" charset="0"/>
              </a:defRPr>
            </a:lvl2pPr>
            <a:lvl3pPr marL="288000" indent="-144000">
              <a:buClr>
                <a:schemeClr val="bg2"/>
              </a:buClr>
              <a:buFont typeface="Segoe UI Semilight" panose="020B0402040204020203" pitchFamily="34" charset="0"/>
              <a:buChar char="–"/>
              <a:defRPr sz="1200">
                <a:solidFill>
                  <a:schemeClr val="bg2"/>
                </a:solidFill>
                <a:latin typeface="Segoe UI Semilight" panose="020B0402040204020203" pitchFamily="34" charset="0"/>
                <a:ea typeface="Segoe UI" panose="020B0502040204020203" pitchFamily="34" charset="0"/>
                <a:cs typeface="Segoe UI Semilight" panose="020B0402040204020203" pitchFamily="34" charset="0"/>
              </a:defRPr>
            </a:lvl3pPr>
            <a:lvl4pPr marL="432000" indent="-144000">
              <a:buClr>
                <a:schemeClr val="bg2"/>
              </a:buClr>
              <a:buFont typeface="Arial" panose="020B0604020202020204" pitchFamily="34" charset="0"/>
              <a:buChar char="•"/>
              <a:defRPr sz="1200">
                <a:solidFill>
                  <a:schemeClr val="bg2"/>
                </a:solidFill>
                <a:latin typeface="Segoe UI Semilight" panose="020B0402040204020203" pitchFamily="34" charset="0"/>
                <a:ea typeface="Segoe UI" panose="020B0502040204020203" pitchFamily="34" charset="0"/>
                <a:cs typeface="Segoe UI Semilight" panose="020B0402040204020203" pitchFamily="34" charset="0"/>
              </a:defRPr>
            </a:lvl4pPr>
            <a:lvl5pPr marL="648000" indent="-144000">
              <a:buClr>
                <a:schemeClr val="bg2"/>
              </a:buClr>
              <a:buFont typeface="Segoe UI Semilight" panose="020B0402040204020203" pitchFamily="34" charset="0"/>
              <a:buChar char="–"/>
              <a:defRPr sz="1200">
                <a:solidFill>
                  <a:schemeClr val="bg2"/>
                </a:solidFill>
                <a:latin typeface="Segoe UI Semilight" panose="020B0402040204020203" pitchFamily="34" charset="0"/>
                <a:ea typeface="Segoe UI" panose="020B0502040204020203" pitchFamily="34" charset="0"/>
                <a:cs typeface="Segoe UI Semilight" panose="020B0402040204020203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pic>
        <p:nvPicPr>
          <p:cNvPr id="12" name="Picture 11"/>
          <p:cNvPicPr>
            <a:picLocks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5339" cy="109703"/>
          </a:xfrm>
          <a:prstGeom prst="rect">
            <a:avLst/>
          </a:prstGeom>
        </p:spPr>
      </p:pic>
      <p:sp>
        <p:nvSpPr>
          <p:cNvPr id="10" name="TextBox 9"/>
          <p:cNvSpPr txBox="1"/>
          <p:nvPr userDrawn="1"/>
        </p:nvSpPr>
        <p:spPr>
          <a:xfrm>
            <a:off x="8841432" y="6392361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E8856DA-B77A-4A94-8E84-45BF77D9376B}" type="slidenum">
              <a:rPr lang="en-AU" sz="1200" noProof="0" smtClean="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AU" sz="1200" noProof="0" dirty="0">
              <a:solidFill>
                <a:schemeClr val="accent3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E36D8746-9C41-42DB-AA25-341A0388B26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504000"/>
            <a:ext cx="8820000" cy="504056"/>
          </a:xfrm>
        </p:spPr>
        <p:txBody>
          <a:bodyPr anchor="ctr" anchorCtr="0"/>
          <a:lstStyle>
            <a:lvl1pPr marL="0" marR="0" indent="0" algn="l" defTabSz="914349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/>
            </a:lvl1pPr>
          </a:lstStyle>
          <a:p>
            <a:pPr lvl="0"/>
            <a:r>
              <a:rPr lang="en-AU" noProof="0" dirty="0"/>
              <a:t>Governing thought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35FA1E19-E3E1-48C3-BCF7-8B825D8DB853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40000" y="1008000"/>
            <a:ext cx="8820000" cy="504056"/>
          </a:xfrm>
          <a:prstGeom prst="rect">
            <a:avLst/>
          </a:prstGeom>
        </p:spPr>
        <p:txBody>
          <a:bodyPr anchor="t"/>
          <a:lstStyle>
            <a:lvl1pPr>
              <a:lnSpc>
                <a:spcPct val="90000"/>
              </a:lnSpc>
              <a:defRPr sz="1800">
                <a:solidFill>
                  <a:schemeClr val="bg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  <a:lvl5pPr>
              <a:defRPr/>
            </a:lvl5pPr>
          </a:lstStyle>
          <a:p>
            <a:pPr lvl="0"/>
            <a:r>
              <a:rPr lang="en-AU" noProof="0" dirty="0"/>
              <a:t>Sub title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F712F0CC-3429-4F3C-BB82-4D4F24DB3EB7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636000" y="1700808"/>
            <a:ext cx="2628000" cy="4536503"/>
          </a:xfrm>
        </p:spPr>
        <p:txBody>
          <a:bodyPr lIns="72000" rIns="72000"/>
          <a:lstStyle>
            <a:lvl1pPr>
              <a:spcBef>
                <a:spcPts val="1200"/>
              </a:spcBef>
              <a:defRPr sz="1200">
                <a:solidFill>
                  <a:schemeClr val="bg2"/>
                </a:solidFill>
                <a:latin typeface="Segoe UI Semilight" panose="020B0402040204020203" pitchFamily="34" charset="0"/>
                <a:ea typeface="Segoe UI" panose="020B0502040204020203" pitchFamily="34" charset="0"/>
                <a:cs typeface="Segoe UI Semilight" panose="020B0402040204020203" pitchFamily="34" charset="0"/>
              </a:defRPr>
            </a:lvl1pPr>
            <a:lvl2pPr marL="144000" indent="-144000">
              <a:buClr>
                <a:schemeClr val="bg2"/>
              </a:buClr>
              <a:buFont typeface="Arial" panose="020B0604020202020204" pitchFamily="34" charset="0"/>
              <a:buChar char="•"/>
              <a:defRPr sz="1200">
                <a:solidFill>
                  <a:schemeClr val="bg2"/>
                </a:solidFill>
                <a:latin typeface="Segoe UI Semilight" panose="020B0402040204020203" pitchFamily="34" charset="0"/>
                <a:ea typeface="Segoe UI" panose="020B0502040204020203" pitchFamily="34" charset="0"/>
                <a:cs typeface="Segoe UI Semilight" panose="020B0402040204020203" pitchFamily="34" charset="0"/>
              </a:defRPr>
            </a:lvl2pPr>
            <a:lvl3pPr marL="288000" indent="-144000">
              <a:buClr>
                <a:schemeClr val="bg2"/>
              </a:buClr>
              <a:buFont typeface="Segoe UI Semilight" panose="020B0402040204020203" pitchFamily="34" charset="0"/>
              <a:buChar char="–"/>
              <a:defRPr sz="1200">
                <a:solidFill>
                  <a:schemeClr val="bg2"/>
                </a:solidFill>
                <a:latin typeface="Segoe UI Semilight" panose="020B0402040204020203" pitchFamily="34" charset="0"/>
                <a:ea typeface="Segoe UI" panose="020B0502040204020203" pitchFamily="34" charset="0"/>
                <a:cs typeface="Segoe UI Semilight" panose="020B0402040204020203" pitchFamily="34" charset="0"/>
              </a:defRPr>
            </a:lvl3pPr>
            <a:lvl4pPr marL="432000" indent="-144000">
              <a:buClr>
                <a:schemeClr val="bg2"/>
              </a:buClr>
              <a:buFont typeface="Arial" panose="020B0604020202020204" pitchFamily="34" charset="0"/>
              <a:buChar char="•"/>
              <a:defRPr sz="1200">
                <a:solidFill>
                  <a:schemeClr val="bg2"/>
                </a:solidFill>
                <a:latin typeface="Segoe UI Semilight" panose="020B0402040204020203" pitchFamily="34" charset="0"/>
                <a:ea typeface="Segoe UI" panose="020B0502040204020203" pitchFamily="34" charset="0"/>
                <a:cs typeface="Segoe UI Semilight" panose="020B0402040204020203" pitchFamily="34" charset="0"/>
              </a:defRPr>
            </a:lvl4pPr>
            <a:lvl5pPr marL="648000" indent="-144000">
              <a:buClr>
                <a:schemeClr val="bg2"/>
              </a:buClr>
              <a:buFont typeface="Segoe UI Semilight" panose="020B0402040204020203" pitchFamily="34" charset="0"/>
              <a:buChar char="–"/>
              <a:defRPr sz="1200">
                <a:solidFill>
                  <a:schemeClr val="bg2"/>
                </a:solidFill>
                <a:latin typeface="Segoe UI Semilight" panose="020B0402040204020203" pitchFamily="34" charset="0"/>
                <a:ea typeface="Segoe UI" panose="020B0502040204020203" pitchFamily="34" charset="0"/>
                <a:cs typeface="Segoe UI Semilight" panose="020B0402040204020203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489BDC5C-77DE-4CAE-967A-36F5B6B1F00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732000" y="1700808"/>
            <a:ext cx="2628000" cy="4536503"/>
          </a:xfrm>
        </p:spPr>
        <p:txBody>
          <a:bodyPr lIns="72000" rIns="72000"/>
          <a:lstStyle>
            <a:lvl1pPr>
              <a:spcBef>
                <a:spcPts val="1200"/>
              </a:spcBef>
              <a:defRPr sz="1200">
                <a:solidFill>
                  <a:schemeClr val="bg2"/>
                </a:solidFill>
                <a:latin typeface="Segoe UI Semilight" panose="020B0402040204020203" pitchFamily="34" charset="0"/>
                <a:ea typeface="Segoe UI" panose="020B0502040204020203" pitchFamily="34" charset="0"/>
                <a:cs typeface="Segoe UI Semilight" panose="020B0402040204020203" pitchFamily="34" charset="0"/>
              </a:defRPr>
            </a:lvl1pPr>
            <a:lvl2pPr marL="144000" indent="-144000">
              <a:buClr>
                <a:schemeClr val="bg2"/>
              </a:buClr>
              <a:buFont typeface="Arial" panose="020B0604020202020204" pitchFamily="34" charset="0"/>
              <a:buChar char="•"/>
              <a:defRPr sz="1200">
                <a:solidFill>
                  <a:schemeClr val="bg2"/>
                </a:solidFill>
                <a:latin typeface="Segoe UI Semilight" panose="020B0402040204020203" pitchFamily="34" charset="0"/>
                <a:ea typeface="Segoe UI" panose="020B0502040204020203" pitchFamily="34" charset="0"/>
                <a:cs typeface="Segoe UI Semilight" panose="020B0402040204020203" pitchFamily="34" charset="0"/>
              </a:defRPr>
            </a:lvl2pPr>
            <a:lvl3pPr marL="288000" indent="-144000">
              <a:buClr>
                <a:schemeClr val="bg2"/>
              </a:buClr>
              <a:buFont typeface="Segoe UI Semilight" panose="020B0402040204020203" pitchFamily="34" charset="0"/>
              <a:buChar char="–"/>
              <a:defRPr sz="1200">
                <a:solidFill>
                  <a:schemeClr val="bg2"/>
                </a:solidFill>
                <a:latin typeface="Segoe UI Semilight" panose="020B0402040204020203" pitchFamily="34" charset="0"/>
                <a:ea typeface="Segoe UI" panose="020B0502040204020203" pitchFamily="34" charset="0"/>
                <a:cs typeface="Segoe UI Semilight" panose="020B0402040204020203" pitchFamily="34" charset="0"/>
              </a:defRPr>
            </a:lvl3pPr>
            <a:lvl4pPr marL="432000" indent="-144000">
              <a:buClr>
                <a:schemeClr val="bg2"/>
              </a:buClr>
              <a:buFont typeface="Arial" panose="020B0604020202020204" pitchFamily="34" charset="0"/>
              <a:buChar char="•"/>
              <a:defRPr sz="1200">
                <a:solidFill>
                  <a:schemeClr val="bg2"/>
                </a:solidFill>
                <a:latin typeface="Segoe UI Semilight" panose="020B0402040204020203" pitchFamily="34" charset="0"/>
                <a:ea typeface="Segoe UI" panose="020B0502040204020203" pitchFamily="34" charset="0"/>
                <a:cs typeface="Segoe UI Semilight" panose="020B0402040204020203" pitchFamily="34" charset="0"/>
              </a:defRPr>
            </a:lvl4pPr>
            <a:lvl5pPr marL="648000" indent="-144000">
              <a:buClr>
                <a:schemeClr val="bg2"/>
              </a:buClr>
              <a:buFont typeface="Segoe UI Semilight" panose="020B0402040204020203" pitchFamily="34" charset="0"/>
              <a:buChar char="–"/>
              <a:defRPr sz="1200">
                <a:solidFill>
                  <a:schemeClr val="bg2"/>
                </a:solidFill>
                <a:latin typeface="Segoe UI Semilight" panose="020B0402040204020203" pitchFamily="34" charset="0"/>
                <a:ea typeface="Segoe UI" panose="020B0502040204020203" pitchFamily="34" charset="0"/>
                <a:cs typeface="Segoe UI Semilight" panose="020B0402040204020203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</p:spTree>
    <p:extLst>
      <p:ext uri="{BB962C8B-B14F-4D97-AF65-F5344CB8AC3E}">
        <p14:creationId xmlns:p14="http://schemas.microsoft.com/office/powerpoint/2010/main" val="1784492728"/>
      </p:ext>
    </p:extLst>
  </p:cSld>
  <p:clrMapOvr>
    <a:masterClrMapping/>
  </p:clrMapOvr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s two row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412949324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474" name="think-cell Slide" r:id="rId5" imgW="270" imgH="270" progId="TCLayout.ActiveDocument.1">
                  <p:embed/>
                </p:oleObj>
              </mc:Choice>
              <mc:Fallback>
                <p:oleObj name="think-cell Slide" r:id="rId5" imgW="270" imgH="270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AU" sz="2800" b="0" i="0" baseline="0" dirty="0">
              <a:latin typeface="Segoe UI Semibold"/>
              <a:ea typeface="+mj-ea"/>
              <a:cs typeface="+mj-cs"/>
              <a:sym typeface="Segoe UI Semibold"/>
            </a:endParaRPr>
          </a:p>
        </p:txBody>
      </p:sp>
      <p:pic>
        <p:nvPicPr>
          <p:cNvPr id="4" name="Picture 3"/>
          <p:cNvPicPr>
            <a:picLocks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5339" cy="109703"/>
          </a:xfrm>
          <a:prstGeom prst="rect">
            <a:avLst/>
          </a:prstGeom>
        </p:spPr>
      </p:pic>
      <p:sp>
        <p:nvSpPr>
          <p:cNvPr id="11" name="Content Placeholder 5"/>
          <p:cNvSpPr>
            <a:spLocks noGrp="1"/>
          </p:cNvSpPr>
          <p:nvPr>
            <p:ph sz="quarter" idx="13"/>
          </p:nvPr>
        </p:nvSpPr>
        <p:spPr>
          <a:xfrm>
            <a:off x="540000" y="548680"/>
            <a:ext cx="2520000" cy="5904656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1"/>
          </p:nvPr>
        </p:nvSpPr>
        <p:spPr>
          <a:xfrm>
            <a:off x="3584574" y="1700213"/>
            <a:ext cx="1800473" cy="1512887"/>
          </a:xfrm>
        </p:spPr>
        <p:txBody>
          <a:bodyPr/>
          <a:lstStyle>
            <a:lvl1pPr>
              <a:defRPr sz="1000"/>
            </a:lvl1pPr>
            <a:lvl2pPr>
              <a:defRPr sz="10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2"/>
          </p:nvPr>
        </p:nvSpPr>
        <p:spPr>
          <a:xfrm>
            <a:off x="5600935" y="1700808"/>
            <a:ext cx="1800473" cy="1512887"/>
          </a:xfrm>
        </p:spPr>
        <p:txBody>
          <a:bodyPr/>
          <a:lstStyle>
            <a:lvl1pPr>
              <a:defRPr sz="1000"/>
            </a:lvl1pPr>
            <a:lvl2pPr>
              <a:defRPr sz="10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10" name="Text Placeholder 4"/>
          <p:cNvSpPr>
            <a:spLocks noGrp="1"/>
          </p:cNvSpPr>
          <p:nvPr>
            <p:ph type="body" sz="quarter" idx="33"/>
          </p:nvPr>
        </p:nvSpPr>
        <p:spPr>
          <a:xfrm>
            <a:off x="7617296" y="1700808"/>
            <a:ext cx="1800473" cy="1512887"/>
          </a:xfrm>
        </p:spPr>
        <p:txBody>
          <a:bodyPr/>
          <a:lstStyle>
            <a:lvl1pPr>
              <a:defRPr sz="1000"/>
            </a:lvl1pPr>
            <a:lvl2pPr>
              <a:defRPr sz="10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13" name="Text Placeholder 4"/>
          <p:cNvSpPr>
            <a:spLocks noGrp="1"/>
          </p:cNvSpPr>
          <p:nvPr>
            <p:ph type="body" sz="quarter" idx="34"/>
          </p:nvPr>
        </p:nvSpPr>
        <p:spPr>
          <a:xfrm>
            <a:off x="3584847" y="3428405"/>
            <a:ext cx="1800473" cy="1512887"/>
          </a:xfrm>
        </p:spPr>
        <p:txBody>
          <a:bodyPr/>
          <a:lstStyle>
            <a:lvl1pPr>
              <a:defRPr sz="1000"/>
            </a:lvl1pPr>
            <a:lvl2pPr>
              <a:defRPr sz="10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35"/>
          </p:nvPr>
        </p:nvSpPr>
        <p:spPr>
          <a:xfrm>
            <a:off x="5601208" y="3429000"/>
            <a:ext cx="1800473" cy="1512887"/>
          </a:xfrm>
        </p:spPr>
        <p:txBody>
          <a:bodyPr/>
          <a:lstStyle>
            <a:lvl1pPr>
              <a:defRPr sz="1000"/>
            </a:lvl1pPr>
            <a:lvl2pPr>
              <a:defRPr sz="10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15" name="Text Placeholder 4"/>
          <p:cNvSpPr>
            <a:spLocks noGrp="1"/>
          </p:cNvSpPr>
          <p:nvPr>
            <p:ph type="body" sz="quarter" idx="36"/>
          </p:nvPr>
        </p:nvSpPr>
        <p:spPr>
          <a:xfrm>
            <a:off x="7617569" y="3429000"/>
            <a:ext cx="1800473" cy="1512887"/>
          </a:xfrm>
        </p:spPr>
        <p:txBody>
          <a:bodyPr/>
          <a:lstStyle>
            <a:lvl1pPr>
              <a:defRPr sz="1000"/>
            </a:lvl1pPr>
            <a:lvl2pPr>
              <a:defRPr sz="10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3312000" y="548680"/>
            <a:ext cx="0" cy="5904656"/>
          </a:xfrm>
          <a:prstGeom prst="line">
            <a:avLst/>
          </a:prstGeom>
          <a:ln w="2540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 userDrawn="1"/>
        </p:nvSpPr>
        <p:spPr>
          <a:xfrm>
            <a:off x="8841432" y="6392361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E8856DA-B77A-4A94-8E84-45BF77D9376B}" type="slidenum">
              <a:rPr lang="en-AU" sz="1200" noProof="0" smtClean="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AU" sz="1200" noProof="0" dirty="0">
              <a:solidFill>
                <a:schemeClr val="accent3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2871EA34-AB4A-4AE8-8B88-1B248221CD1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84574" y="504000"/>
            <a:ext cx="5832000" cy="504056"/>
          </a:xfrm>
        </p:spPr>
        <p:txBody>
          <a:bodyPr anchor="ctr" anchorCtr="0"/>
          <a:lstStyle>
            <a:lvl1pPr marL="0" marR="0" indent="0" algn="l" defTabSz="914349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/>
            </a:lvl1pPr>
          </a:lstStyle>
          <a:p>
            <a:pPr lvl="0"/>
            <a:r>
              <a:rPr lang="en-AU" noProof="0" dirty="0"/>
              <a:t>Governing thought</a:t>
            </a:r>
          </a:p>
        </p:txBody>
      </p:sp>
      <p:sp>
        <p:nvSpPr>
          <p:cNvPr id="20" name="Text Placeholder 10">
            <a:extLst>
              <a:ext uri="{FF2B5EF4-FFF2-40B4-BE49-F238E27FC236}">
                <a16:creationId xmlns:a16="http://schemas.microsoft.com/office/drawing/2014/main" id="{64A32BB7-B4B8-4E71-83E1-22368C65915D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584574" y="1008000"/>
            <a:ext cx="5832000" cy="504056"/>
          </a:xfrm>
          <a:prstGeom prst="rect">
            <a:avLst/>
          </a:prstGeom>
        </p:spPr>
        <p:txBody>
          <a:bodyPr anchor="t"/>
          <a:lstStyle>
            <a:lvl1pPr>
              <a:lnSpc>
                <a:spcPct val="90000"/>
              </a:lnSpc>
              <a:defRPr sz="1800">
                <a:solidFill>
                  <a:schemeClr val="bg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  <a:lvl5pPr>
              <a:defRPr/>
            </a:lvl5pPr>
          </a:lstStyle>
          <a:p>
            <a:pPr lvl="0"/>
            <a:r>
              <a:rPr lang="en-AU" noProof="0" dirty="0"/>
              <a:t>Sub title</a:t>
            </a:r>
          </a:p>
        </p:txBody>
      </p:sp>
    </p:spTree>
    <p:extLst>
      <p:ext uri="{BB962C8B-B14F-4D97-AF65-F5344CB8AC3E}">
        <p14:creationId xmlns:p14="http://schemas.microsoft.com/office/powerpoint/2010/main" val="465786711"/>
      </p:ext>
    </p:extLst>
  </p:cSld>
  <p:clrMapOvr>
    <a:masterClrMapping/>
  </p:clrMapOvr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s two rows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18027097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498" name="think-cell Slide" r:id="rId5" imgW="270" imgH="270" progId="TCLayout.ActiveDocument.1">
                  <p:embed/>
                </p:oleObj>
              </mc:Choice>
              <mc:Fallback>
                <p:oleObj name="think-cell Slide" r:id="rId5" imgW="270" imgH="270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AU" sz="2800" b="0" i="0" baseline="0" dirty="0">
              <a:latin typeface="Segoe UI Semibold"/>
              <a:ea typeface="+mj-ea"/>
              <a:cs typeface="+mj-cs"/>
              <a:sym typeface="Segoe UI Semibold"/>
            </a:endParaRPr>
          </a:p>
        </p:txBody>
      </p:sp>
      <p:pic>
        <p:nvPicPr>
          <p:cNvPr id="4" name="Picture 3"/>
          <p:cNvPicPr>
            <a:picLocks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5339" cy="109703"/>
          </a:xfrm>
          <a:prstGeom prst="rect">
            <a:avLst/>
          </a:prstGeom>
        </p:spPr>
      </p:pic>
      <p:sp>
        <p:nvSpPr>
          <p:cNvPr id="11" name="Content Placeholder 5"/>
          <p:cNvSpPr>
            <a:spLocks noGrp="1"/>
          </p:cNvSpPr>
          <p:nvPr>
            <p:ph sz="quarter" idx="13"/>
          </p:nvPr>
        </p:nvSpPr>
        <p:spPr>
          <a:xfrm>
            <a:off x="6876000" y="548680"/>
            <a:ext cx="2520000" cy="576064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1"/>
          </p:nvPr>
        </p:nvSpPr>
        <p:spPr>
          <a:xfrm>
            <a:off x="540000" y="1700213"/>
            <a:ext cx="1800473" cy="1512887"/>
          </a:xfrm>
        </p:spPr>
        <p:txBody>
          <a:bodyPr/>
          <a:lstStyle>
            <a:lvl1pPr>
              <a:defRPr sz="1000"/>
            </a:lvl1pPr>
            <a:lvl2pPr>
              <a:defRPr sz="10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2"/>
          </p:nvPr>
        </p:nvSpPr>
        <p:spPr>
          <a:xfrm>
            <a:off x="2556000" y="1700808"/>
            <a:ext cx="1800473" cy="1512887"/>
          </a:xfrm>
        </p:spPr>
        <p:txBody>
          <a:bodyPr/>
          <a:lstStyle>
            <a:lvl1pPr>
              <a:defRPr sz="1000"/>
            </a:lvl1pPr>
            <a:lvl2pPr>
              <a:defRPr sz="10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10" name="Text Placeholder 4"/>
          <p:cNvSpPr>
            <a:spLocks noGrp="1"/>
          </p:cNvSpPr>
          <p:nvPr>
            <p:ph type="body" sz="quarter" idx="33"/>
          </p:nvPr>
        </p:nvSpPr>
        <p:spPr>
          <a:xfrm>
            <a:off x="4572000" y="1700808"/>
            <a:ext cx="1800473" cy="1512887"/>
          </a:xfrm>
        </p:spPr>
        <p:txBody>
          <a:bodyPr/>
          <a:lstStyle>
            <a:lvl1pPr>
              <a:defRPr sz="1000"/>
            </a:lvl1pPr>
            <a:lvl2pPr>
              <a:defRPr sz="10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13" name="Text Placeholder 4"/>
          <p:cNvSpPr>
            <a:spLocks noGrp="1"/>
          </p:cNvSpPr>
          <p:nvPr>
            <p:ph type="body" sz="quarter" idx="34"/>
          </p:nvPr>
        </p:nvSpPr>
        <p:spPr>
          <a:xfrm>
            <a:off x="540000" y="3428405"/>
            <a:ext cx="1800473" cy="1512887"/>
          </a:xfrm>
        </p:spPr>
        <p:txBody>
          <a:bodyPr/>
          <a:lstStyle>
            <a:lvl1pPr>
              <a:defRPr sz="1000"/>
            </a:lvl1pPr>
            <a:lvl2pPr>
              <a:defRPr sz="10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35"/>
          </p:nvPr>
        </p:nvSpPr>
        <p:spPr>
          <a:xfrm>
            <a:off x="2556000" y="3429000"/>
            <a:ext cx="1800473" cy="1512887"/>
          </a:xfrm>
        </p:spPr>
        <p:txBody>
          <a:bodyPr/>
          <a:lstStyle>
            <a:lvl1pPr>
              <a:defRPr sz="1000"/>
            </a:lvl1pPr>
            <a:lvl2pPr>
              <a:defRPr sz="10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15" name="Text Placeholder 4"/>
          <p:cNvSpPr>
            <a:spLocks noGrp="1"/>
          </p:cNvSpPr>
          <p:nvPr>
            <p:ph type="body" sz="quarter" idx="36"/>
          </p:nvPr>
        </p:nvSpPr>
        <p:spPr>
          <a:xfrm>
            <a:off x="4572000" y="3429000"/>
            <a:ext cx="1800473" cy="1512887"/>
          </a:xfrm>
        </p:spPr>
        <p:txBody>
          <a:bodyPr/>
          <a:lstStyle>
            <a:lvl1pPr>
              <a:defRPr sz="1000"/>
            </a:lvl1pPr>
            <a:lvl2pPr>
              <a:defRPr sz="10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6624000" y="548680"/>
            <a:ext cx="0" cy="5904656"/>
          </a:xfrm>
          <a:prstGeom prst="line">
            <a:avLst/>
          </a:prstGeom>
          <a:ln w="2540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 userDrawn="1"/>
        </p:nvSpPr>
        <p:spPr>
          <a:xfrm>
            <a:off x="8841432" y="6392361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E8856DA-B77A-4A94-8E84-45BF77D9376B}" type="slidenum">
              <a:rPr lang="en-AU" sz="1200" noProof="0" smtClean="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AU" sz="1200" noProof="0" dirty="0">
              <a:solidFill>
                <a:schemeClr val="accent3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F4480387-88A6-4400-B54D-4F79477713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504000"/>
            <a:ext cx="5832000" cy="504056"/>
          </a:xfrm>
        </p:spPr>
        <p:txBody>
          <a:bodyPr anchor="ctr" anchorCtr="0"/>
          <a:lstStyle>
            <a:lvl1pPr marL="0" marR="0" indent="0" algn="l" defTabSz="914349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/>
            </a:lvl1pPr>
          </a:lstStyle>
          <a:p>
            <a:pPr lvl="0"/>
            <a:r>
              <a:rPr lang="en-AU" noProof="0" dirty="0"/>
              <a:t>Governing thought</a:t>
            </a:r>
          </a:p>
        </p:txBody>
      </p:sp>
      <p:sp>
        <p:nvSpPr>
          <p:cNvPr id="20" name="Text Placeholder 10">
            <a:extLst>
              <a:ext uri="{FF2B5EF4-FFF2-40B4-BE49-F238E27FC236}">
                <a16:creationId xmlns:a16="http://schemas.microsoft.com/office/drawing/2014/main" id="{FC1EDAA2-A012-4033-AAEC-D978098E69E2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40000" y="1008000"/>
            <a:ext cx="5832000" cy="504056"/>
          </a:xfrm>
          <a:prstGeom prst="rect">
            <a:avLst/>
          </a:prstGeom>
        </p:spPr>
        <p:txBody>
          <a:bodyPr anchor="t"/>
          <a:lstStyle>
            <a:lvl1pPr>
              <a:lnSpc>
                <a:spcPct val="90000"/>
              </a:lnSpc>
              <a:defRPr sz="1800">
                <a:solidFill>
                  <a:schemeClr val="bg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  <a:lvl5pPr>
              <a:defRPr/>
            </a:lvl5pPr>
          </a:lstStyle>
          <a:p>
            <a:pPr lvl="0"/>
            <a:r>
              <a:rPr lang="en-AU" noProof="0" dirty="0"/>
              <a:t>Sub title</a:t>
            </a:r>
          </a:p>
        </p:txBody>
      </p:sp>
    </p:spTree>
    <p:extLst>
      <p:ext uri="{BB962C8B-B14F-4D97-AF65-F5344CB8AC3E}">
        <p14:creationId xmlns:p14="http://schemas.microsoft.com/office/powerpoint/2010/main" val="3202255061"/>
      </p:ext>
    </p:extLst>
  </p:cSld>
  <p:clrMapOvr>
    <a:masterClrMapping/>
  </p:clrMapOvr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 three row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391127415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522" name="think-cell Slide" r:id="rId5" imgW="270" imgH="270" progId="TCLayout.ActiveDocument.1">
                  <p:embed/>
                </p:oleObj>
              </mc:Choice>
              <mc:Fallback>
                <p:oleObj name="think-cell Slide" r:id="rId5" imgW="270" imgH="270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AU" sz="2800" b="0" i="0" baseline="0" dirty="0">
              <a:latin typeface="Segoe UI Semibold"/>
              <a:ea typeface="+mj-ea"/>
              <a:cs typeface="+mj-cs"/>
              <a:sym typeface="Segoe UI Semibold"/>
            </a:endParaRPr>
          </a:p>
        </p:txBody>
      </p:sp>
      <p:pic>
        <p:nvPicPr>
          <p:cNvPr id="4" name="Picture 3"/>
          <p:cNvPicPr>
            <a:picLocks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5339" cy="109703"/>
          </a:xfrm>
          <a:prstGeom prst="rect">
            <a:avLst/>
          </a:prstGeom>
        </p:spPr>
      </p:pic>
      <p:sp>
        <p:nvSpPr>
          <p:cNvPr id="5" name="Text Placeholder 4"/>
          <p:cNvSpPr>
            <a:spLocks noGrp="1"/>
          </p:cNvSpPr>
          <p:nvPr>
            <p:ph type="body" sz="quarter" idx="31"/>
          </p:nvPr>
        </p:nvSpPr>
        <p:spPr>
          <a:xfrm>
            <a:off x="3584848" y="1700213"/>
            <a:ext cx="2808000" cy="1440000"/>
          </a:xfrm>
        </p:spPr>
        <p:txBody>
          <a:bodyPr/>
          <a:lstStyle>
            <a:lvl1pPr>
              <a:defRPr sz="1000"/>
            </a:lvl1pPr>
            <a:lvl2pPr>
              <a:defRPr sz="10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13" name="Text Placeholder 4"/>
          <p:cNvSpPr>
            <a:spLocks noGrp="1"/>
          </p:cNvSpPr>
          <p:nvPr>
            <p:ph type="body" sz="quarter" idx="34"/>
          </p:nvPr>
        </p:nvSpPr>
        <p:spPr>
          <a:xfrm>
            <a:off x="3585121" y="3322190"/>
            <a:ext cx="2808000" cy="1440000"/>
          </a:xfrm>
        </p:spPr>
        <p:txBody>
          <a:bodyPr/>
          <a:lstStyle>
            <a:lvl1pPr>
              <a:defRPr sz="1000"/>
            </a:lvl1pPr>
            <a:lvl2pPr>
              <a:defRPr sz="10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2"/>
          </p:nvPr>
        </p:nvSpPr>
        <p:spPr>
          <a:xfrm>
            <a:off x="6609496" y="1700808"/>
            <a:ext cx="2808000" cy="1440000"/>
          </a:xfrm>
        </p:spPr>
        <p:txBody>
          <a:bodyPr/>
          <a:lstStyle>
            <a:lvl1pPr>
              <a:defRPr sz="1000"/>
            </a:lvl1pPr>
            <a:lvl2pPr>
              <a:defRPr sz="10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35"/>
          </p:nvPr>
        </p:nvSpPr>
        <p:spPr>
          <a:xfrm>
            <a:off x="6609496" y="3322785"/>
            <a:ext cx="2808000" cy="1440000"/>
          </a:xfrm>
        </p:spPr>
        <p:txBody>
          <a:bodyPr/>
          <a:lstStyle>
            <a:lvl1pPr>
              <a:defRPr sz="1000"/>
            </a:lvl1pPr>
            <a:lvl2pPr>
              <a:defRPr sz="10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16" name="Text Placeholder 4"/>
          <p:cNvSpPr>
            <a:spLocks noGrp="1"/>
          </p:cNvSpPr>
          <p:nvPr>
            <p:ph type="body" sz="quarter" idx="36"/>
          </p:nvPr>
        </p:nvSpPr>
        <p:spPr>
          <a:xfrm>
            <a:off x="3584801" y="4944167"/>
            <a:ext cx="2808000" cy="1440000"/>
          </a:xfrm>
        </p:spPr>
        <p:txBody>
          <a:bodyPr/>
          <a:lstStyle>
            <a:lvl1pPr>
              <a:defRPr sz="1000"/>
            </a:lvl1pPr>
            <a:lvl2pPr>
              <a:defRPr sz="10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17" name="Text Placeholder 4"/>
          <p:cNvSpPr>
            <a:spLocks noGrp="1"/>
          </p:cNvSpPr>
          <p:nvPr>
            <p:ph type="body" sz="quarter" idx="37"/>
          </p:nvPr>
        </p:nvSpPr>
        <p:spPr>
          <a:xfrm>
            <a:off x="6609176" y="4944762"/>
            <a:ext cx="2808000" cy="1440000"/>
          </a:xfrm>
        </p:spPr>
        <p:txBody>
          <a:bodyPr/>
          <a:lstStyle>
            <a:lvl1pPr>
              <a:defRPr sz="1000"/>
            </a:lvl1pPr>
            <a:lvl2pPr>
              <a:defRPr sz="10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15" name="TextBox 14"/>
          <p:cNvSpPr txBox="1"/>
          <p:nvPr userDrawn="1"/>
        </p:nvSpPr>
        <p:spPr>
          <a:xfrm>
            <a:off x="8841432" y="6392361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E8856DA-B77A-4A94-8E84-45BF77D9376B}" type="slidenum">
              <a:rPr lang="en-AU" sz="1200" noProof="0" smtClean="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AU" sz="1200" noProof="0" dirty="0">
              <a:solidFill>
                <a:schemeClr val="accent3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C5B082F3-2515-4BC9-B49B-A93442A9DF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84574" y="504000"/>
            <a:ext cx="5775426" cy="504056"/>
          </a:xfrm>
        </p:spPr>
        <p:txBody>
          <a:bodyPr anchor="ctr" anchorCtr="0"/>
          <a:lstStyle>
            <a:lvl1pPr marL="0" marR="0" indent="0" algn="l" defTabSz="914349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/>
            </a:lvl1pPr>
          </a:lstStyle>
          <a:p>
            <a:pPr lvl="0"/>
            <a:r>
              <a:rPr lang="en-AU" noProof="0" dirty="0"/>
              <a:t>Governing thought</a:t>
            </a:r>
          </a:p>
        </p:txBody>
      </p:sp>
      <p:sp>
        <p:nvSpPr>
          <p:cNvPr id="21" name="Text Placeholder 10">
            <a:extLst>
              <a:ext uri="{FF2B5EF4-FFF2-40B4-BE49-F238E27FC236}">
                <a16:creationId xmlns:a16="http://schemas.microsoft.com/office/drawing/2014/main" id="{CAB7F3DD-CE5D-4E26-AD58-2EA06FB0379D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584574" y="1008000"/>
            <a:ext cx="5775426" cy="504056"/>
          </a:xfrm>
          <a:prstGeom prst="rect">
            <a:avLst/>
          </a:prstGeom>
        </p:spPr>
        <p:txBody>
          <a:bodyPr anchor="t"/>
          <a:lstStyle>
            <a:lvl1pPr>
              <a:lnSpc>
                <a:spcPct val="90000"/>
              </a:lnSpc>
              <a:defRPr sz="1800">
                <a:solidFill>
                  <a:schemeClr val="bg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  <a:lvl5pPr>
              <a:defRPr/>
            </a:lvl5pPr>
          </a:lstStyle>
          <a:p>
            <a:pPr lvl="0"/>
            <a:r>
              <a:rPr lang="en-AU" noProof="0" dirty="0"/>
              <a:t>Sub title</a:t>
            </a:r>
          </a:p>
        </p:txBody>
      </p:sp>
      <p:sp>
        <p:nvSpPr>
          <p:cNvPr id="18" name="Content Placeholder 5"/>
          <p:cNvSpPr>
            <a:spLocks noGrp="1"/>
          </p:cNvSpPr>
          <p:nvPr>
            <p:ph sz="quarter" idx="13"/>
          </p:nvPr>
        </p:nvSpPr>
        <p:spPr>
          <a:xfrm>
            <a:off x="540000" y="548680"/>
            <a:ext cx="2520000" cy="5904656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cxnSp>
        <p:nvCxnSpPr>
          <p:cNvPr id="20" name="Straight Connector 19"/>
          <p:cNvCxnSpPr/>
          <p:nvPr userDrawn="1"/>
        </p:nvCxnSpPr>
        <p:spPr>
          <a:xfrm>
            <a:off x="3312000" y="548680"/>
            <a:ext cx="0" cy="5904656"/>
          </a:xfrm>
          <a:prstGeom prst="line">
            <a:avLst/>
          </a:prstGeom>
          <a:ln w="2540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2180675"/>
      </p:ext>
    </p:extLst>
  </p:cSld>
  <p:clrMapOvr>
    <a:masterClrMapping/>
  </p:clrMapOvr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 three rows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60830688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546" name="think-cell Slide" r:id="rId5" imgW="270" imgH="270" progId="TCLayout.ActiveDocument.1">
                  <p:embed/>
                </p:oleObj>
              </mc:Choice>
              <mc:Fallback>
                <p:oleObj name="think-cell Slide" r:id="rId5" imgW="270" imgH="270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AU" sz="2800" b="0" i="0" baseline="0" dirty="0">
              <a:latin typeface="Segoe UI Semibold"/>
              <a:ea typeface="+mj-ea"/>
              <a:cs typeface="+mj-cs"/>
              <a:sym typeface="Segoe UI Semibold"/>
            </a:endParaRPr>
          </a:p>
        </p:txBody>
      </p:sp>
      <p:pic>
        <p:nvPicPr>
          <p:cNvPr id="4" name="Picture 3"/>
          <p:cNvPicPr>
            <a:picLocks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5339" cy="109703"/>
          </a:xfrm>
          <a:prstGeom prst="rect">
            <a:avLst/>
          </a:prstGeom>
        </p:spPr>
      </p:pic>
      <p:sp>
        <p:nvSpPr>
          <p:cNvPr id="5" name="Text Placeholder 4"/>
          <p:cNvSpPr>
            <a:spLocks noGrp="1"/>
          </p:cNvSpPr>
          <p:nvPr>
            <p:ph type="body" sz="quarter" idx="31"/>
          </p:nvPr>
        </p:nvSpPr>
        <p:spPr>
          <a:xfrm>
            <a:off x="540000" y="1700213"/>
            <a:ext cx="2808000" cy="1440000"/>
          </a:xfrm>
        </p:spPr>
        <p:txBody>
          <a:bodyPr/>
          <a:lstStyle>
            <a:lvl1pPr>
              <a:defRPr sz="1000"/>
            </a:lvl1pPr>
            <a:lvl2pPr>
              <a:defRPr sz="10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2"/>
          </p:nvPr>
        </p:nvSpPr>
        <p:spPr>
          <a:xfrm>
            <a:off x="3564000" y="1700808"/>
            <a:ext cx="2808000" cy="1440000"/>
          </a:xfrm>
        </p:spPr>
        <p:txBody>
          <a:bodyPr/>
          <a:lstStyle>
            <a:lvl1pPr>
              <a:defRPr sz="1000"/>
            </a:lvl1pPr>
            <a:lvl2pPr>
              <a:defRPr sz="10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13" name="Text Placeholder 4"/>
          <p:cNvSpPr>
            <a:spLocks noGrp="1"/>
          </p:cNvSpPr>
          <p:nvPr>
            <p:ph type="body" sz="quarter" idx="34"/>
          </p:nvPr>
        </p:nvSpPr>
        <p:spPr>
          <a:xfrm>
            <a:off x="540000" y="3322190"/>
            <a:ext cx="2808000" cy="1440000"/>
          </a:xfrm>
        </p:spPr>
        <p:txBody>
          <a:bodyPr/>
          <a:lstStyle>
            <a:lvl1pPr>
              <a:defRPr sz="1000"/>
            </a:lvl1pPr>
            <a:lvl2pPr>
              <a:defRPr sz="10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35"/>
          </p:nvPr>
        </p:nvSpPr>
        <p:spPr>
          <a:xfrm>
            <a:off x="3564000" y="3322785"/>
            <a:ext cx="2808000" cy="1440000"/>
          </a:xfrm>
        </p:spPr>
        <p:txBody>
          <a:bodyPr/>
          <a:lstStyle>
            <a:lvl1pPr>
              <a:defRPr sz="1000"/>
            </a:lvl1pPr>
            <a:lvl2pPr>
              <a:defRPr sz="10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16" name="Text Placeholder 4"/>
          <p:cNvSpPr>
            <a:spLocks noGrp="1"/>
          </p:cNvSpPr>
          <p:nvPr>
            <p:ph type="body" sz="quarter" idx="36"/>
          </p:nvPr>
        </p:nvSpPr>
        <p:spPr>
          <a:xfrm>
            <a:off x="540000" y="4944167"/>
            <a:ext cx="2808000" cy="1440000"/>
          </a:xfrm>
        </p:spPr>
        <p:txBody>
          <a:bodyPr/>
          <a:lstStyle>
            <a:lvl1pPr>
              <a:defRPr sz="1000"/>
            </a:lvl1pPr>
            <a:lvl2pPr>
              <a:defRPr sz="10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17" name="Text Placeholder 4"/>
          <p:cNvSpPr>
            <a:spLocks noGrp="1"/>
          </p:cNvSpPr>
          <p:nvPr>
            <p:ph type="body" sz="quarter" idx="37"/>
          </p:nvPr>
        </p:nvSpPr>
        <p:spPr>
          <a:xfrm>
            <a:off x="3564000" y="4944762"/>
            <a:ext cx="2808000" cy="1440000"/>
          </a:xfrm>
        </p:spPr>
        <p:txBody>
          <a:bodyPr/>
          <a:lstStyle>
            <a:lvl1pPr>
              <a:defRPr sz="1000"/>
            </a:lvl1pPr>
            <a:lvl2pPr>
              <a:defRPr sz="10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75A645FB-7354-4CFA-B102-90F9DC3813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504000"/>
            <a:ext cx="5832000" cy="504056"/>
          </a:xfrm>
        </p:spPr>
        <p:txBody>
          <a:bodyPr anchor="ctr" anchorCtr="0"/>
          <a:lstStyle>
            <a:lvl1pPr marL="0" marR="0" indent="0" algn="l" defTabSz="914349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/>
            </a:lvl1pPr>
          </a:lstStyle>
          <a:p>
            <a:pPr lvl="0"/>
            <a:r>
              <a:rPr lang="en-AU" noProof="0" dirty="0"/>
              <a:t>Governing thought</a:t>
            </a:r>
          </a:p>
        </p:txBody>
      </p:sp>
      <p:sp>
        <p:nvSpPr>
          <p:cNvPr id="21" name="Text Placeholder 10">
            <a:extLst>
              <a:ext uri="{FF2B5EF4-FFF2-40B4-BE49-F238E27FC236}">
                <a16:creationId xmlns:a16="http://schemas.microsoft.com/office/drawing/2014/main" id="{6E3C8706-4623-4565-AA17-AECB38C803F5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40000" y="1008000"/>
            <a:ext cx="5832000" cy="504056"/>
          </a:xfrm>
          <a:prstGeom prst="rect">
            <a:avLst/>
          </a:prstGeom>
        </p:spPr>
        <p:txBody>
          <a:bodyPr anchor="t"/>
          <a:lstStyle>
            <a:lvl1pPr>
              <a:lnSpc>
                <a:spcPct val="90000"/>
              </a:lnSpc>
              <a:defRPr sz="1800">
                <a:solidFill>
                  <a:schemeClr val="bg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  <a:lvl5pPr>
              <a:defRPr/>
            </a:lvl5pPr>
          </a:lstStyle>
          <a:p>
            <a:pPr lvl="0"/>
            <a:r>
              <a:rPr lang="en-AU" noProof="0" dirty="0"/>
              <a:t>Sub title</a:t>
            </a:r>
          </a:p>
        </p:txBody>
      </p:sp>
      <p:sp>
        <p:nvSpPr>
          <p:cNvPr id="18" name="Content Placeholder 5"/>
          <p:cNvSpPr>
            <a:spLocks noGrp="1"/>
          </p:cNvSpPr>
          <p:nvPr>
            <p:ph sz="quarter" idx="13"/>
          </p:nvPr>
        </p:nvSpPr>
        <p:spPr>
          <a:xfrm>
            <a:off x="6876000" y="548680"/>
            <a:ext cx="2520000" cy="5843681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cxnSp>
        <p:nvCxnSpPr>
          <p:cNvPr id="20" name="Straight Connector 19"/>
          <p:cNvCxnSpPr/>
          <p:nvPr userDrawn="1"/>
        </p:nvCxnSpPr>
        <p:spPr>
          <a:xfrm>
            <a:off x="6624000" y="548680"/>
            <a:ext cx="0" cy="5904656"/>
          </a:xfrm>
          <a:prstGeom prst="line">
            <a:avLst/>
          </a:prstGeom>
          <a:ln w="2540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 userDrawn="1"/>
        </p:nvSpPr>
        <p:spPr>
          <a:xfrm>
            <a:off x="8841432" y="6392361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E8856DA-B77A-4A94-8E84-45BF77D9376B}" type="slidenum">
              <a:rPr lang="en-AU" sz="1200" noProof="0" smtClean="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AU" sz="1200" noProof="0" dirty="0">
              <a:solidFill>
                <a:schemeClr val="accent3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8960753"/>
      </p:ext>
    </p:extLst>
  </p:cSld>
  <p:clrMapOvr>
    <a:masterClrMapping/>
  </p:clrMapOvr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s three row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5339" cy="109703"/>
          </a:xfrm>
          <a:prstGeom prst="rect">
            <a:avLst/>
          </a:prstGeom>
        </p:spPr>
      </p:pic>
      <p:sp>
        <p:nvSpPr>
          <p:cNvPr id="15" name="Text Placeholder 4"/>
          <p:cNvSpPr>
            <a:spLocks noGrp="1"/>
          </p:cNvSpPr>
          <p:nvPr>
            <p:ph type="body" sz="quarter" idx="38"/>
          </p:nvPr>
        </p:nvSpPr>
        <p:spPr>
          <a:xfrm>
            <a:off x="540000" y="1700808"/>
            <a:ext cx="2808000" cy="1440000"/>
          </a:xfrm>
        </p:spPr>
        <p:txBody>
          <a:bodyPr/>
          <a:lstStyle>
            <a:lvl1pPr>
              <a:defRPr sz="1000"/>
            </a:lvl1pPr>
            <a:lvl2pPr>
              <a:defRPr sz="10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8" name="Text Placeholder 4"/>
          <p:cNvSpPr>
            <a:spLocks noGrp="1"/>
          </p:cNvSpPr>
          <p:nvPr>
            <p:ph type="body" sz="quarter" idx="39"/>
          </p:nvPr>
        </p:nvSpPr>
        <p:spPr>
          <a:xfrm>
            <a:off x="540000" y="3280404"/>
            <a:ext cx="2808000" cy="1440000"/>
          </a:xfrm>
        </p:spPr>
        <p:txBody>
          <a:bodyPr/>
          <a:lstStyle>
            <a:lvl1pPr>
              <a:defRPr sz="1000"/>
            </a:lvl1pPr>
            <a:lvl2pPr>
              <a:defRPr sz="10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9" name="Text Placeholder 4"/>
          <p:cNvSpPr>
            <a:spLocks noGrp="1"/>
          </p:cNvSpPr>
          <p:nvPr>
            <p:ph type="body" sz="quarter" idx="40"/>
          </p:nvPr>
        </p:nvSpPr>
        <p:spPr>
          <a:xfrm>
            <a:off x="540000" y="4860000"/>
            <a:ext cx="2808000" cy="1440000"/>
          </a:xfrm>
        </p:spPr>
        <p:txBody>
          <a:bodyPr/>
          <a:lstStyle>
            <a:lvl1pPr>
              <a:defRPr sz="1000"/>
            </a:lvl1pPr>
            <a:lvl2pPr>
              <a:defRPr sz="10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0" name="TextBox 19"/>
          <p:cNvSpPr txBox="1"/>
          <p:nvPr userDrawn="1"/>
        </p:nvSpPr>
        <p:spPr>
          <a:xfrm>
            <a:off x="8841432" y="6392361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E8856DA-B77A-4A94-8E84-45BF77D9376B}" type="slidenum">
              <a:rPr lang="en-AU" sz="1200" noProof="0" smtClean="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AU" sz="1200" noProof="0" dirty="0">
              <a:solidFill>
                <a:schemeClr val="accent3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1B4E545C-8B16-4B92-8AF7-E5E84C0482A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504000"/>
            <a:ext cx="8820000" cy="504056"/>
          </a:xfrm>
        </p:spPr>
        <p:txBody>
          <a:bodyPr anchor="ctr" anchorCtr="0"/>
          <a:lstStyle>
            <a:lvl1pPr marL="0" marR="0" indent="0" algn="l" defTabSz="914349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/>
            </a:lvl1pPr>
          </a:lstStyle>
          <a:p>
            <a:pPr lvl="0"/>
            <a:r>
              <a:rPr lang="en-AU" noProof="0" dirty="0"/>
              <a:t>Governing thought</a:t>
            </a:r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DD764B80-78FB-43C9-895B-1F4FF3FACB03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40000" y="1008000"/>
            <a:ext cx="8820000" cy="504056"/>
          </a:xfrm>
          <a:prstGeom prst="rect">
            <a:avLst/>
          </a:prstGeom>
        </p:spPr>
        <p:txBody>
          <a:bodyPr anchor="t"/>
          <a:lstStyle>
            <a:lvl1pPr>
              <a:lnSpc>
                <a:spcPct val="90000"/>
              </a:lnSpc>
              <a:defRPr sz="1800">
                <a:solidFill>
                  <a:schemeClr val="bg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  <a:lvl5pPr>
              <a:defRPr/>
            </a:lvl5pPr>
          </a:lstStyle>
          <a:p>
            <a:pPr lvl="0"/>
            <a:r>
              <a:rPr lang="en-AU" noProof="0" dirty="0"/>
              <a:t>Sub title</a:t>
            </a:r>
          </a:p>
        </p:txBody>
      </p:sp>
      <p:sp>
        <p:nvSpPr>
          <p:cNvPr id="26" name="Text Placeholder 4"/>
          <p:cNvSpPr>
            <a:spLocks noGrp="1"/>
          </p:cNvSpPr>
          <p:nvPr>
            <p:ph type="body" sz="quarter" idx="41"/>
          </p:nvPr>
        </p:nvSpPr>
        <p:spPr>
          <a:xfrm>
            <a:off x="6552000" y="1700808"/>
            <a:ext cx="2808000" cy="1440000"/>
          </a:xfrm>
        </p:spPr>
        <p:txBody>
          <a:bodyPr/>
          <a:lstStyle>
            <a:lvl1pPr>
              <a:defRPr sz="1000"/>
            </a:lvl1pPr>
            <a:lvl2pPr>
              <a:defRPr sz="10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7" name="Text Placeholder 4"/>
          <p:cNvSpPr>
            <a:spLocks noGrp="1"/>
          </p:cNvSpPr>
          <p:nvPr>
            <p:ph type="body" sz="quarter" idx="42"/>
          </p:nvPr>
        </p:nvSpPr>
        <p:spPr>
          <a:xfrm>
            <a:off x="6552000" y="3280404"/>
            <a:ext cx="2808000" cy="1440000"/>
          </a:xfrm>
        </p:spPr>
        <p:txBody>
          <a:bodyPr/>
          <a:lstStyle>
            <a:lvl1pPr>
              <a:defRPr sz="1000"/>
            </a:lvl1pPr>
            <a:lvl2pPr>
              <a:defRPr sz="10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8" name="Text Placeholder 4"/>
          <p:cNvSpPr>
            <a:spLocks noGrp="1"/>
          </p:cNvSpPr>
          <p:nvPr>
            <p:ph type="body" sz="quarter" idx="43"/>
          </p:nvPr>
        </p:nvSpPr>
        <p:spPr>
          <a:xfrm>
            <a:off x="6552000" y="4860000"/>
            <a:ext cx="2808000" cy="1440000"/>
          </a:xfrm>
        </p:spPr>
        <p:txBody>
          <a:bodyPr/>
          <a:lstStyle>
            <a:lvl1pPr>
              <a:defRPr sz="1000"/>
            </a:lvl1pPr>
            <a:lvl2pPr>
              <a:defRPr sz="10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9" name="Text Placeholder 4"/>
          <p:cNvSpPr>
            <a:spLocks noGrp="1"/>
          </p:cNvSpPr>
          <p:nvPr>
            <p:ph type="body" sz="quarter" idx="44"/>
          </p:nvPr>
        </p:nvSpPr>
        <p:spPr>
          <a:xfrm>
            <a:off x="3548669" y="1700808"/>
            <a:ext cx="2808000" cy="1440000"/>
          </a:xfrm>
        </p:spPr>
        <p:txBody>
          <a:bodyPr/>
          <a:lstStyle>
            <a:lvl1pPr>
              <a:defRPr sz="1000"/>
            </a:lvl1pPr>
            <a:lvl2pPr>
              <a:defRPr sz="10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0" name="Text Placeholder 4"/>
          <p:cNvSpPr>
            <a:spLocks noGrp="1"/>
          </p:cNvSpPr>
          <p:nvPr>
            <p:ph type="body" sz="quarter" idx="45"/>
          </p:nvPr>
        </p:nvSpPr>
        <p:spPr>
          <a:xfrm>
            <a:off x="3548669" y="3280404"/>
            <a:ext cx="2808000" cy="1440000"/>
          </a:xfrm>
        </p:spPr>
        <p:txBody>
          <a:bodyPr/>
          <a:lstStyle>
            <a:lvl1pPr>
              <a:defRPr sz="1000"/>
            </a:lvl1pPr>
            <a:lvl2pPr>
              <a:defRPr sz="10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1" name="Text Placeholder 4"/>
          <p:cNvSpPr>
            <a:spLocks noGrp="1"/>
          </p:cNvSpPr>
          <p:nvPr>
            <p:ph type="body" sz="quarter" idx="46"/>
          </p:nvPr>
        </p:nvSpPr>
        <p:spPr>
          <a:xfrm>
            <a:off x="3548669" y="4860000"/>
            <a:ext cx="2808000" cy="1440000"/>
          </a:xfrm>
        </p:spPr>
        <p:txBody>
          <a:bodyPr/>
          <a:lstStyle>
            <a:lvl1pPr>
              <a:defRPr sz="1000"/>
            </a:lvl1pPr>
            <a:lvl2pPr>
              <a:defRPr sz="10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1343675219"/>
      </p:ext>
    </p:extLst>
  </p:cSld>
  <p:clrMapOvr>
    <a:masterClrMapping/>
  </p:clrMapOvr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harts/insigh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5339" cy="109703"/>
          </a:xfrm>
          <a:prstGeom prst="rect">
            <a:avLst/>
          </a:prstGeom>
        </p:spPr>
      </p:pic>
      <p:sp>
        <p:nvSpPr>
          <p:cNvPr id="6" name="Content Placeholder 5"/>
          <p:cNvSpPr>
            <a:spLocks noGrp="1"/>
          </p:cNvSpPr>
          <p:nvPr>
            <p:ph sz="quarter" idx="11"/>
          </p:nvPr>
        </p:nvSpPr>
        <p:spPr>
          <a:xfrm>
            <a:off x="540000" y="1341438"/>
            <a:ext cx="4248596" cy="23749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10" name="Content Placeholder 5"/>
          <p:cNvSpPr>
            <a:spLocks noGrp="1"/>
          </p:cNvSpPr>
          <p:nvPr>
            <p:ph sz="quarter" idx="12"/>
          </p:nvPr>
        </p:nvSpPr>
        <p:spPr>
          <a:xfrm>
            <a:off x="5112000" y="1340768"/>
            <a:ext cx="4248596" cy="23749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11" name="Content Placeholder 5"/>
          <p:cNvSpPr>
            <a:spLocks noGrp="1"/>
          </p:cNvSpPr>
          <p:nvPr>
            <p:ph sz="quarter" idx="13"/>
          </p:nvPr>
        </p:nvSpPr>
        <p:spPr>
          <a:xfrm>
            <a:off x="540000" y="3864518"/>
            <a:ext cx="4248596" cy="23749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12" name="Content Placeholder 5"/>
          <p:cNvSpPr>
            <a:spLocks noGrp="1"/>
          </p:cNvSpPr>
          <p:nvPr>
            <p:ph sz="quarter" idx="14"/>
          </p:nvPr>
        </p:nvSpPr>
        <p:spPr>
          <a:xfrm>
            <a:off x="5112000" y="3863154"/>
            <a:ext cx="4248596" cy="23749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8841432" y="6392361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E8856DA-B77A-4A94-8E84-45BF77D9376B}" type="slidenum">
              <a:rPr lang="en-AU" sz="1200" noProof="0" smtClean="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AU" sz="1200" noProof="0" dirty="0">
              <a:solidFill>
                <a:schemeClr val="accent3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F4F37BC3-86E4-4EE9-9184-D080958869A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504000"/>
            <a:ext cx="8820000" cy="504056"/>
          </a:xfrm>
        </p:spPr>
        <p:txBody>
          <a:bodyPr anchor="ctr" anchorCtr="0"/>
          <a:lstStyle>
            <a:lvl1pPr marL="0" marR="0" indent="0" algn="l" defTabSz="914349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/>
            </a:lvl1pPr>
          </a:lstStyle>
          <a:p>
            <a:pPr lvl="0"/>
            <a:r>
              <a:rPr lang="en-AU" noProof="0" dirty="0"/>
              <a:t>Governing thought</a:t>
            </a:r>
          </a:p>
        </p:txBody>
      </p:sp>
    </p:spTree>
    <p:extLst>
      <p:ext uri="{BB962C8B-B14F-4D97-AF65-F5344CB8AC3E}">
        <p14:creationId xmlns:p14="http://schemas.microsoft.com/office/powerpoint/2010/main" val="2577555181"/>
      </p:ext>
    </p:extLst>
  </p:cSld>
  <p:clrMapOvr>
    <a:masterClrMapping/>
  </p:clrMapOvr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harts/insights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5339" cy="109703"/>
          </a:xfrm>
          <a:prstGeom prst="rect">
            <a:avLst/>
          </a:prstGeom>
        </p:spPr>
      </p:pic>
      <p:sp>
        <p:nvSpPr>
          <p:cNvPr id="6" name="Content Placeholder 5"/>
          <p:cNvSpPr>
            <a:spLocks noGrp="1"/>
          </p:cNvSpPr>
          <p:nvPr>
            <p:ph sz="quarter" idx="11"/>
          </p:nvPr>
        </p:nvSpPr>
        <p:spPr>
          <a:xfrm>
            <a:off x="540000" y="1341438"/>
            <a:ext cx="4248596" cy="23749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10" name="Content Placeholder 5"/>
          <p:cNvSpPr>
            <a:spLocks noGrp="1"/>
          </p:cNvSpPr>
          <p:nvPr>
            <p:ph sz="quarter" idx="12"/>
          </p:nvPr>
        </p:nvSpPr>
        <p:spPr>
          <a:xfrm>
            <a:off x="5112000" y="1340768"/>
            <a:ext cx="4248596" cy="2374900"/>
          </a:xfrm>
          <a:solidFill>
            <a:schemeClr val="bg2"/>
          </a:solidFill>
        </p:spPr>
        <p:txBody>
          <a:bodyPr lIns="144000" tIns="108000" rIns="144000" bIns="108000"/>
          <a:lstStyle>
            <a:lvl1pP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11" name="Content Placeholder 5"/>
          <p:cNvSpPr>
            <a:spLocks noGrp="1"/>
          </p:cNvSpPr>
          <p:nvPr>
            <p:ph sz="quarter" idx="13"/>
          </p:nvPr>
        </p:nvSpPr>
        <p:spPr>
          <a:xfrm>
            <a:off x="540000" y="3865882"/>
            <a:ext cx="4248596" cy="23749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12" name="Content Placeholder 5"/>
          <p:cNvSpPr>
            <a:spLocks noGrp="1"/>
          </p:cNvSpPr>
          <p:nvPr>
            <p:ph sz="quarter" idx="14"/>
          </p:nvPr>
        </p:nvSpPr>
        <p:spPr>
          <a:xfrm>
            <a:off x="5112000" y="3864518"/>
            <a:ext cx="4248596" cy="2374900"/>
          </a:xfrm>
          <a:solidFill>
            <a:schemeClr val="bg2"/>
          </a:solidFill>
        </p:spPr>
        <p:txBody>
          <a:bodyPr lIns="144000" tIns="108000" rIns="144000" bIns="108000"/>
          <a:lstStyle>
            <a:lvl1pP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8841432" y="6392361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E8856DA-B77A-4A94-8E84-45BF77D9376B}" type="slidenum">
              <a:rPr lang="en-AU" sz="1200" noProof="0" smtClean="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AU" sz="1200" noProof="0" dirty="0">
              <a:solidFill>
                <a:schemeClr val="accent3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EF3A15C6-EFE5-4BAA-AFE8-A70A7FBBBD8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504000"/>
            <a:ext cx="8820000" cy="504056"/>
          </a:xfrm>
        </p:spPr>
        <p:txBody>
          <a:bodyPr anchor="ctr" anchorCtr="0"/>
          <a:lstStyle>
            <a:lvl1pPr marL="0" marR="0" indent="0" algn="l" defTabSz="914349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/>
            </a:lvl1pPr>
          </a:lstStyle>
          <a:p>
            <a:pPr lvl="0"/>
            <a:r>
              <a:rPr lang="en-AU" noProof="0" dirty="0"/>
              <a:t>Governing thought</a:t>
            </a:r>
          </a:p>
        </p:txBody>
      </p:sp>
    </p:spTree>
    <p:extLst>
      <p:ext uri="{BB962C8B-B14F-4D97-AF65-F5344CB8AC3E}">
        <p14:creationId xmlns:p14="http://schemas.microsoft.com/office/powerpoint/2010/main" val="2861206217"/>
      </p:ext>
    </p:extLst>
  </p:cSld>
  <p:clrMapOvr>
    <a:masterClrMapping/>
  </p:clrMapOvr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harts/insights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5339" cy="109703"/>
          </a:xfrm>
          <a:prstGeom prst="rect">
            <a:avLst/>
          </a:prstGeom>
        </p:spPr>
      </p:pic>
      <p:sp>
        <p:nvSpPr>
          <p:cNvPr id="6" name="Content Placeholder 5"/>
          <p:cNvSpPr>
            <a:spLocks noGrp="1"/>
          </p:cNvSpPr>
          <p:nvPr>
            <p:ph sz="quarter" idx="11"/>
          </p:nvPr>
        </p:nvSpPr>
        <p:spPr>
          <a:xfrm>
            <a:off x="540000" y="1341438"/>
            <a:ext cx="4248596" cy="23749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10" name="Content Placeholder 5"/>
          <p:cNvSpPr>
            <a:spLocks noGrp="1"/>
          </p:cNvSpPr>
          <p:nvPr>
            <p:ph sz="quarter" idx="12"/>
          </p:nvPr>
        </p:nvSpPr>
        <p:spPr>
          <a:xfrm>
            <a:off x="5112000" y="1340768"/>
            <a:ext cx="4248596" cy="2374900"/>
          </a:xfrm>
          <a:solidFill>
            <a:schemeClr val="accent5"/>
          </a:solidFill>
        </p:spPr>
        <p:txBody>
          <a:bodyPr lIns="144000" tIns="108000" rIns="144000" bIns="108000"/>
          <a:lstStyle>
            <a:lvl1pPr>
              <a:defRPr>
                <a:solidFill>
                  <a:schemeClr val="bg2"/>
                </a:solidFill>
              </a:defRPr>
            </a:lvl1pPr>
            <a:lvl2pPr>
              <a:buClr>
                <a:schemeClr val="bg2"/>
              </a:buClr>
              <a:defRPr>
                <a:solidFill>
                  <a:schemeClr val="bg2"/>
                </a:solidFill>
              </a:defRPr>
            </a:lvl2pPr>
            <a:lvl3pPr>
              <a:buClr>
                <a:schemeClr val="bg2"/>
              </a:buClr>
              <a:defRPr>
                <a:solidFill>
                  <a:schemeClr val="bg2"/>
                </a:solidFill>
              </a:defRPr>
            </a:lvl3pPr>
            <a:lvl4pPr>
              <a:buClr>
                <a:schemeClr val="bg2"/>
              </a:buClr>
              <a:defRPr>
                <a:solidFill>
                  <a:schemeClr val="bg2"/>
                </a:solidFill>
              </a:defRPr>
            </a:lvl4pPr>
            <a:lvl5pPr>
              <a:buClr>
                <a:schemeClr val="bg2"/>
              </a:buCl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11" name="Content Placeholder 5"/>
          <p:cNvSpPr>
            <a:spLocks noGrp="1"/>
          </p:cNvSpPr>
          <p:nvPr>
            <p:ph sz="quarter" idx="13"/>
          </p:nvPr>
        </p:nvSpPr>
        <p:spPr>
          <a:xfrm>
            <a:off x="540000" y="3867246"/>
            <a:ext cx="4248596" cy="23749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12" name="Content Placeholder 5"/>
          <p:cNvSpPr>
            <a:spLocks noGrp="1"/>
          </p:cNvSpPr>
          <p:nvPr>
            <p:ph sz="quarter" idx="14"/>
          </p:nvPr>
        </p:nvSpPr>
        <p:spPr>
          <a:xfrm>
            <a:off x="5112000" y="3865882"/>
            <a:ext cx="4248596" cy="2374900"/>
          </a:xfrm>
          <a:solidFill>
            <a:schemeClr val="accent5"/>
          </a:solidFill>
        </p:spPr>
        <p:txBody>
          <a:bodyPr lIns="144000" tIns="108000" rIns="144000" bIns="108000"/>
          <a:lstStyle>
            <a:lvl1pPr>
              <a:defRPr>
                <a:solidFill>
                  <a:schemeClr val="bg2"/>
                </a:solidFill>
              </a:defRPr>
            </a:lvl1pPr>
            <a:lvl2pPr>
              <a:buClr>
                <a:schemeClr val="bg2"/>
              </a:buClr>
              <a:defRPr>
                <a:solidFill>
                  <a:schemeClr val="bg2"/>
                </a:solidFill>
              </a:defRPr>
            </a:lvl2pPr>
            <a:lvl3pPr>
              <a:buClr>
                <a:schemeClr val="bg2"/>
              </a:buClr>
              <a:defRPr>
                <a:solidFill>
                  <a:schemeClr val="bg2"/>
                </a:solidFill>
              </a:defRPr>
            </a:lvl3pPr>
            <a:lvl4pPr>
              <a:buClr>
                <a:schemeClr val="bg2"/>
              </a:buClr>
              <a:defRPr>
                <a:solidFill>
                  <a:schemeClr val="bg2"/>
                </a:solidFill>
              </a:defRPr>
            </a:lvl4pPr>
            <a:lvl5pPr>
              <a:buClr>
                <a:schemeClr val="bg2"/>
              </a:buCl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8841432" y="6392361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E8856DA-B77A-4A94-8E84-45BF77D9376B}" type="slidenum">
              <a:rPr lang="en-AU" sz="1200" noProof="0" smtClean="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AU" sz="1200" noProof="0" dirty="0">
              <a:solidFill>
                <a:schemeClr val="accent3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7B0863C4-8A1F-4F37-B2BA-622825CC018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504000"/>
            <a:ext cx="8820000" cy="504056"/>
          </a:xfrm>
        </p:spPr>
        <p:txBody>
          <a:bodyPr anchor="ctr" anchorCtr="0"/>
          <a:lstStyle>
            <a:lvl1pPr marL="0" marR="0" indent="0" algn="l" defTabSz="914349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/>
            </a:lvl1pPr>
          </a:lstStyle>
          <a:p>
            <a:pPr lvl="0"/>
            <a:r>
              <a:rPr lang="en-AU" noProof="0" dirty="0"/>
              <a:t>Governing thought</a:t>
            </a:r>
          </a:p>
        </p:txBody>
      </p:sp>
    </p:spTree>
    <p:extLst>
      <p:ext uri="{BB962C8B-B14F-4D97-AF65-F5344CB8AC3E}">
        <p14:creationId xmlns:p14="http://schemas.microsoft.com/office/powerpoint/2010/main" val="2507549422"/>
      </p:ext>
    </p:extLst>
  </p:cSld>
  <p:clrMapOvr>
    <a:masterClrMapping/>
  </p:clrMapOvr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out Nous_A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2780" y="1122417"/>
            <a:ext cx="3960440" cy="1082447"/>
          </a:xfrm>
          <a:prstGeom prst="rect">
            <a:avLst/>
          </a:prstGeom>
        </p:spPr>
      </p:pic>
      <p:cxnSp>
        <p:nvCxnSpPr>
          <p:cNvPr id="20" name="Straight Connector 19"/>
          <p:cNvCxnSpPr/>
          <p:nvPr userDrawn="1"/>
        </p:nvCxnSpPr>
        <p:spPr>
          <a:xfrm>
            <a:off x="1867694" y="3165288"/>
            <a:ext cx="6170612" cy="0"/>
          </a:xfrm>
          <a:prstGeom prst="line">
            <a:avLst/>
          </a:prstGeom>
          <a:ln w="19050" cap="rnd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 userDrawn="1"/>
        </p:nvSpPr>
        <p:spPr>
          <a:xfrm>
            <a:off x="4157430" y="2961572"/>
            <a:ext cx="159114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AU" sz="1800" noProof="0">
                <a:solidFill>
                  <a:schemeClr val="bg2"/>
                </a:solidFill>
                <a:latin typeface="Segoe UI Semibold" panose="020B0702040204020203" pitchFamily="34" charset="0"/>
              </a:rPr>
              <a:t>About Nous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F4E3E05-533A-4DB8-A232-F1B752B5781D}"/>
              </a:ext>
            </a:extLst>
          </p:cNvPr>
          <p:cNvSpPr/>
          <p:nvPr userDrawn="1"/>
        </p:nvSpPr>
        <p:spPr>
          <a:xfrm>
            <a:off x="1424608" y="3430741"/>
            <a:ext cx="705678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1400" noProof="0" dirty="0">
                <a:latin typeface="Segoe UI Semilight" panose="020B0402040204020203" pitchFamily="34" charset="0"/>
                <a:cs typeface="Segoe UI Semilight" panose="020B0402040204020203" pitchFamily="34" charset="0"/>
              </a:rPr>
              <a:t>Nous Group is an international management consultancy</a:t>
            </a:r>
            <a:br>
              <a:rPr lang="en-AU" sz="1400" noProof="0" dirty="0">
                <a:latin typeface="Segoe UI Semilight" panose="020B0402040204020203" pitchFamily="34" charset="0"/>
                <a:cs typeface="Segoe UI Semilight" panose="020B0402040204020203" pitchFamily="34" charset="0"/>
              </a:rPr>
            </a:br>
            <a:r>
              <a:rPr lang="en-AU" sz="1400" noProof="0" dirty="0">
                <a:latin typeface="Segoe UI Semilight" panose="020B0402040204020203" pitchFamily="34" charset="0"/>
                <a:cs typeface="Segoe UI Semilight" panose="020B0402040204020203" pitchFamily="34" charset="0"/>
              </a:rPr>
              <a:t>operating in 10 locations across Australia, the UK and Canada. 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B556F29-C459-402C-BF29-DE5994079688}"/>
              </a:ext>
            </a:extLst>
          </p:cNvPr>
          <p:cNvSpPr/>
          <p:nvPr userDrawn="1"/>
        </p:nvSpPr>
        <p:spPr>
          <a:xfrm>
            <a:off x="0" y="4602630"/>
            <a:ext cx="9906001" cy="1644281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B827C473-B3A8-4969-8131-63F1ED327477}"/>
              </a:ext>
            </a:extLst>
          </p:cNvPr>
          <p:cNvGrpSpPr/>
          <p:nvPr userDrawn="1"/>
        </p:nvGrpSpPr>
        <p:grpSpPr>
          <a:xfrm>
            <a:off x="4019143" y="4956969"/>
            <a:ext cx="1867713" cy="982931"/>
            <a:chOff x="3561693" y="4956969"/>
            <a:chExt cx="1867713" cy="982931"/>
          </a:xfrm>
        </p:grpSpPr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7A3C4CA6-4F87-4A68-A156-3E7778AF41D0}"/>
                </a:ext>
              </a:extLst>
            </p:cNvPr>
            <p:cNvSpPr/>
            <p:nvPr userDrawn="1"/>
          </p:nvSpPr>
          <p:spPr>
            <a:xfrm>
              <a:off x="3561693" y="5662901"/>
              <a:ext cx="1867713" cy="27699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ctr"/>
              <a:r>
                <a:rPr lang="en-AU" sz="1200" b="0" dirty="0">
                  <a:solidFill>
                    <a:schemeClr val="bg1"/>
                  </a:solidFill>
                  <a:latin typeface="Segoe UI Semibold" panose="020B0702040204020203" pitchFamily="34" charset="0"/>
                  <a:ea typeface="Segoe UI" panose="020B0502040204020203" pitchFamily="34" charset="0"/>
                  <a:cs typeface="Segoe UI Semibold" panose="020B0702040204020203" pitchFamily="34" charset="0"/>
                </a:rPr>
                <a:t>PEOPLE</a:t>
              </a:r>
            </a:p>
          </p:txBody>
        </p:sp>
        <p:sp>
          <p:nvSpPr>
            <p:cNvPr id="30" name="Freeform 70">
              <a:extLst>
                <a:ext uri="{FF2B5EF4-FFF2-40B4-BE49-F238E27FC236}">
                  <a16:creationId xmlns:a16="http://schemas.microsoft.com/office/drawing/2014/main" id="{AA267DE0-38A6-495D-A577-FACA783090D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169140" y="4956969"/>
              <a:ext cx="652819" cy="655335"/>
            </a:xfrm>
            <a:custGeom>
              <a:avLst/>
              <a:gdLst>
                <a:gd name="T0" fmla="*/ 110 w 220"/>
                <a:gd name="T1" fmla="*/ 220 h 220"/>
                <a:gd name="T2" fmla="*/ 0 w 220"/>
                <a:gd name="T3" fmla="*/ 110 h 220"/>
                <a:gd name="T4" fmla="*/ 110 w 220"/>
                <a:gd name="T5" fmla="*/ 0 h 220"/>
                <a:gd name="T6" fmla="*/ 220 w 220"/>
                <a:gd name="T7" fmla="*/ 110 h 220"/>
                <a:gd name="T8" fmla="*/ 110 w 220"/>
                <a:gd name="T9" fmla="*/ 220 h 220"/>
                <a:gd name="T10" fmla="*/ 110 w 220"/>
                <a:gd name="T11" fmla="*/ 8 h 220"/>
                <a:gd name="T12" fmla="*/ 8 w 220"/>
                <a:gd name="T13" fmla="*/ 110 h 220"/>
                <a:gd name="T14" fmla="*/ 110 w 220"/>
                <a:gd name="T15" fmla="*/ 212 h 220"/>
                <a:gd name="T16" fmla="*/ 212 w 220"/>
                <a:gd name="T17" fmla="*/ 110 h 220"/>
                <a:gd name="T18" fmla="*/ 110 w 220"/>
                <a:gd name="T19" fmla="*/ 8 h 2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0" h="220">
                  <a:moveTo>
                    <a:pt x="110" y="220"/>
                  </a:moveTo>
                  <a:cubicBezTo>
                    <a:pt x="49" y="220"/>
                    <a:pt x="0" y="171"/>
                    <a:pt x="0" y="110"/>
                  </a:cubicBezTo>
                  <a:cubicBezTo>
                    <a:pt x="0" y="49"/>
                    <a:pt x="49" y="0"/>
                    <a:pt x="110" y="0"/>
                  </a:cubicBezTo>
                  <a:cubicBezTo>
                    <a:pt x="171" y="0"/>
                    <a:pt x="220" y="49"/>
                    <a:pt x="220" y="110"/>
                  </a:cubicBezTo>
                  <a:cubicBezTo>
                    <a:pt x="220" y="171"/>
                    <a:pt x="171" y="220"/>
                    <a:pt x="110" y="220"/>
                  </a:cubicBezTo>
                  <a:close/>
                  <a:moveTo>
                    <a:pt x="110" y="8"/>
                  </a:moveTo>
                  <a:cubicBezTo>
                    <a:pt x="54" y="8"/>
                    <a:pt x="8" y="54"/>
                    <a:pt x="8" y="110"/>
                  </a:cubicBezTo>
                  <a:cubicBezTo>
                    <a:pt x="8" y="166"/>
                    <a:pt x="54" y="212"/>
                    <a:pt x="110" y="212"/>
                  </a:cubicBezTo>
                  <a:cubicBezTo>
                    <a:pt x="166" y="212"/>
                    <a:pt x="212" y="166"/>
                    <a:pt x="212" y="110"/>
                  </a:cubicBezTo>
                  <a:cubicBezTo>
                    <a:pt x="212" y="54"/>
                    <a:pt x="166" y="8"/>
                    <a:pt x="110" y="8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97000">
                  <a:schemeClr val="accent4"/>
                </a:gs>
                <a:gs pos="65000">
                  <a:schemeClr val="accent3"/>
                </a:gs>
                <a:gs pos="31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vert="horz" wrap="square" lIns="91440" tIns="36000" rIns="91440" bIns="36000" numCol="1" anchor="ctr" anchorCtr="0" compatLnSpc="1">
              <a:prstTxWarp prst="textNoShape">
                <a:avLst/>
              </a:prstTxWarp>
            </a:bodyPr>
            <a:lstStyle/>
            <a:p>
              <a:pPr algn="ctr"/>
              <a:r>
                <a:rPr kumimoji="0" lang="en-AU" sz="16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ea typeface="+mn-ea"/>
                  <a:cs typeface="Segoe UI" panose="020B0502040204020203" pitchFamily="34" charset="0"/>
                </a:rPr>
                <a:t>400</a:t>
              </a:r>
              <a:endParaRPr lang="en-AU" sz="1600" b="1" dirty="0">
                <a:solidFill>
                  <a:schemeClr val="bg1"/>
                </a:solidFill>
                <a:latin typeface="+mn-lt"/>
                <a:cs typeface="Segoe UI" panose="020B0502040204020203" pitchFamily="34" charset="0"/>
              </a:endParaRP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6BBA74CD-4713-4A19-9039-B3946929FC05}"/>
              </a:ext>
            </a:extLst>
          </p:cNvPr>
          <p:cNvGrpSpPr/>
          <p:nvPr userDrawn="1"/>
        </p:nvGrpSpPr>
        <p:grpSpPr>
          <a:xfrm>
            <a:off x="5824775" y="4941168"/>
            <a:ext cx="1674758" cy="998732"/>
            <a:chOff x="5244088" y="4941168"/>
            <a:chExt cx="1674758" cy="998732"/>
          </a:xfrm>
        </p:grpSpPr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24F598CB-FF51-463E-8900-9B10809D7BC8}"/>
                </a:ext>
              </a:extLst>
            </p:cNvPr>
            <p:cNvSpPr/>
            <p:nvPr userDrawn="1"/>
          </p:nvSpPr>
          <p:spPr>
            <a:xfrm>
              <a:off x="5244088" y="5662901"/>
              <a:ext cx="1674758" cy="27699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ctr"/>
              <a:r>
                <a:rPr lang="en-AU" sz="1200" b="0" dirty="0">
                  <a:solidFill>
                    <a:schemeClr val="bg1"/>
                  </a:solidFill>
                  <a:latin typeface="Segoe UI Semibold" panose="020B0702040204020203" pitchFamily="34" charset="0"/>
                  <a:ea typeface="Segoe UI" panose="020B0502040204020203" pitchFamily="34" charset="0"/>
                  <a:cs typeface="Segoe UI Semibold" panose="020B0702040204020203" pitchFamily="34" charset="0"/>
                </a:rPr>
                <a:t>LOCATIONS</a:t>
              </a:r>
            </a:p>
          </p:txBody>
        </p:sp>
        <p:sp>
          <p:nvSpPr>
            <p:cNvPr id="33" name="Freeform 70">
              <a:extLst>
                <a:ext uri="{FF2B5EF4-FFF2-40B4-BE49-F238E27FC236}">
                  <a16:creationId xmlns:a16="http://schemas.microsoft.com/office/drawing/2014/main" id="{F4C59075-8105-49BC-9908-69BEA122B4D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755058" y="4941168"/>
              <a:ext cx="652819" cy="655335"/>
            </a:xfrm>
            <a:custGeom>
              <a:avLst/>
              <a:gdLst>
                <a:gd name="T0" fmla="*/ 110 w 220"/>
                <a:gd name="T1" fmla="*/ 220 h 220"/>
                <a:gd name="T2" fmla="*/ 0 w 220"/>
                <a:gd name="T3" fmla="*/ 110 h 220"/>
                <a:gd name="T4" fmla="*/ 110 w 220"/>
                <a:gd name="T5" fmla="*/ 0 h 220"/>
                <a:gd name="T6" fmla="*/ 220 w 220"/>
                <a:gd name="T7" fmla="*/ 110 h 220"/>
                <a:gd name="T8" fmla="*/ 110 w 220"/>
                <a:gd name="T9" fmla="*/ 220 h 220"/>
                <a:gd name="T10" fmla="*/ 110 w 220"/>
                <a:gd name="T11" fmla="*/ 8 h 220"/>
                <a:gd name="T12" fmla="*/ 8 w 220"/>
                <a:gd name="T13" fmla="*/ 110 h 220"/>
                <a:gd name="T14" fmla="*/ 110 w 220"/>
                <a:gd name="T15" fmla="*/ 212 h 220"/>
                <a:gd name="T16" fmla="*/ 212 w 220"/>
                <a:gd name="T17" fmla="*/ 110 h 220"/>
                <a:gd name="T18" fmla="*/ 110 w 220"/>
                <a:gd name="T19" fmla="*/ 8 h 2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0" h="220">
                  <a:moveTo>
                    <a:pt x="110" y="220"/>
                  </a:moveTo>
                  <a:cubicBezTo>
                    <a:pt x="49" y="220"/>
                    <a:pt x="0" y="171"/>
                    <a:pt x="0" y="110"/>
                  </a:cubicBezTo>
                  <a:cubicBezTo>
                    <a:pt x="0" y="49"/>
                    <a:pt x="49" y="0"/>
                    <a:pt x="110" y="0"/>
                  </a:cubicBezTo>
                  <a:cubicBezTo>
                    <a:pt x="171" y="0"/>
                    <a:pt x="220" y="49"/>
                    <a:pt x="220" y="110"/>
                  </a:cubicBezTo>
                  <a:cubicBezTo>
                    <a:pt x="220" y="171"/>
                    <a:pt x="171" y="220"/>
                    <a:pt x="110" y="220"/>
                  </a:cubicBezTo>
                  <a:close/>
                  <a:moveTo>
                    <a:pt x="110" y="8"/>
                  </a:moveTo>
                  <a:cubicBezTo>
                    <a:pt x="54" y="8"/>
                    <a:pt x="8" y="54"/>
                    <a:pt x="8" y="110"/>
                  </a:cubicBezTo>
                  <a:cubicBezTo>
                    <a:pt x="8" y="166"/>
                    <a:pt x="54" y="212"/>
                    <a:pt x="110" y="212"/>
                  </a:cubicBezTo>
                  <a:cubicBezTo>
                    <a:pt x="166" y="212"/>
                    <a:pt x="212" y="166"/>
                    <a:pt x="212" y="110"/>
                  </a:cubicBezTo>
                  <a:cubicBezTo>
                    <a:pt x="212" y="54"/>
                    <a:pt x="166" y="8"/>
                    <a:pt x="110" y="8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97000">
                  <a:schemeClr val="accent4"/>
                </a:gs>
                <a:gs pos="65000">
                  <a:schemeClr val="accent3"/>
                </a:gs>
                <a:gs pos="31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vert="horz" wrap="square" lIns="91440" tIns="36000" rIns="91440" bIns="36000" numCol="1" anchor="ctr" anchorCtr="0" compatLnSpc="1">
              <a:prstTxWarp prst="textNoShape">
                <a:avLst/>
              </a:prstTxWarp>
            </a:bodyPr>
            <a:lstStyle/>
            <a:p>
              <a:pPr algn="ctr"/>
              <a:r>
                <a:rPr kumimoji="0" lang="en-AU" sz="16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ea typeface="+mn-ea"/>
                  <a:cs typeface="Segoe UI Semibold" panose="020B0702040204020203" pitchFamily="34" charset="0"/>
                </a:rPr>
                <a:t>10</a:t>
              </a:r>
              <a:endParaRPr lang="en-AU" sz="1600" b="1" dirty="0">
                <a:solidFill>
                  <a:schemeClr val="bg1"/>
                </a:solidFill>
                <a:latin typeface="+mn-lt"/>
                <a:cs typeface="Segoe UI Semibold" panose="020B0702040204020203" pitchFamily="34" charset="0"/>
              </a:endParaRP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0B7D11D3-C7C7-441D-ADBA-C269F6D1D9F1}"/>
              </a:ext>
            </a:extLst>
          </p:cNvPr>
          <p:cNvGrpSpPr/>
          <p:nvPr userDrawn="1"/>
        </p:nvGrpSpPr>
        <p:grpSpPr>
          <a:xfrm>
            <a:off x="7437452" y="4944416"/>
            <a:ext cx="1674758" cy="995484"/>
            <a:chOff x="7437452" y="4944416"/>
            <a:chExt cx="1674758" cy="995484"/>
          </a:xfrm>
        </p:grpSpPr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FF05606D-CBD7-4D72-8B54-A40B9E2FD0B6}"/>
                </a:ext>
              </a:extLst>
            </p:cNvPr>
            <p:cNvSpPr/>
            <p:nvPr userDrawn="1"/>
          </p:nvSpPr>
          <p:spPr>
            <a:xfrm>
              <a:off x="7437452" y="5662901"/>
              <a:ext cx="1674758" cy="27699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ctr"/>
              <a:r>
                <a:rPr lang="en-AU" sz="1200" b="0" dirty="0">
                  <a:solidFill>
                    <a:schemeClr val="bg1"/>
                  </a:solidFill>
                  <a:latin typeface="Segoe UI Semibold" panose="020B0702040204020203" pitchFamily="34" charset="0"/>
                  <a:ea typeface="Segoe UI" panose="020B0502040204020203" pitchFamily="34" charset="0"/>
                  <a:cs typeface="Segoe UI Semibold" panose="020B0702040204020203" pitchFamily="34" charset="0"/>
                </a:rPr>
                <a:t>COUNTRIES</a:t>
              </a:r>
            </a:p>
          </p:txBody>
        </p:sp>
        <p:sp>
          <p:nvSpPr>
            <p:cNvPr id="36" name="Freeform 70">
              <a:extLst>
                <a:ext uri="{FF2B5EF4-FFF2-40B4-BE49-F238E27FC236}">
                  <a16:creationId xmlns:a16="http://schemas.microsoft.com/office/drawing/2014/main" id="{22CE4B17-04F1-4666-A183-5235B2676B0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948422" y="4944416"/>
              <a:ext cx="652819" cy="655335"/>
            </a:xfrm>
            <a:custGeom>
              <a:avLst/>
              <a:gdLst>
                <a:gd name="T0" fmla="*/ 110 w 220"/>
                <a:gd name="T1" fmla="*/ 220 h 220"/>
                <a:gd name="T2" fmla="*/ 0 w 220"/>
                <a:gd name="T3" fmla="*/ 110 h 220"/>
                <a:gd name="T4" fmla="*/ 110 w 220"/>
                <a:gd name="T5" fmla="*/ 0 h 220"/>
                <a:gd name="T6" fmla="*/ 220 w 220"/>
                <a:gd name="T7" fmla="*/ 110 h 220"/>
                <a:gd name="T8" fmla="*/ 110 w 220"/>
                <a:gd name="T9" fmla="*/ 220 h 220"/>
                <a:gd name="T10" fmla="*/ 110 w 220"/>
                <a:gd name="T11" fmla="*/ 8 h 220"/>
                <a:gd name="T12" fmla="*/ 8 w 220"/>
                <a:gd name="T13" fmla="*/ 110 h 220"/>
                <a:gd name="T14" fmla="*/ 110 w 220"/>
                <a:gd name="T15" fmla="*/ 212 h 220"/>
                <a:gd name="T16" fmla="*/ 212 w 220"/>
                <a:gd name="T17" fmla="*/ 110 h 220"/>
                <a:gd name="T18" fmla="*/ 110 w 220"/>
                <a:gd name="T19" fmla="*/ 8 h 2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0" h="220">
                  <a:moveTo>
                    <a:pt x="110" y="220"/>
                  </a:moveTo>
                  <a:cubicBezTo>
                    <a:pt x="49" y="220"/>
                    <a:pt x="0" y="171"/>
                    <a:pt x="0" y="110"/>
                  </a:cubicBezTo>
                  <a:cubicBezTo>
                    <a:pt x="0" y="49"/>
                    <a:pt x="49" y="0"/>
                    <a:pt x="110" y="0"/>
                  </a:cubicBezTo>
                  <a:cubicBezTo>
                    <a:pt x="171" y="0"/>
                    <a:pt x="220" y="49"/>
                    <a:pt x="220" y="110"/>
                  </a:cubicBezTo>
                  <a:cubicBezTo>
                    <a:pt x="220" y="171"/>
                    <a:pt x="171" y="220"/>
                    <a:pt x="110" y="220"/>
                  </a:cubicBezTo>
                  <a:close/>
                  <a:moveTo>
                    <a:pt x="110" y="8"/>
                  </a:moveTo>
                  <a:cubicBezTo>
                    <a:pt x="54" y="8"/>
                    <a:pt x="8" y="54"/>
                    <a:pt x="8" y="110"/>
                  </a:cubicBezTo>
                  <a:cubicBezTo>
                    <a:pt x="8" y="166"/>
                    <a:pt x="54" y="212"/>
                    <a:pt x="110" y="212"/>
                  </a:cubicBezTo>
                  <a:cubicBezTo>
                    <a:pt x="166" y="212"/>
                    <a:pt x="212" y="166"/>
                    <a:pt x="212" y="110"/>
                  </a:cubicBezTo>
                  <a:cubicBezTo>
                    <a:pt x="212" y="54"/>
                    <a:pt x="166" y="8"/>
                    <a:pt x="110" y="8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97000">
                  <a:schemeClr val="accent4"/>
                </a:gs>
                <a:gs pos="65000">
                  <a:schemeClr val="accent3"/>
                </a:gs>
                <a:gs pos="31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vert="horz" wrap="square" lIns="91440" tIns="36000" rIns="91440" bIns="36000" numCol="1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34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AU" sz="16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ea typeface="+mn-ea"/>
                  <a:cs typeface="Segoe UI Semibold" panose="020B0702040204020203" pitchFamily="34" charset="0"/>
                </a:rPr>
                <a:t>3</a:t>
              </a:r>
            </a:p>
          </p:txBody>
        </p:sp>
      </p:grpSp>
      <p:sp>
        <p:nvSpPr>
          <p:cNvPr id="37" name="Rectangle 36">
            <a:extLst>
              <a:ext uri="{FF2B5EF4-FFF2-40B4-BE49-F238E27FC236}">
                <a16:creationId xmlns:a16="http://schemas.microsoft.com/office/drawing/2014/main" id="{2A01D100-AE28-4097-9013-854206D88AFE}"/>
              </a:ext>
            </a:extLst>
          </p:cNvPr>
          <p:cNvSpPr/>
          <p:nvPr userDrawn="1"/>
        </p:nvSpPr>
        <p:spPr>
          <a:xfrm>
            <a:off x="828000" y="4999763"/>
            <a:ext cx="3066254" cy="830997"/>
          </a:xfrm>
          <a:prstGeom prst="rect">
            <a:avLst/>
          </a:prstGeom>
        </p:spPr>
        <p:txBody>
          <a:bodyPr wrap="square" lIns="0" anchor="ctr" anchorCtr="0">
            <a:spAutoFit/>
          </a:bodyPr>
          <a:lstStyle/>
          <a:p>
            <a:r>
              <a:rPr lang="en-AU" sz="1200" dirty="0">
                <a:solidFill>
                  <a:schemeClr val="bg1"/>
                </a:solidFill>
                <a:latin typeface="Segoe UI Semibold" panose="020B0702040204020203" pitchFamily="34" charset="0"/>
                <a:cs typeface="Segoe UI Semilight" panose="020B0402040204020203" pitchFamily="34" charset="0"/>
              </a:rPr>
              <a:t>For over 20 years we have been partnering with leaders to shape world-class businesses, effective governments and empowered communities. </a:t>
            </a:r>
          </a:p>
        </p:txBody>
      </p:sp>
    </p:spTree>
    <p:extLst>
      <p:ext uri="{BB962C8B-B14F-4D97-AF65-F5344CB8AC3E}">
        <p14:creationId xmlns:p14="http://schemas.microsoft.com/office/powerpoint/2010/main" val="2517310099"/>
      </p:ext>
    </p:extLst>
  </p:cSld>
  <p:clrMapOvr>
    <a:masterClrMapping/>
  </p:clrMapOvr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 userDrawn="1"/>
        </p:nvSpPr>
        <p:spPr>
          <a:xfrm>
            <a:off x="0" y="5878066"/>
            <a:ext cx="9907200" cy="98152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AU" noProof="0"/>
          </a:p>
        </p:txBody>
      </p:sp>
      <p:pic>
        <p:nvPicPr>
          <p:cNvPr id="7" name="Picture 2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34" r="15849"/>
          <a:stretch/>
        </p:blipFill>
        <p:spPr bwMode="auto">
          <a:xfrm>
            <a:off x="1568624" y="0"/>
            <a:ext cx="8337376" cy="45576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Title"/>
          <p:cNvSpPr>
            <a:spLocks noGrp="1"/>
          </p:cNvSpPr>
          <p:nvPr>
            <p:ph type="body" sz="quarter" idx="10" hasCustomPrompt="1"/>
          </p:nvPr>
        </p:nvSpPr>
        <p:spPr>
          <a:xfrm>
            <a:off x="540000" y="3716363"/>
            <a:ext cx="7618023" cy="1080790"/>
          </a:xfrm>
        </p:spPr>
        <p:txBody>
          <a:bodyPr anchor="b" anchorCtr="0"/>
          <a:lstStyle>
            <a:lvl1pPr>
              <a:defRPr sz="3200">
                <a:solidFill>
                  <a:schemeClr val="bg1"/>
                </a:solidFill>
                <a:latin typeface="Segoe UI Semibold" panose="020B0702040204020203" pitchFamily="34" charset="0"/>
              </a:defRPr>
            </a:lvl1pPr>
            <a:lvl5pPr>
              <a:defRPr/>
            </a:lvl5pPr>
          </a:lstStyle>
          <a:p>
            <a:pPr lvl="0"/>
            <a:r>
              <a:rPr lang="en-AU" noProof="0" dirty="0"/>
              <a:t>Title</a:t>
            </a:r>
          </a:p>
        </p:txBody>
      </p:sp>
      <p:sp>
        <p:nvSpPr>
          <p:cNvPr id="9" name="Subtitle"/>
          <p:cNvSpPr>
            <a:spLocks noGrp="1"/>
          </p:cNvSpPr>
          <p:nvPr>
            <p:ph type="body" sz="quarter" idx="11" hasCustomPrompt="1"/>
          </p:nvPr>
        </p:nvSpPr>
        <p:spPr>
          <a:xfrm>
            <a:off x="540000" y="4941912"/>
            <a:ext cx="7618023" cy="503312"/>
          </a:xfrm>
        </p:spPr>
        <p:txBody>
          <a:bodyPr/>
          <a:lstStyle>
            <a:lvl1pPr>
              <a:spcBef>
                <a:spcPts val="1200"/>
              </a:spcBef>
              <a:defRPr sz="1600" baseline="0"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AU" noProof="0" dirty="0"/>
              <a:t>Sub title</a:t>
            </a:r>
          </a:p>
        </p:txBody>
      </p:sp>
      <p:pic>
        <p:nvPicPr>
          <p:cNvPr id="12" name="Picture 11" descr="A picture containing drawing&#10;&#10;Description automatically generated">
            <a:extLst>
              <a:ext uri="{FF2B5EF4-FFF2-40B4-BE49-F238E27FC236}">
                <a16:creationId xmlns:a16="http://schemas.microsoft.com/office/drawing/2014/main" id="{9C37872E-03F3-46BF-8359-B9ED1D13B87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28562" y="6242828"/>
            <a:ext cx="947045" cy="258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8126997"/>
      </p:ext>
    </p:extLst>
  </p:cSld>
  <p:clrMapOvr>
    <a:masterClrMapping/>
  </p:clrMapOvr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560531467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594" name="think-cell Slide" r:id="rId4" imgW="270" imgH="270" progId="TCLayout.ActiveDocument.1">
                  <p:embed/>
                </p:oleObj>
              </mc:Choice>
              <mc:Fallback>
                <p:oleObj name="think-cell Slide" r:id="rId4" imgW="270" imgH="270" progId="TCLayout.ActiveDocument.1">
                  <p:embed/>
                  <p:pic>
                    <p:nvPicPr>
                      <p:cNvPr id="4" name="Object 3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" name="Picture 9"/>
          <p:cNvPicPr>
            <a:picLocks noChangeAspect="1"/>
          </p:cNvPicPr>
          <p:nvPr userDrawn="1"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83" t="41842" r="283" b="17500"/>
          <a:stretch/>
        </p:blipFill>
        <p:spPr>
          <a:xfrm>
            <a:off x="-56456" y="3567933"/>
            <a:ext cx="9962456" cy="2278459"/>
          </a:xfrm>
          <a:prstGeom prst="rect">
            <a:avLst/>
          </a:prstGeom>
        </p:spPr>
      </p:pic>
      <p:pic>
        <p:nvPicPr>
          <p:cNvPr id="8" name="Picture 2"/>
          <p:cNvPicPr>
            <a:picLocks noChangeAspect="1" noChangeArrowheads="1"/>
          </p:cNvPicPr>
          <p:nvPr userDrawn="1"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53" r="55096" b="52571"/>
          <a:stretch/>
        </p:blipFill>
        <p:spPr bwMode="auto">
          <a:xfrm>
            <a:off x="5457056" y="3567933"/>
            <a:ext cx="4448944" cy="22784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Sectiontitle"/>
          <p:cNvSpPr>
            <a:spLocks noGrp="1"/>
          </p:cNvSpPr>
          <p:nvPr>
            <p:ph type="body" sz="quarter" idx="10" hasCustomPrompt="1"/>
          </p:nvPr>
        </p:nvSpPr>
        <p:spPr>
          <a:xfrm>
            <a:off x="540000" y="4148411"/>
            <a:ext cx="6825934" cy="1080790"/>
          </a:xfrm>
        </p:spPr>
        <p:txBody>
          <a:bodyPr anchor="ctr" anchorCtr="0"/>
          <a:lstStyle>
            <a:lvl1pPr>
              <a:defRPr sz="2800">
                <a:solidFill>
                  <a:schemeClr val="bg1"/>
                </a:solidFill>
                <a:latin typeface="Segoe UI Semibold" panose="020B0702040204020203" pitchFamily="34" charset="0"/>
              </a:defRPr>
            </a:lvl1pPr>
            <a:lvl5pPr>
              <a:defRPr/>
            </a:lvl5pPr>
          </a:lstStyle>
          <a:p>
            <a:pPr lvl="0"/>
            <a:r>
              <a:rPr lang="en-AU" noProof="0" dirty="0"/>
              <a:t>Section title</a:t>
            </a:r>
          </a:p>
        </p:txBody>
      </p:sp>
      <p:pic>
        <p:nvPicPr>
          <p:cNvPr id="9" name="Picture 8" descr="A picture containing drawing&#10;&#10;Description automatically generated">
            <a:extLst>
              <a:ext uri="{FF2B5EF4-FFF2-40B4-BE49-F238E27FC236}">
                <a16:creationId xmlns:a16="http://schemas.microsoft.com/office/drawing/2014/main" id="{4E5F4078-34D5-4506-9BA6-DB400F8198CA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61351" y="6379812"/>
            <a:ext cx="664393" cy="190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1390605"/>
      </p:ext>
    </p:extLst>
  </p:cSld>
  <p:clrMapOvr>
    <a:masterClrMapping/>
  </p:clrMapOvr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5339" cy="109703"/>
          </a:xfrm>
          <a:prstGeom prst="rect">
            <a:avLst/>
          </a:prstGeom>
        </p:spPr>
      </p:pic>
      <p:sp>
        <p:nvSpPr>
          <p:cNvPr id="6" name="TextBox 5"/>
          <p:cNvSpPr txBox="1"/>
          <p:nvPr userDrawn="1"/>
        </p:nvSpPr>
        <p:spPr>
          <a:xfrm>
            <a:off x="540000" y="504000"/>
            <a:ext cx="8784976" cy="482313"/>
          </a:xfrm>
          <a:prstGeom prst="rect">
            <a:avLst/>
          </a:prstGeom>
          <a:noFill/>
        </p:spPr>
        <p:txBody>
          <a:bodyPr wrap="square" lIns="0" tIns="46800" rIns="0" bIns="46800" rtlCol="0" anchor="ctr" anchorCtr="0">
            <a:spAutoFit/>
          </a:bodyPr>
          <a:lstStyle/>
          <a:p>
            <a:pPr>
              <a:lnSpc>
                <a:spcPct val="90000"/>
              </a:lnSpc>
            </a:pPr>
            <a:r>
              <a:rPr lang="en-AU" sz="2800" noProof="0" dirty="0">
                <a:solidFill>
                  <a:schemeClr val="bg2"/>
                </a:solidFill>
                <a:latin typeface="+mj-lt"/>
              </a:rPr>
              <a:t>Contents</a:t>
            </a:r>
          </a:p>
        </p:txBody>
      </p:sp>
      <p:sp>
        <p:nvSpPr>
          <p:cNvPr id="5" name="TextBox 4"/>
          <p:cNvSpPr txBox="1"/>
          <p:nvPr userDrawn="1"/>
        </p:nvSpPr>
        <p:spPr>
          <a:xfrm>
            <a:off x="8841432" y="6392361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E8856DA-B77A-4A94-8E84-45BF77D9376B}" type="slidenum">
              <a:rPr lang="en-AU" sz="1200" noProof="0" smtClean="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AU" sz="1200" noProof="0" dirty="0">
              <a:solidFill>
                <a:schemeClr val="accent3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" name="Content Placeholder 1"/>
          <p:cNvSpPr>
            <a:spLocks noGrp="1"/>
          </p:cNvSpPr>
          <p:nvPr>
            <p:ph sz="quarter" idx="13" hasCustomPrompt="1"/>
          </p:nvPr>
        </p:nvSpPr>
        <p:spPr>
          <a:xfrm>
            <a:off x="540000" y="1620000"/>
            <a:ext cx="8801345" cy="4392488"/>
          </a:xfrm>
        </p:spPr>
        <p:txBody>
          <a:bodyPr/>
          <a:lstStyle>
            <a:lvl1pPr marL="252000" marR="0" indent="-252000" algn="l" defTabSz="914349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 sz="1400">
                <a:solidFill>
                  <a:schemeClr val="bg2"/>
                </a:solidFill>
              </a:defRPr>
            </a:lvl1pPr>
            <a:lvl2pPr marL="504000" indent="-252000">
              <a:spcAft>
                <a:spcPts val="600"/>
              </a:spcAft>
              <a:buClrTx/>
              <a:buFont typeface="Segoe UI" panose="020B0502040204020203" pitchFamily="34" charset="0"/>
              <a:buChar char="–"/>
              <a:defRPr sz="1400">
                <a:solidFill>
                  <a:schemeClr val="bg2"/>
                </a:solidFill>
              </a:defRPr>
            </a:lvl2pPr>
            <a:lvl3pPr marL="756000" indent="-252000">
              <a:spcAft>
                <a:spcPts val="600"/>
              </a:spcAft>
              <a:buClrTx/>
              <a:buFont typeface="Arial" panose="020B0604020202020204" pitchFamily="34" charset="0"/>
              <a:buChar char="•"/>
              <a:defRPr sz="1400">
                <a:solidFill>
                  <a:schemeClr val="bg2"/>
                </a:solidFill>
              </a:defRPr>
            </a:lvl3pPr>
            <a:lvl4pPr marL="809955" indent="0">
              <a:buClr>
                <a:schemeClr val="accent4"/>
              </a:buClr>
              <a:buFont typeface="+mj-lt"/>
              <a:buNone/>
              <a:defRPr/>
            </a:lvl4pPr>
          </a:lstStyle>
          <a:p>
            <a:pPr lvl="0"/>
            <a:r>
              <a:rPr lang="en-AU" noProof="0" dirty="0"/>
              <a:t>Insert table of contents</a:t>
            </a:r>
          </a:p>
          <a:p>
            <a:pPr lvl="1"/>
            <a:r>
              <a:rPr lang="en-AU" noProof="0" dirty="0"/>
              <a:t>Second line</a:t>
            </a:r>
          </a:p>
          <a:p>
            <a:pPr lvl="2"/>
            <a:r>
              <a:rPr lang="en-AU" noProof="0" dirty="0"/>
              <a:t>Third line</a:t>
            </a:r>
          </a:p>
        </p:txBody>
      </p:sp>
    </p:spTree>
    <p:extLst>
      <p:ext uri="{BB962C8B-B14F-4D97-AF65-F5344CB8AC3E}">
        <p14:creationId xmlns:p14="http://schemas.microsoft.com/office/powerpoint/2010/main" val="1820338012"/>
      </p:ext>
    </p:extLst>
  </p:cSld>
  <p:clrMapOvr>
    <a:masterClrMapping/>
  </p:clrMapOvr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170251135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618" name="think-cell Slide" r:id="rId4" imgW="270" imgH="270" progId="TCLayout.ActiveDocument.1">
                  <p:embed/>
                </p:oleObj>
              </mc:Choice>
              <mc:Fallback>
                <p:oleObj name="think-cell Slide" r:id="rId4" imgW="270" imgH="270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7"/>
          <p:cNvSpPr/>
          <p:nvPr userDrawn="1"/>
        </p:nvSpPr>
        <p:spPr>
          <a:xfrm>
            <a:off x="0" y="1368000"/>
            <a:ext cx="9907200" cy="493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AU" noProof="0"/>
          </a:p>
        </p:txBody>
      </p:sp>
      <p:pic>
        <p:nvPicPr>
          <p:cNvPr id="4" name="Picture 3"/>
          <p:cNvPicPr>
            <a:picLocks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5339" cy="109703"/>
          </a:xfrm>
          <a:prstGeom prst="rect">
            <a:avLst/>
          </a:prstGeom>
        </p:spPr>
      </p:pic>
      <p:sp>
        <p:nvSpPr>
          <p:cNvPr id="7" name="TextBox 6"/>
          <p:cNvSpPr txBox="1"/>
          <p:nvPr userDrawn="1"/>
        </p:nvSpPr>
        <p:spPr>
          <a:xfrm>
            <a:off x="8841432" y="6392361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E8856DA-B77A-4A94-8E84-45BF77D9376B}" type="slidenum">
              <a:rPr lang="en-AU" sz="1200" noProof="0" smtClean="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AU" sz="1200" noProof="0" dirty="0">
              <a:solidFill>
                <a:schemeClr val="accent3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0" name="TextBox 9"/>
          <p:cNvSpPr txBox="1"/>
          <p:nvPr userDrawn="1"/>
        </p:nvSpPr>
        <p:spPr>
          <a:xfrm>
            <a:off x="540000" y="504000"/>
            <a:ext cx="8784976" cy="482313"/>
          </a:xfrm>
          <a:prstGeom prst="rect">
            <a:avLst/>
          </a:prstGeom>
          <a:noFill/>
        </p:spPr>
        <p:txBody>
          <a:bodyPr wrap="square" lIns="0" tIns="46800" rIns="0" bIns="46800" rtlCol="0" anchor="ctr" anchorCtr="0">
            <a:spAutoFit/>
          </a:bodyPr>
          <a:lstStyle/>
          <a:p>
            <a:pPr>
              <a:lnSpc>
                <a:spcPct val="90000"/>
              </a:lnSpc>
            </a:pPr>
            <a:r>
              <a:rPr lang="en-AU" sz="2800" noProof="0" dirty="0">
                <a:solidFill>
                  <a:schemeClr val="bg2"/>
                </a:solidFill>
                <a:latin typeface="+mj-lt"/>
              </a:rPr>
              <a:t>Contents</a:t>
            </a:r>
          </a:p>
        </p:txBody>
      </p:sp>
      <p:sp>
        <p:nvSpPr>
          <p:cNvPr id="11" name="Content Placeholder 1"/>
          <p:cNvSpPr>
            <a:spLocks noGrp="1"/>
          </p:cNvSpPr>
          <p:nvPr>
            <p:ph sz="quarter" idx="13" hasCustomPrompt="1"/>
          </p:nvPr>
        </p:nvSpPr>
        <p:spPr>
          <a:xfrm>
            <a:off x="540000" y="1620000"/>
            <a:ext cx="8801345" cy="4392488"/>
          </a:xfrm>
        </p:spPr>
        <p:txBody>
          <a:bodyPr/>
          <a:lstStyle>
            <a:lvl1pPr marL="252000" marR="0" indent="-252000" algn="l" defTabSz="914349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 sz="1400">
                <a:solidFill>
                  <a:schemeClr val="bg1"/>
                </a:solidFill>
              </a:defRPr>
            </a:lvl1pPr>
            <a:lvl2pPr marL="504000" indent="-252000">
              <a:spcAft>
                <a:spcPts val="600"/>
              </a:spcAft>
              <a:buClrTx/>
              <a:buFont typeface="Segoe UI" panose="020B0502040204020203" pitchFamily="34" charset="0"/>
              <a:buChar char="–"/>
              <a:defRPr sz="1400">
                <a:solidFill>
                  <a:schemeClr val="bg1"/>
                </a:solidFill>
              </a:defRPr>
            </a:lvl2pPr>
            <a:lvl3pPr marL="756000" indent="-252000">
              <a:spcAft>
                <a:spcPts val="600"/>
              </a:spcAft>
              <a:buClrTx/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3pPr>
            <a:lvl4pPr marL="809955" indent="0">
              <a:buClr>
                <a:schemeClr val="accent4"/>
              </a:buClr>
              <a:buFont typeface="+mj-lt"/>
              <a:buNone/>
              <a:defRPr/>
            </a:lvl4pPr>
          </a:lstStyle>
          <a:p>
            <a:pPr lvl="0"/>
            <a:r>
              <a:rPr lang="en-AU" noProof="0" dirty="0"/>
              <a:t>Insert table of contents</a:t>
            </a:r>
          </a:p>
          <a:p>
            <a:pPr lvl="1"/>
            <a:r>
              <a:rPr lang="en-AU" noProof="0" dirty="0"/>
              <a:t>Second line</a:t>
            </a:r>
          </a:p>
          <a:p>
            <a:pPr lvl="2"/>
            <a:r>
              <a:rPr lang="en-AU" noProof="0" dirty="0"/>
              <a:t>Third line</a:t>
            </a:r>
          </a:p>
        </p:txBody>
      </p:sp>
    </p:spTree>
    <p:extLst>
      <p:ext uri="{BB962C8B-B14F-4D97-AF65-F5344CB8AC3E}">
        <p14:creationId xmlns:p14="http://schemas.microsoft.com/office/powerpoint/2010/main" val="1948645420"/>
      </p:ext>
    </p:extLst>
  </p:cSld>
  <p:clrMapOvr>
    <a:masterClrMapping/>
  </p:clrMapOvr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DD23AFE5-4B63-44A0-BB7F-F1AE657A3D44}"/>
              </a:ext>
            </a:extLst>
          </p:cNvPr>
          <p:cNvSpPr/>
          <p:nvPr userDrawn="1"/>
        </p:nvSpPr>
        <p:spPr>
          <a:xfrm>
            <a:off x="0" y="1368000"/>
            <a:ext cx="9907200" cy="4932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AU" noProof="0"/>
          </a:p>
        </p:txBody>
      </p:sp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038330328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642" name="think-cell Slide" r:id="rId4" imgW="270" imgH="270" progId="TCLayout.ActiveDocument.1">
                  <p:embed/>
                </p:oleObj>
              </mc:Choice>
              <mc:Fallback>
                <p:oleObj name="think-cell Slide" r:id="rId4" imgW="270" imgH="270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Picture 3"/>
          <p:cNvPicPr>
            <a:picLocks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5339" cy="109703"/>
          </a:xfrm>
          <a:prstGeom prst="rect">
            <a:avLst/>
          </a:prstGeom>
        </p:spPr>
      </p:pic>
      <p:sp>
        <p:nvSpPr>
          <p:cNvPr id="7" name="TextBox 6"/>
          <p:cNvSpPr txBox="1"/>
          <p:nvPr userDrawn="1"/>
        </p:nvSpPr>
        <p:spPr>
          <a:xfrm>
            <a:off x="8841432" y="6392361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E8856DA-B77A-4A94-8E84-45BF77D9376B}" type="slidenum">
              <a:rPr lang="en-AU" sz="1200" noProof="0" smtClean="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AU" sz="1200" noProof="0" dirty="0">
              <a:solidFill>
                <a:schemeClr val="accent3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2" name="Content Placeholder 1"/>
          <p:cNvSpPr>
            <a:spLocks noGrp="1"/>
          </p:cNvSpPr>
          <p:nvPr>
            <p:ph sz="quarter" idx="13" hasCustomPrompt="1"/>
          </p:nvPr>
        </p:nvSpPr>
        <p:spPr>
          <a:xfrm>
            <a:off x="540000" y="1620000"/>
            <a:ext cx="8801345" cy="4392488"/>
          </a:xfrm>
        </p:spPr>
        <p:txBody>
          <a:bodyPr/>
          <a:lstStyle>
            <a:lvl1pPr marL="252000" marR="0" indent="-252000" algn="l" defTabSz="914349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 sz="1400">
                <a:solidFill>
                  <a:schemeClr val="bg2"/>
                </a:solidFill>
              </a:defRPr>
            </a:lvl1pPr>
            <a:lvl2pPr marL="504000" indent="-252000">
              <a:spcAft>
                <a:spcPts val="600"/>
              </a:spcAft>
              <a:buClrTx/>
              <a:buFont typeface="Segoe UI" panose="020B0502040204020203" pitchFamily="34" charset="0"/>
              <a:buChar char="–"/>
              <a:defRPr sz="1400">
                <a:solidFill>
                  <a:schemeClr val="bg2"/>
                </a:solidFill>
              </a:defRPr>
            </a:lvl2pPr>
            <a:lvl3pPr marL="756000" indent="-252000">
              <a:spcAft>
                <a:spcPts val="600"/>
              </a:spcAft>
              <a:buClrTx/>
              <a:buFont typeface="Arial" panose="020B0604020202020204" pitchFamily="34" charset="0"/>
              <a:buChar char="•"/>
              <a:defRPr sz="1400">
                <a:solidFill>
                  <a:schemeClr val="bg2"/>
                </a:solidFill>
              </a:defRPr>
            </a:lvl3pPr>
            <a:lvl4pPr marL="809955" indent="0">
              <a:buClr>
                <a:schemeClr val="accent4"/>
              </a:buClr>
              <a:buFont typeface="+mj-lt"/>
              <a:buNone/>
              <a:defRPr/>
            </a:lvl4pPr>
          </a:lstStyle>
          <a:p>
            <a:pPr lvl="0"/>
            <a:r>
              <a:rPr lang="en-AU" noProof="0" dirty="0"/>
              <a:t>Insert table of contents</a:t>
            </a:r>
          </a:p>
          <a:p>
            <a:pPr lvl="1"/>
            <a:r>
              <a:rPr lang="en-AU" noProof="0" dirty="0"/>
              <a:t>Second line</a:t>
            </a:r>
          </a:p>
          <a:p>
            <a:pPr lvl="2"/>
            <a:r>
              <a:rPr lang="en-AU" noProof="0" dirty="0"/>
              <a:t>Third line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58B5F87-2DA4-4B2D-A742-82FDB2DA919A}"/>
              </a:ext>
            </a:extLst>
          </p:cNvPr>
          <p:cNvSpPr txBox="1"/>
          <p:nvPr userDrawn="1"/>
        </p:nvSpPr>
        <p:spPr>
          <a:xfrm>
            <a:off x="540000" y="504000"/>
            <a:ext cx="8784976" cy="482313"/>
          </a:xfrm>
          <a:prstGeom prst="rect">
            <a:avLst/>
          </a:prstGeom>
          <a:noFill/>
        </p:spPr>
        <p:txBody>
          <a:bodyPr wrap="square" lIns="0" tIns="46800" rIns="0" bIns="46800" rtlCol="0" anchor="ctr" anchorCtr="0">
            <a:spAutoFit/>
          </a:bodyPr>
          <a:lstStyle/>
          <a:p>
            <a:pPr>
              <a:lnSpc>
                <a:spcPct val="90000"/>
              </a:lnSpc>
            </a:pPr>
            <a:r>
              <a:rPr lang="en-AU" sz="2800" noProof="0" dirty="0">
                <a:solidFill>
                  <a:schemeClr val="bg2"/>
                </a:solidFill>
                <a:latin typeface="+mj-lt"/>
              </a:rPr>
              <a:t>Contents</a:t>
            </a:r>
          </a:p>
        </p:txBody>
      </p:sp>
    </p:spTree>
    <p:extLst>
      <p:ext uri="{BB962C8B-B14F-4D97-AF65-F5344CB8AC3E}">
        <p14:creationId xmlns:p14="http://schemas.microsoft.com/office/powerpoint/2010/main" val="2869342619"/>
      </p:ext>
    </p:extLst>
  </p:cSld>
  <p:clrMapOvr>
    <a:masterClrMapping/>
  </p:clrMapOvr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with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88928386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666" name="think-cell Slide" r:id="rId5" imgW="270" imgH="270" progId="TCLayout.ActiveDocument.1">
                  <p:embed/>
                </p:oleObj>
              </mc:Choice>
              <mc:Fallback>
                <p:oleObj name="think-cell Slide" r:id="rId5" imgW="270" imgH="270" progId="TCLayout.ActiveDocument.1">
                  <p:embed/>
                  <p:pic>
                    <p:nvPicPr>
                      <p:cNvPr id="4" name="Object 3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AU" sz="2800" b="0" i="0" baseline="0" dirty="0">
              <a:latin typeface="Segoe UI Semibold"/>
              <a:ea typeface="+mj-ea"/>
              <a:cs typeface="+mj-cs"/>
              <a:sym typeface="Segoe UI Semibold"/>
            </a:endParaRPr>
          </a:p>
        </p:txBody>
      </p:sp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540000" y="504000"/>
            <a:ext cx="8820000" cy="480117"/>
          </a:xfrm>
        </p:spPr>
        <p:txBody>
          <a:bodyPr anchor="ctr" anchorCtr="0">
            <a:spAutoFit/>
          </a:bodyPr>
          <a:lstStyle>
            <a:lvl1pPr marL="0" marR="0" indent="0" algn="l" defTabSz="914349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/>
            </a:lvl1pPr>
          </a:lstStyle>
          <a:p>
            <a:pPr lvl="0"/>
            <a:r>
              <a:rPr lang="en-AU" noProof="0" dirty="0"/>
              <a:t>Governing thought</a:t>
            </a:r>
          </a:p>
        </p:txBody>
      </p:sp>
      <p:pic>
        <p:nvPicPr>
          <p:cNvPr id="21" name="Picture 20"/>
          <p:cNvPicPr>
            <a:picLocks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5339" cy="109703"/>
          </a:xfrm>
          <a:prstGeom prst="rect">
            <a:avLst/>
          </a:prstGeom>
        </p:spPr>
      </p:pic>
      <p:sp>
        <p:nvSpPr>
          <p:cNvPr id="3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539999" y="5918390"/>
            <a:ext cx="8820000" cy="276985"/>
          </a:xfrm>
        </p:spPr>
        <p:txBody>
          <a:bodyPr anchor="ctr">
            <a:spAutoFit/>
          </a:bodyPr>
          <a:lstStyle>
            <a:lvl1pPr>
              <a:defRPr sz="1200"/>
            </a:lvl1pPr>
          </a:lstStyle>
          <a:p>
            <a:pPr lvl="0"/>
            <a:r>
              <a:rPr lang="en-AU" noProof="0" dirty="0"/>
              <a:t>Source</a:t>
            </a:r>
          </a:p>
        </p:txBody>
      </p:sp>
      <p:sp>
        <p:nvSpPr>
          <p:cNvPr id="5" name="TextBox 4"/>
          <p:cNvSpPr txBox="1"/>
          <p:nvPr userDrawn="1"/>
        </p:nvSpPr>
        <p:spPr>
          <a:xfrm>
            <a:off x="8841432" y="6392361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E8856DA-B77A-4A94-8E84-45BF77D9376B}" type="slidenum">
              <a:rPr lang="en-AU" sz="1200" noProof="0" smtClean="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AU" sz="1200" noProof="0" dirty="0">
              <a:solidFill>
                <a:schemeClr val="accent3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30826573"/>
      </p:ext>
    </p:extLst>
  </p:cSld>
  <p:clrMapOvr>
    <a:masterClrMapping/>
  </p:clrMapOvr>
</p:sldLayout>
</file>

<file path=ppt/slideLayouts/slideLayout1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with Title_contents head_uni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hart 1">
            <a:extLst>
              <a:ext uri="{FF2B5EF4-FFF2-40B4-BE49-F238E27FC236}">
                <a16:creationId xmlns:a16="http://schemas.microsoft.com/office/drawing/2014/main" id="{D8AA666C-6CE6-4C82-B9A8-71FCDFFC88A2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40000" y="1619999"/>
            <a:ext cx="8820000" cy="4068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  <a:lvl2pPr>
              <a:buClrTx/>
              <a:defRPr>
                <a:solidFill>
                  <a:schemeClr val="bg2"/>
                </a:solidFill>
              </a:defRPr>
            </a:lvl2pPr>
            <a:lvl3pPr>
              <a:buClrTx/>
              <a:defRPr>
                <a:solidFill>
                  <a:schemeClr val="bg2"/>
                </a:solidFill>
              </a:defRPr>
            </a:lvl3pPr>
            <a:lvl4pPr>
              <a:buClrTx/>
              <a:defRPr>
                <a:solidFill>
                  <a:schemeClr val="bg2"/>
                </a:solidFill>
              </a:defRPr>
            </a:lvl4pPr>
            <a:lvl5pPr>
              <a:buClrTx/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graphicFrame>
        <p:nvGraphicFramePr>
          <p:cNvPr id="4" name="Object 3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47755773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690" name="think-cell Slide" r:id="rId5" imgW="270" imgH="270" progId="TCLayout.ActiveDocument.1">
                  <p:embed/>
                </p:oleObj>
              </mc:Choice>
              <mc:Fallback>
                <p:oleObj name="think-cell Slide" r:id="rId5" imgW="270" imgH="270" progId="TCLayout.ActiveDocument.1">
                  <p:embed/>
                  <p:pic>
                    <p:nvPicPr>
                      <p:cNvPr id="4" name="Object 3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AU" sz="2800" b="0" i="0" baseline="0" dirty="0">
              <a:latin typeface="Segoe UI Semibold"/>
              <a:ea typeface="+mj-ea"/>
              <a:cs typeface="+mj-cs"/>
              <a:sym typeface="Segoe UI Semibold"/>
            </a:endParaRPr>
          </a:p>
        </p:txBody>
      </p:sp>
      <p:sp>
        <p:nvSpPr>
          <p:cNvPr id="7" name="Governing Thought"/>
          <p:cNvSpPr>
            <a:spLocks noGrp="1"/>
          </p:cNvSpPr>
          <p:nvPr>
            <p:ph type="title" hasCustomPrompt="1"/>
          </p:nvPr>
        </p:nvSpPr>
        <p:spPr>
          <a:xfrm>
            <a:off x="540000" y="504000"/>
            <a:ext cx="8820000" cy="480117"/>
          </a:xfrm>
        </p:spPr>
        <p:txBody>
          <a:bodyPr anchor="ctr" anchorCtr="0">
            <a:spAutoFit/>
          </a:bodyPr>
          <a:lstStyle>
            <a:lvl1pPr marL="0" marR="0" indent="0" algn="l" defTabSz="914349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/>
            </a:lvl1pPr>
          </a:lstStyle>
          <a:p>
            <a:pPr lvl="0"/>
            <a:r>
              <a:rPr lang="en-AU" noProof="0" dirty="0"/>
              <a:t>Governing thought</a:t>
            </a:r>
          </a:p>
        </p:txBody>
      </p:sp>
      <p:pic>
        <p:nvPicPr>
          <p:cNvPr id="21" name="Picture 20"/>
          <p:cNvPicPr>
            <a:picLocks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5339" cy="109703"/>
          </a:xfrm>
          <a:prstGeom prst="rect">
            <a:avLst/>
          </a:prstGeom>
        </p:spPr>
      </p:pic>
      <p:sp>
        <p:nvSpPr>
          <p:cNvPr id="3" name="Source"/>
          <p:cNvSpPr>
            <a:spLocks noGrp="1"/>
          </p:cNvSpPr>
          <p:nvPr>
            <p:ph type="body" sz="quarter" idx="10" hasCustomPrompt="1"/>
          </p:nvPr>
        </p:nvSpPr>
        <p:spPr>
          <a:xfrm>
            <a:off x="539999" y="5918390"/>
            <a:ext cx="8820000" cy="276985"/>
          </a:xfrm>
        </p:spPr>
        <p:txBody>
          <a:bodyPr anchor="ctr">
            <a:spAutoFit/>
          </a:bodyPr>
          <a:lstStyle>
            <a:lvl1pPr>
              <a:defRPr sz="1200"/>
            </a:lvl1pPr>
          </a:lstStyle>
          <a:p>
            <a:pPr lvl="0"/>
            <a:r>
              <a:rPr lang="en-AU" noProof="0" dirty="0"/>
              <a:t>Source</a:t>
            </a:r>
          </a:p>
        </p:txBody>
      </p:sp>
      <p:sp>
        <p:nvSpPr>
          <p:cNvPr id="5" name="TextBox 4"/>
          <p:cNvSpPr txBox="1"/>
          <p:nvPr userDrawn="1"/>
        </p:nvSpPr>
        <p:spPr>
          <a:xfrm>
            <a:off x="8841432" y="6392361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E8856DA-B77A-4A94-8E84-45BF77D9376B}" type="slidenum">
              <a:rPr lang="en-AU" sz="1200" noProof="0" smtClean="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AU" sz="1200" noProof="0" dirty="0">
              <a:solidFill>
                <a:schemeClr val="accent3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7006501"/>
      </p:ext>
    </p:extLst>
  </p:cSld>
  <p:clrMapOvr>
    <a:masterClrMapping/>
  </p:clrMapOvr>
</p:sldLayout>
</file>

<file path=ppt/slideLayouts/slideLayout1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/4 page content_no sub_content he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60953999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714" name="think-cell Slide" r:id="rId5" imgW="270" imgH="270" progId="TCLayout.ActiveDocument.1">
                  <p:embed/>
                </p:oleObj>
              </mc:Choice>
              <mc:Fallback>
                <p:oleObj name="think-cell Slide" r:id="rId5" imgW="270" imgH="270" progId="TCLayout.ActiveDocument.1">
                  <p:embed/>
                  <p:pic>
                    <p:nvPicPr>
                      <p:cNvPr id="4" name="Object 3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AU" sz="2800" b="0" i="0" baseline="0" dirty="0">
              <a:latin typeface="Segoe UI Semibold"/>
              <a:ea typeface="+mj-ea"/>
              <a:cs typeface="+mj-cs"/>
              <a:sym typeface="Segoe UI Semibold"/>
            </a:endParaRPr>
          </a:p>
        </p:txBody>
      </p:sp>
      <p:sp>
        <p:nvSpPr>
          <p:cNvPr id="7" name="Governing Thought"/>
          <p:cNvSpPr>
            <a:spLocks noGrp="1"/>
          </p:cNvSpPr>
          <p:nvPr>
            <p:ph type="title" hasCustomPrompt="1"/>
          </p:nvPr>
        </p:nvSpPr>
        <p:spPr>
          <a:xfrm>
            <a:off x="540000" y="504000"/>
            <a:ext cx="8820000" cy="480117"/>
          </a:xfrm>
        </p:spPr>
        <p:txBody>
          <a:bodyPr anchor="ctr" anchorCtr="0">
            <a:spAutoFit/>
          </a:bodyPr>
          <a:lstStyle>
            <a:lvl1pPr marL="0" marR="0" indent="0" algn="l" defTabSz="914349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/>
            </a:lvl1pPr>
          </a:lstStyle>
          <a:p>
            <a:pPr lvl="0"/>
            <a:r>
              <a:rPr lang="en-AU" noProof="0" dirty="0"/>
              <a:t>Governing thought</a:t>
            </a:r>
          </a:p>
        </p:txBody>
      </p:sp>
      <p:pic>
        <p:nvPicPr>
          <p:cNvPr id="21" name="Picture 20"/>
          <p:cNvPicPr>
            <a:picLocks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5339" cy="109703"/>
          </a:xfrm>
          <a:prstGeom prst="rect">
            <a:avLst/>
          </a:prstGeom>
        </p:spPr>
      </p:pic>
      <p:sp>
        <p:nvSpPr>
          <p:cNvPr id="3" name="Source"/>
          <p:cNvSpPr>
            <a:spLocks noGrp="1"/>
          </p:cNvSpPr>
          <p:nvPr>
            <p:ph type="body" sz="quarter" idx="10" hasCustomPrompt="1"/>
          </p:nvPr>
        </p:nvSpPr>
        <p:spPr>
          <a:xfrm>
            <a:off x="539999" y="5918390"/>
            <a:ext cx="8820000" cy="276985"/>
          </a:xfrm>
        </p:spPr>
        <p:txBody>
          <a:bodyPr anchor="ctr">
            <a:spAutoFit/>
          </a:bodyPr>
          <a:lstStyle>
            <a:lvl1pPr>
              <a:defRPr sz="1200"/>
            </a:lvl1pPr>
          </a:lstStyle>
          <a:p>
            <a:pPr lvl="0"/>
            <a:r>
              <a:rPr lang="en-AU" noProof="0" dirty="0"/>
              <a:t>Source</a:t>
            </a:r>
          </a:p>
        </p:txBody>
      </p:sp>
      <p:sp>
        <p:nvSpPr>
          <p:cNvPr id="5" name="TextBox 4"/>
          <p:cNvSpPr txBox="1"/>
          <p:nvPr userDrawn="1"/>
        </p:nvSpPr>
        <p:spPr>
          <a:xfrm>
            <a:off x="8841432" y="6392361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E8856DA-B77A-4A94-8E84-45BF77D9376B}" type="slidenum">
              <a:rPr lang="en-AU" sz="1200" noProof="0" smtClean="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AU" sz="1200" noProof="0" dirty="0">
              <a:solidFill>
                <a:schemeClr val="accent3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" name="Chart 1">
            <a:extLst>
              <a:ext uri="{FF2B5EF4-FFF2-40B4-BE49-F238E27FC236}">
                <a16:creationId xmlns:a16="http://schemas.microsoft.com/office/drawing/2014/main" id="{802E6A79-0037-44DD-8651-CBF292ED854F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40000" y="2035175"/>
            <a:ext cx="8820000" cy="365282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  <a:lvl2pPr>
              <a:buClrTx/>
              <a:defRPr>
                <a:solidFill>
                  <a:schemeClr val="bg2"/>
                </a:solidFill>
              </a:defRPr>
            </a:lvl2pPr>
            <a:lvl3pPr>
              <a:buClrTx/>
              <a:defRPr>
                <a:solidFill>
                  <a:schemeClr val="bg2"/>
                </a:solidFill>
              </a:defRPr>
            </a:lvl3pPr>
            <a:lvl4pPr>
              <a:buClrTx/>
              <a:defRPr>
                <a:solidFill>
                  <a:schemeClr val="bg2"/>
                </a:solidFill>
              </a:defRPr>
            </a:lvl4pPr>
            <a:lvl5pPr>
              <a:buClrTx/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FEAC0F1C-4096-437F-8942-DC5A70BD192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1338" y="1628775"/>
            <a:ext cx="8824912" cy="246221"/>
          </a:xfrm>
        </p:spPr>
        <p:txBody>
          <a:bodyPr vert="horz" lIns="0" tIns="0" rIns="0" bIns="0" rtlCol="0" anchor="t" anchorCtr="0">
            <a:spAutoFit/>
          </a:bodyPr>
          <a:lstStyle>
            <a:lvl1pPr>
              <a:defRPr lang="en-AU" sz="1600" dirty="0">
                <a:solidFill>
                  <a:schemeClr val="bg2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</a:lstStyle>
          <a:p>
            <a:pPr lvl="0"/>
            <a:r>
              <a:rPr lang="en-US" dirty="0"/>
              <a:t>Content heading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51366832"/>
      </p:ext>
    </p:extLst>
  </p:cSld>
  <p:clrMapOvr>
    <a:masterClrMapping/>
  </p:clrMapOvr>
</p:sldLayout>
</file>

<file path=ppt/slideLayouts/slideLayout1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/4 page content_no sub_content head_uni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9142415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738" name="think-cell Slide" r:id="rId5" imgW="270" imgH="270" progId="TCLayout.ActiveDocument.1">
                  <p:embed/>
                </p:oleObj>
              </mc:Choice>
              <mc:Fallback>
                <p:oleObj name="think-cell Slide" r:id="rId5" imgW="270" imgH="270" progId="TCLayout.ActiveDocument.1">
                  <p:embed/>
                  <p:pic>
                    <p:nvPicPr>
                      <p:cNvPr id="4" name="Object 3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AU" sz="2800" b="0" i="0" baseline="0" dirty="0">
              <a:latin typeface="Segoe UI Semibold"/>
              <a:ea typeface="+mj-ea"/>
              <a:cs typeface="+mj-cs"/>
              <a:sym typeface="Segoe UI Semibold"/>
            </a:endParaRPr>
          </a:p>
        </p:txBody>
      </p:sp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540000" y="504000"/>
            <a:ext cx="8820000" cy="480117"/>
          </a:xfrm>
        </p:spPr>
        <p:txBody>
          <a:bodyPr anchor="ctr" anchorCtr="0">
            <a:spAutoFit/>
          </a:bodyPr>
          <a:lstStyle>
            <a:lvl1pPr marL="0" marR="0" indent="0" algn="l" defTabSz="914349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/>
            </a:lvl1pPr>
          </a:lstStyle>
          <a:p>
            <a:pPr lvl="0"/>
            <a:r>
              <a:rPr lang="en-AU" noProof="0" dirty="0"/>
              <a:t>Governing thought</a:t>
            </a:r>
          </a:p>
        </p:txBody>
      </p:sp>
      <p:pic>
        <p:nvPicPr>
          <p:cNvPr id="21" name="Picture 20"/>
          <p:cNvPicPr>
            <a:picLocks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5339" cy="109703"/>
          </a:xfrm>
          <a:prstGeom prst="rect">
            <a:avLst/>
          </a:prstGeom>
        </p:spPr>
      </p:pic>
      <p:sp>
        <p:nvSpPr>
          <p:cNvPr id="3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539999" y="5918390"/>
            <a:ext cx="8820000" cy="276985"/>
          </a:xfrm>
        </p:spPr>
        <p:txBody>
          <a:bodyPr anchor="ctr">
            <a:spAutoFit/>
          </a:bodyPr>
          <a:lstStyle>
            <a:lvl1pPr>
              <a:defRPr sz="1200"/>
            </a:lvl1pPr>
          </a:lstStyle>
          <a:p>
            <a:pPr lvl="0"/>
            <a:r>
              <a:rPr lang="en-AU" noProof="0" dirty="0"/>
              <a:t>Source</a:t>
            </a:r>
          </a:p>
        </p:txBody>
      </p:sp>
      <p:sp>
        <p:nvSpPr>
          <p:cNvPr id="5" name="TextBox 4"/>
          <p:cNvSpPr txBox="1"/>
          <p:nvPr userDrawn="1"/>
        </p:nvSpPr>
        <p:spPr>
          <a:xfrm>
            <a:off x="8841432" y="6392361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E8856DA-B77A-4A94-8E84-45BF77D9376B}" type="slidenum">
              <a:rPr lang="en-AU" sz="1200" noProof="0" smtClean="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AU" sz="1200" noProof="0" dirty="0">
              <a:solidFill>
                <a:schemeClr val="accent3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802E6A79-0037-44DD-8651-CBF292ED854F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40000" y="2368731"/>
            <a:ext cx="8820000" cy="3319267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  <a:lvl2pPr>
              <a:buClrTx/>
              <a:defRPr>
                <a:solidFill>
                  <a:schemeClr val="bg2"/>
                </a:solidFill>
              </a:defRPr>
            </a:lvl2pPr>
            <a:lvl3pPr>
              <a:buClrTx/>
              <a:defRPr>
                <a:solidFill>
                  <a:schemeClr val="bg2"/>
                </a:solidFill>
              </a:defRPr>
            </a:lvl3pPr>
            <a:lvl4pPr>
              <a:buClrTx/>
              <a:defRPr>
                <a:solidFill>
                  <a:schemeClr val="bg2"/>
                </a:solidFill>
              </a:defRPr>
            </a:lvl4pPr>
            <a:lvl5pPr>
              <a:buClrTx/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FEAC0F1C-4096-437F-8942-DC5A70BD192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1338" y="1628775"/>
            <a:ext cx="8824912" cy="246221"/>
          </a:xfrm>
        </p:spPr>
        <p:txBody>
          <a:bodyPr vert="horz" lIns="0" tIns="0" rIns="0" bIns="0" rtlCol="0" anchor="t" anchorCtr="0">
            <a:spAutoFit/>
          </a:bodyPr>
          <a:lstStyle>
            <a:lvl1pPr>
              <a:defRPr lang="en-AU" sz="1600" dirty="0">
                <a:solidFill>
                  <a:schemeClr val="bg2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</a:lstStyle>
          <a:p>
            <a:pPr lvl="0"/>
            <a:r>
              <a:rPr lang="en-US" dirty="0"/>
              <a:t>Content heading</a:t>
            </a:r>
            <a:endParaRPr lang="en-AU" dirty="0"/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E04E09A2-5A41-46AE-B74F-78B620C6A11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2703" y="1971491"/>
            <a:ext cx="8824912" cy="215444"/>
          </a:xfrm>
        </p:spPr>
        <p:txBody>
          <a:bodyPr vert="horz" lIns="0" tIns="0" rIns="0" bIns="0" rtlCol="0" anchor="t" anchorCtr="0">
            <a:spAutoFit/>
          </a:bodyPr>
          <a:lstStyle>
            <a:lvl1pPr>
              <a:defRPr lang="en-AU" sz="1400" dirty="0">
                <a:solidFill>
                  <a:schemeClr val="bg2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</a:lstStyle>
          <a:p>
            <a:pPr lvl="0"/>
            <a:r>
              <a:rPr lang="en-US" dirty="0"/>
              <a:t>Units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265029712"/>
      </p:ext>
    </p:extLst>
  </p:cSld>
  <p:clrMapOvr>
    <a:masterClrMapping/>
  </p:clrMapOvr>
</p:sldLayout>
</file>

<file path=ppt/slideLayouts/slideLayout1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/4 page content blue_no su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F4E247F6-39DC-4443-9F8F-E9D7771A7078}"/>
              </a:ext>
            </a:extLst>
          </p:cNvPr>
          <p:cNvSpPr/>
          <p:nvPr userDrawn="1"/>
        </p:nvSpPr>
        <p:spPr>
          <a:xfrm>
            <a:off x="0" y="1368000"/>
            <a:ext cx="9907200" cy="493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AU" noProof="0"/>
          </a:p>
        </p:txBody>
      </p:sp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901539268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7762" name="think-cell Slide" r:id="rId4" imgW="270" imgH="270" progId="TCLayout.ActiveDocument.1">
                  <p:embed/>
                </p:oleObj>
              </mc:Choice>
              <mc:Fallback>
                <p:oleObj name="think-cell Slide" r:id="rId4" imgW="270" imgH="270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Picture 3"/>
          <p:cNvPicPr>
            <a:picLocks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5339" cy="109703"/>
          </a:xfrm>
          <a:prstGeom prst="rect">
            <a:avLst/>
          </a:prstGeom>
        </p:spPr>
      </p:pic>
      <p:sp>
        <p:nvSpPr>
          <p:cNvPr id="7" name="TextBox 6"/>
          <p:cNvSpPr txBox="1"/>
          <p:nvPr userDrawn="1"/>
        </p:nvSpPr>
        <p:spPr>
          <a:xfrm>
            <a:off x="8841432" y="6392361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E8856DA-B77A-4A94-8E84-45BF77D9376B}" type="slidenum">
              <a:rPr lang="en-AU" sz="1200" noProof="0" smtClean="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AU" sz="1200" noProof="0" dirty="0">
              <a:solidFill>
                <a:schemeClr val="accent3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2"/>
          </p:nvPr>
        </p:nvSpPr>
        <p:spPr>
          <a:xfrm>
            <a:off x="540000" y="1619999"/>
            <a:ext cx="8820000" cy="4068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buClrTx/>
              <a:defRPr>
                <a:solidFill>
                  <a:schemeClr val="bg1"/>
                </a:solidFill>
              </a:defRPr>
            </a:lvl2pPr>
            <a:lvl3pPr>
              <a:buClrTx/>
              <a:defRPr>
                <a:solidFill>
                  <a:schemeClr val="bg1"/>
                </a:solidFill>
              </a:defRPr>
            </a:lvl3pPr>
            <a:lvl4pPr>
              <a:buClrTx/>
              <a:defRPr>
                <a:solidFill>
                  <a:schemeClr val="bg1"/>
                </a:solidFill>
              </a:defRPr>
            </a:lvl4pPr>
            <a:lvl5pPr>
              <a:buClrTx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13" name="Text Placeholder 2"/>
          <p:cNvSpPr>
            <a:spLocks noGrp="1"/>
          </p:cNvSpPr>
          <p:nvPr>
            <p:ph type="body" sz="quarter" idx="31" hasCustomPrompt="1"/>
          </p:nvPr>
        </p:nvSpPr>
        <p:spPr>
          <a:xfrm>
            <a:off x="539999" y="5882795"/>
            <a:ext cx="8820000" cy="276985"/>
          </a:xfrm>
        </p:spPr>
        <p:txBody>
          <a:bodyPr anchor="ctr">
            <a:sp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AU" noProof="0" dirty="0"/>
              <a:t>Source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A3F1DE0C-13EB-4B43-824F-69C3FDCA09C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504000"/>
            <a:ext cx="8820000" cy="480117"/>
          </a:xfrm>
        </p:spPr>
        <p:txBody>
          <a:bodyPr anchor="ctr" anchorCtr="0">
            <a:spAutoFit/>
          </a:bodyPr>
          <a:lstStyle>
            <a:lvl1pPr marL="0" marR="0" indent="0" algn="l" defTabSz="914349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/>
            </a:lvl1pPr>
          </a:lstStyle>
          <a:p>
            <a:pPr lvl="0"/>
            <a:r>
              <a:rPr lang="en-AU" noProof="0" dirty="0"/>
              <a:t>Governing thought</a:t>
            </a:r>
          </a:p>
        </p:txBody>
      </p:sp>
    </p:spTree>
    <p:extLst>
      <p:ext uri="{BB962C8B-B14F-4D97-AF65-F5344CB8AC3E}">
        <p14:creationId xmlns:p14="http://schemas.microsoft.com/office/powerpoint/2010/main" val="3080684585"/>
      </p:ext>
    </p:extLst>
  </p:cSld>
  <p:clrMapOvr>
    <a:masterClrMapping/>
  </p:clrMapOvr>
</p:sldLayout>
</file>

<file path=ppt/slideLayouts/slideLayout1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/4 page content blue_no sub_content he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F4E247F6-39DC-4443-9F8F-E9D7771A7078}"/>
              </a:ext>
            </a:extLst>
          </p:cNvPr>
          <p:cNvSpPr/>
          <p:nvPr userDrawn="1"/>
        </p:nvSpPr>
        <p:spPr>
          <a:xfrm>
            <a:off x="0" y="1368000"/>
            <a:ext cx="9907200" cy="493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AU" noProof="0"/>
          </a:p>
        </p:txBody>
      </p:sp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804552705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8786" name="think-cell Slide" r:id="rId4" imgW="270" imgH="270" progId="TCLayout.ActiveDocument.1">
                  <p:embed/>
                </p:oleObj>
              </mc:Choice>
              <mc:Fallback>
                <p:oleObj name="think-cell Slide" r:id="rId4" imgW="270" imgH="270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Picture 3"/>
          <p:cNvPicPr>
            <a:picLocks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5339" cy="109703"/>
          </a:xfrm>
          <a:prstGeom prst="rect">
            <a:avLst/>
          </a:prstGeom>
        </p:spPr>
      </p:pic>
      <p:sp>
        <p:nvSpPr>
          <p:cNvPr id="7" name="TextBox 6"/>
          <p:cNvSpPr txBox="1"/>
          <p:nvPr userDrawn="1"/>
        </p:nvSpPr>
        <p:spPr>
          <a:xfrm>
            <a:off x="8841432" y="6392361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E8856DA-B77A-4A94-8E84-45BF77D9376B}" type="slidenum">
              <a:rPr lang="en-AU" sz="1200" noProof="0" smtClean="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AU" sz="1200" noProof="0" dirty="0">
              <a:solidFill>
                <a:schemeClr val="accent3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3" name="Text Placeholder 2"/>
          <p:cNvSpPr>
            <a:spLocks noGrp="1"/>
          </p:cNvSpPr>
          <p:nvPr>
            <p:ph type="body" sz="quarter" idx="31" hasCustomPrompt="1"/>
          </p:nvPr>
        </p:nvSpPr>
        <p:spPr>
          <a:xfrm>
            <a:off x="539999" y="5882795"/>
            <a:ext cx="8820000" cy="276985"/>
          </a:xfrm>
        </p:spPr>
        <p:txBody>
          <a:bodyPr anchor="ctr">
            <a:sp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AU" noProof="0" dirty="0"/>
              <a:t>Source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A3F1DE0C-13EB-4B43-824F-69C3FDCA09C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504000"/>
            <a:ext cx="8820000" cy="480117"/>
          </a:xfrm>
        </p:spPr>
        <p:txBody>
          <a:bodyPr anchor="ctr" anchorCtr="0">
            <a:spAutoFit/>
          </a:bodyPr>
          <a:lstStyle>
            <a:lvl1pPr marL="0" marR="0" indent="0" algn="l" defTabSz="914349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/>
            </a:lvl1pPr>
          </a:lstStyle>
          <a:p>
            <a:pPr lvl="0"/>
            <a:r>
              <a:rPr lang="en-AU" noProof="0" dirty="0"/>
              <a:t>Governing thought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AADC5A96-FA16-4344-93CF-6748E16C13BA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40000" y="2035175"/>
            <a:ext cx="8820000" cy="365282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buClrTx/>
              <a:defRPr>
                <a:solidFill>
                  <a:schemeClr val="bg1"/>
                </a:solidFill>
              </a:defRPr>
            </a:lvl2pPr>
            <a:lvl3pPr>
              <a:buClrTx/>
              <a:defRPr>
                <a:solidFill>
                  <a:schemeClr val="bg1"/>
                </a:solidFill>
              </a:defRPr>
            </a:lvl3pPr>
            <a:lvl4pPr>
              <a:buClrTx/>
              <a:defRPr>
                <a:solidFill>
                  <a:schemeClr val="bg1"/>
                </a:solidFill>
              </a:defRPr>
            </a:lvl4pPr>
            <a:lvl5pPr>
              <a:buClrTx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F1F7953F-536E-416B-932F-2064350E119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1338" y="1628775"/>
            <a:ext cx="8824912" cy="246221"/>
          </a:xfrm>
        </p:spPr>
        <p:txBody>
          <a:bodyPr vert="horz" lIns="0" tIns="0" rIns="0" bIns="0" rtlCol="0" anchor="t" anchorCtr="0">
            <a:spAutoFit/>
          </a:bodyPr>
          <a:lstStyle>
            <a:lvl1pPr>
              <a:defRPr lang="en-AU" sz="1600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</a:lstStyle>
          <a:p>
            <a:pPr lvl="0"/>
            <a:r>
              <a:rPr lang="en-US" dirty="0"/>
              <a:t>Content heading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27873249"/>
      </p:ext>
    </p:extLst>
  </p:cSld>
  <p:clrMapOvr>
    <a:masterClrMapping/>
  </p:clrMapOvr>
</p:sldLayout>
</file>

<file path=ppt/slideLayouts/slideLayout1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/4 page content blue_no sub_content head_uni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F4E247F6-39DC-4443-9F8F-E9D7771A7078}"/>
              </a:ext>
            </a:extLst>
          </p:cNvPr>
          <p:cNvSpPr/>
          <p:nvPr userDrawn="1"/>
        </p:nvSpPr>
        <p:spPr>
          <a:xfrm>
            <a:off x="0" y="1368000"/>
            <a:ext cx="9907200" cy="493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AU" noProof="0"/>
          </a:p>
        </p:txBody>
      </p:sp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154536050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9810" name="think-cell Slide" r:id="rId4" imgW="270" imgH="270" progId="TCLayout.ActiveDocument.1">
                  <p:embed/>
                </p:oleObj>
              </mc:Choice>
              <mc:Fallback>
                <p:oleObj name="think-cell Slide" r:id="rId4" imgW="270" imgH="270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Picture 3"/>
          <p:cNvPicPr>
            <a:picLocks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5339" cy="109703"/>
          </a:xfrm>
          <a:prstGeom prst="rect">
            <a:avLst/>
          </a:prstGeom>
        </p:spPr>
      </p:pic>
      <p:sp>
        <p:nvSpPr>
          <p:cNvPr id="7" name="TextBox 6"/>
          <p:cNvSpPr txBox="1"/>
          <p:nvPr userDrawn="1"/>
        </p:nvSpPr>
        <p:spPr>
          <a:xfrm>
            <a:off x="8841432" y="6392361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E8856DA-B77A-4A94-8E84-45BF77D9376B}" type="slidenum">
              <a:rPr lang="en-AU" sz="1200" noProof="0" smtClean="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AU" sz="1200" noProof="0" dirty="0">
              <a:solidFill>
                <a:schemeClr val="accent3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3" name="Text Placeholder 2"/>
          <p:cNvSpPr>
            <a:spLocks noGrp="1"/>
          </p:cNvSpPr>
          <p:nvPr>
            <p:ph type="body" sz="quarter" idx="31" hasCustomPrompt="1"/>
          </p:nvPr>
        </p:nvSpPr>
        <p:spPr>
          <a:xfrm>
            <a:off x="539999" y="5882795"/>
            <a:ext cx="8820000" cy="276985"/>
          </a:xfrm>
        </p:spPr>
        <p:txBody>
          <a:bodyPr anchor="ctr">
            <a:sp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AU" noProof="0" dirty="0"/>
              <a:t>Source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A3F1DE0C-13EB-4B43-824F-69C3FDCA09C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504000"/>
            <a:ext cx="8820000" cy="480117"/>
          </a:xfrm>
        </p:spPr>
        <p:txBody>
          <a:bodyPr anchor="ctr" anchorCtr="0">
            <a:spAutoFit/>
          </a:bodyPr>
          <a:lstStyle>
            <a:lvl1pPr marL="0" marR="0" indent="0" algn="l" defTabSz="914349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/>
            </a:lvl1pPr>
          </a:lstStyle>
          <a:p>
            <a:pPr lvl="0"/>
            <a:r>
              <a:rPr lang="en-AU" noProof="0" dirty="0"/>
              <a:t>Governing thought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AADC5A96-FA16-4344-93CF-6748E16C13BA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40000" y="2348880"/>
            <a:ext cx="8820000" cy="333911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buClrTx/>
              <a:defRPr>
                <a:solidFill>
                  <a:schemeClr val="bg1"/>
                </a:solidFill>
              </a:defRPr>
            </a:lvl2pPr>
            <a:lvl3pPr>
              <a:buClrTx/>
              <a:defRPr>
                <a:solidFill>
                  <a:schemeClr val="bg1"/>
                </a:solidFill>
              </a:defRPr>
            </a:lvl3pPr>
            <a:lvl4pPr>
              <a:buClrTx/>
              <a:defRPr>
                <a:solidFill>
                  <a:schemeClr val="bg1"/>
                </a:solidFill>
              </a:defRPr>
            </a:lvl4pPr>
            <a:lvl5pPr>
              <a:buClrTx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F1F7953F-536E-416B-932F-2064350E119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1338" y="1628775"/>
            <a:ext cx="8824912" cy="246221"/>
          </a:xfrm>
        </p:spPr>
        <p:txBody>
          <a:bodyPr vert="horz" lIns="0" tIns="0" rIns="0" bIns="0" rtlCol="0" anchor="t" anchorCtr="0">
            <a:spAutoFit/>
          </a:bodyPr>
          <a:lstStyle>
            <a:lvl1pPr>
              <a:defRPr lang="en-AU" sz="1600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</a:lstStyle>
          <a:p>
            <a:pPr lvl="0"/>
            <a:r>
              <a:rPr lang="en-US" dirty="0"/>
              <a:t>Content heading</a:t>
            </a:r>
            <a:endParaRPr lang="en-AU" dirty="0"/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0FC6998-779A-4819-946A-CF80F08E51E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2703" y="1971491"/>
            <a:ext cx="8824912" cy="215444"/>
          </a:xfrm>
        </p:spPr>
        <p:txBody>
          <a:bodyPr vert="horz" lIns="0" tIns="0" rIns="0" bIns="0" rtlCol="0" anchor="t" anchorCtr="0">
            <a:spAutoFit/>
          </a:bodyPr>
          <a:lstStyle>
            <a:lvl1pPr>
              <a:defRPr lang="en-AU" sz="1400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</a:lstStyle>
          <a:p>
            <a:pPr lvl="0"/>
            <a:r>
              <a:rPr lang="en-US" dirty="0"/>
              <a:t>Units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688916800"/>
      </p:ext>
    </p:extLst>
  </p:cSld>
  <p:clrMapOvr>
    <a:masterClrMapping/>
  </p:clrMapOvr>
</p:sldLayout>
</file>

<file path=ppt/slideLayouts/slideLayout1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/4 page content grey_no su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340E8DD2-61E7-4298-BBF6-EA71BF66B8F9}"/>
              </a:ext>
            </a:extLst>
          </p:cNvPr>
          <p:cNvSpPr/>
          <p:nvPr userDrawn="1"/>
        </p:nvSpPr>
        <p:spPr>
          <a:xfrm>
            <a:off x="0" y="1368000"/>
            <a:ext cx="9907200" cy="4932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AU" noProof="0"/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409B9FD0-7A65-4165-B1EF-F1E38C404766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40000" y="1619999"/>
            <a:ext cx="8820000" cy="4068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  <a:lvl2pPr>
              <a:buClrTx/>
              <a:defRPr>
                <a:solidFill>
                  <a:schemeClr val="bg2"/>
                </a:solidFill>
              </a:defRPr>
            </a:lvl2pPr>
            <a:lvl3pPr>
              <a:buClrTx/>
              <a:defRPr>
                <a:solidFill>
                  <a:schemeClr val="bg2"/>
                </a:solidFill>
              </a:defRPr>
            </a:lvl3pPr>
            <a:lvl4pPr>
              <a:buClrTx/>
              <a:defRPr>
                <a:solidFill>
                  <a:schemeClr val="bg2"/>
                </a:solidFill>
              </a:defRPr>
            </a:lvl4pPr>
            <a:lvl5pPr>
              <a:buClrTx/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456894063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0834" name="think-cell Slide" r:id="rId4" imgW="270" imgH="270" progId="TCLayout.ActiveDocument.1">
                  <p:embed/>
                </p:oleObj>
              </mc:Choice>
              <mc:Fallback>
                <p:oleObj name="think-cell Slide" r:id="rId4" imgW="270" imgH="270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Picture 3"/>
          <p:cNvPicPr>
            <a:picLocks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5339" cy="109703"/>
          </a:xfrm>
          <a:prstGeom prst="rect">
            <a:avLst/>
          </a:prstGeom>
        </p:spPr>
      </p:pic>
      <p:sp>
        <p:nvSpPr>
          <p:cNvPr id="7" name="TextBox 6"/>
          <p:cNvSpPr txBox="1"/>
          <p:nvPr userDrawn="1"/>
        </p:nvSpPr>
        <p:spPr>
          <a:xfrm>
            <a:off x="8841432" y="6392361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E8856DA-B77A-4A94-8E84-45BF77D9376B}" type="slidenum">
              <a:rPr lang="en-AU" sz="1200" noProof="0" smtClean="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AU" sz="1200" noProof="0" dirty="0">
              <a:solidFill>
                <a:schemeClr val="accent3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4" name="Text Placeholder 2"/>
          <p:cNvSpPr>
            <a:spLocks noGrp="1"/>
          </p:cNvSpPr>
          <p:nvPr>
            <p:ph type="body" sz="quarter" idx="31" hasCustomPrompt="1"/>
          </p:nvPr>
        </p:nvSpPr>
        <p:spPr>
          <a:xfrm>
            <a:off x="539999" y="5882795"/>
            <a:ext cx="8820000" cy="276985"/>
          </a:xfrm>
        </p:spPr>
        <p:txBody>
          <a:bodyPr anchor="ctr">
            <a:spAutoFit/>
          </a:bodyPr>
          <a:lstStyle>
            <a:lvl1pPr>
              <a:defRPr sz="1200">
                <a:solidFill>
                  <a:schemeClr val="bg2"/>
                </a:solidFill>
              </a:defRPr>
            </a:lvl1pPr>
          </a:lstStyle>
          <a:p>
            <a:pPr lvl="0"/>
            <a:r>
              <a:rPr lang="en-AU" noProof="0" dirty="0"/>
              <a:t>Source</a:t>
            </a: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94665714-6FB3-428B-BC2F-738C695E23D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504000"/>
            <a:ext cx="8820000" cy="480117"/>
          </a:xfrm>
        </p:spPr>
        <p:txBody>
          <a:bodyPr anchor="ctr" anchorCtr="0">
            <a:spAutoFit/>
          </a:bodyPr>
          <a:lstStyle>
            <a:lvl1pPr marL="0" marR="0" indent="0" algn="l" defTabSz="914349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>
                <a:solidFill>
                  <a:schemeClr val="bg2"/>
                </a:solidFill>
              </a:defRPr>
            </a:lvl1pPr>
          </a:lstStyle>
          <a:p>
            <a:pPr lvl="0"/>
            <a:r>
              <a:rPr lang="en-AU" noProof="0" dirty="0"/>
              <a:t>Governing thought</a:t>
            </a:r>
          </a:p>
        </p:txBody>
      </p:sp>
    </p:spTree>
    <p:extLst>
      <p:ext uri="{BB962C8B-B14F-4D97-AF65-F5344CB8AC3E}">
        <p14:creationId xmlns:p14="http://schemas.microsoft.com/office/powerpoint/2010/main" val="2028672380"/>
      </p:ext>
    </p:extLst>
  </p:cSld>
  <p:clrMapOvr>
    <a:masterClrMapping/>
  </p:clrMapOvr>
</p:sldLayout>
</file>

<file path=ppt/slideLayouts/slideLayout1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/4 page content grey_no sub_content he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340E8DD2-61E7-4298-BBF6-EA71BF66B8F9}"/>
              </a:ext>
            </a:extLst>
          </p:cNvPr>
          <p:cNvSpPr/>
          <p:nvPr userDrawn="1"/>
        </p:nvSpPr>
        <p:spPr>
          <a:xfrm>
            <a:off x="0" y="1368000"/>
            <a:ext cx="9907200" cy="4932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AU" noProof="0"/>
          </a:p>
        </p:txBody>
      </p:sp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877830016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1858" name="think-cell Slide" r:id="rId4" imgW="270" imgH="270" progId="TCLayout.ActiveDocument.1">
                  <p:embed/>
                </p:oleObj>
              </mc:Choice>
              <mc:Fallback>
                <p:oleObj name="think-cell Slide" r:id="rId4" imgW="270" imgH="270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Picture 3"/>
          <p:cNvPicPr>
            <a:picLocks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5339" cy="109703"/>
          </a:xfrm>
          <a:prstGeom prst="rect">
            <a:avLst/>
          </a:prstGeom>
        </p:spPr>
      </p:pic>
      <p:sp>
        <p:nvSpPr>
          <p:cNvPr id="7" name="TextBox 6"/>
          <p:cNvSpPr txBox="1"/>
          <p:nvPr userDrawn="1"/>
        </p:nvSpPr>
        <p:spPr>
          <a:xfrm>
            <a:off x="8841432" y="6392361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E8856DA-B77A-4A94-8E84-45BF77D9376B}" type="slidenum">
              <a:rPr lang="en-AU" sz="1200" noProof="0" smtClean="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AU" sz="1200" noProof="0" dirty="0">
              <a:solidFill>
                <a:schemeClr val="accent3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4" name="Text Placeholder 2"/>
          <p:cNvSpPr>
            <a:spLocks noGrp="1"/>
          </p:cNvSpPr>
          <p:nvPr>
            <p:ph type="body" sz="quarter" idx="31" hasCustomPrompt="1"/>
          </p:nvPr>
        </p:nvSpPr>
        <p:spPr>
          <a:xfrm>
            <a:off x="539999" y="5882795"/>
            <a:ext cx="8820000" cy="276985"/>
          </a:xfrm>
        </p:spPr>
        <p:txBody>
          <a:bodyPr anchor="ctr">
            <a:spAutoFit/>
          </a:bodyPr>
          <a:lstStyle>
            <a:lvl1pPr>
              <a:defRPr sz="1200">
                <a:solidFill>
                  <a:schemeClr val="bg2"/>
                </a:solidFill>
              </a:defRPr>
            </a:lvl1pPr>
          </a:lstStyle>
          <a:p>
            <a:pPr lvl="0"/>
            <a:r>
              <a:rPr lang="en-AU" noProof="0" dirty="0"/>
              <a:t>Source</a:t>
            </a: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94665714-6FB3-428B-BC2F-738C695E23D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504000"/>
            <a:ext cx="8820000" cy="480117"/>
          </a:xfrm>
        </p:spPr>
        <p:txBody>
          <a:bodyPr anchor="ctr" anchorCtr="0">
            <a:spAutoFit/>
          </a:bodyPr>
          <a:lstStyle>
            <a:lvl1pPr marL="0" marR="0" indent="0" algn="l" defTabSz="914349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>
                <a:solidFill>
                  <a:schemeClr val="bg2"/>
                </a:solidFill>
              </a:defRPr>
            </a:lvl1pPr>
          </a:lstStyle>
          <a:p>
            <a:pPr lvl="0"/>
            <a:r>
              <a:rPr lang="en-AU" noProof="0" dirty="0"/>
              <a:t>Governing thought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7C6A968A-8FB7-4BCD-A3C1-34A4FE758FA6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40000" y="2035175"/>
            <a:ext cx="8820000" cy="365282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  <a:lvl2pPr>
              <a:buClrTx/>
              <a:defRPr>
                <a:solidFill>
                  <a:schemeClr val="bg2"/>
                </a:solidFill>
              </a:defRPr>
            </a:lvl2pPr>
            <a:lvl3pPr>
              <a:buClrTx/>
              <a:defRPr>
                <a:solidFill>
                  <a:schemeClr val="bg2"/>
                </a:solidFill>
              </a:defRPr>
            </a:lvl3pPr>
            <a:lvl4pPr>
              <a:buClrTx/>
              <a:defRPr>
                <a:solidFill>
                  <a:schemeClr val="bg2"/>
                </a:solidFill>
              </a:defRPr>
            </a:lvl4pPr>
            <a:lvl5pPr>
              <a:buClrTx/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5A15482-B93E-45A5-8912-65E46210183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1338" y="1628775"/>
            <a:ext cx="8824912" cy="246221"/>
          </a:xfrm>
        </p:spPr>
        <p:txBody>
          <a:bodyPr vert="horz" lIns="0" tIns="0" rIns="0" bIns="0" rtlCol="0" anchor="t" anchorCtr="0">
            <a:spAutoFit/>
          </a:bodyPr>
          <a:lstStyle>
            <a:lvl1pPr>
              <a:defRPr lang="en-AU" sz="1600" dirty="0">
                <a:solidFill>
                  <a:schemeClr val="bg2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</a:lstStyle>
          <a:p>
            <a:pPr lvl="0"/>
            <a:r>
              <a:rPr lang="en-US" dirty="0"/>
              <a:t>Content heading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049152043"/>
      </p:ext>
    </p:extLst>
  </p:cSld>
  <p:clrMapOvr>
    <a:masterClrMapping/>
  </p:clrMapOvr>
</p:sldLayout>
</file>

<file path=ppt/slideLayouts/slideLayout1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/4 page content grey_no sub_content head_uni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340E8DD2-61E7-4298-BBF6-EA71BF66B8F9}"/>
              </a:ext>
            </a:extLst>
          </p:cNvPr>
          <p:cNvSpPr/>
          <p:nvPr userDrawn="1"/>
        </p:nvSpPr>
        <p:spPr>
          <a:xfrm>
            <a:off x="0" y="1368000"/>
            <a:ext cx="9907200" cy="4932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AU" noProof="0"/>
          </a:p>
        </p:txBody>
      </p:sp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550706324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882" name="think-cell Slide" r:id="rId4" imgW="270" imgH="270" progId="TCLayout.ActiveDocument.1">
                  <p:embed/>
                </p:oleObj>
              </mc:Choice>
              <mc:Fallback>
                <p:oleObj name="think-cell Slide" r:id="rId4" imgW="270" imgH="270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Picture 3"/>
          <p:cNvPicPr>
            <a:picLocks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5339" cy="109703"/>
          </a:xfrm>
          <a:prstGeom prst="rect">
            <a:avLst/>
          </a:prstGeom>
        </p:spPr>
      </p:pic>
      <p:sp>
        <p:nvSpPr>
          <p:cNvPr id="7" name="TextBox 6"/>
          <p:cNvSpPr txBox="1"/>
          <p:nvPr userDrawn="1"/>
        </p:nvSpPr>
        <p:spPr>
          <a:xfrm>
            <a:off x="8841432" y="6392361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E8856DA-B77A-4A94-8E84-45BF77D9376B}" type="slidenum">
              <a:rPr lang="en-AU" sz="1200" noProof="0" smtClean="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AU" sz="1200" noProof="0" dirty="0">
              <a:solidFill>
                <a:schemeClr val="accent3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4" name="Text Placeholder 2"/>
          <p:cNvSpPr>
            <a:spLocks noGrp="1"/>
          </p:cNvSpPr>
          <p:nvPr>
            <p:ph type="body" sz="quarter" idx="31" hasCustomPrompt="1"/>
          </p:nvPr>
        </p:nvSpPr>
        <p:spPr>
          <a:xfrm>
            <a:off x="539999" y="5882795"/>
            <a:ext cx="8820000" cy="276985"/>
          </a:xfrm>
        </p:spPr>
        <p:txBody>
          <a:bodyPr anchor="ctr">
            <a:spAutoFit/>
          </a:bodyPr>
          <a:lstStyle>
            <a:lvl1pPr>
              <a:defRPr sz="1200">
                <a:solidFill>
                  <a:schemeClr val="bg2"/>
                </a:solidFill>
              </a:defRPr>
            </a:lvl1pPr>
          </a:lstStyle>
          <a:p>
            <a:pPr lvl="0"/>
            <a:r>
              <a:rPr lang="en-AU" noProof="0" dirty="0"/>
              <a:t>Source</a:t>
            </a: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94665714-6FB3-428B-BC2F-738C695E23D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504000"/>
            <a:ext cx="8820000" cy="480117"/>
          </a:xfrm>
        </p:spPr>
        <p:txBody>
          <a:bodyPr anchor="ctr" anchorCtr="0">
            <a:spAutoFit/>
          </a:bodyPr>
          <a:lstStyle>
            <a:lvl1pPr marL="0" marR="0" indent="0" algn="l" defTabSz="914349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>
                <a:solidFill>
                  <a:schemeClr val="bg2"/>
                </a:solidFill>
              </a:defRPr>
            </a:lvl1pPr>
          </a:lstStyle>
          <a:p>
            <a:pPr lvl="0"/>
            <a:r>
              <a:rPr lang="en-AU" noProof="0" dirty="0"/>
              <a:t>Governing thought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7C6A968A-8FB7-4BCD-A3C1-34A4FE758FA6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40000" y="2348880"/>
            <a:ext cx="8820000" cy="333911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  <a:lvl2pPr>
              <a:buClrTx/>
              <a:defRPr>
                <a:solidFill>
                  <a:schemeClr val="bg2"/>
                </a:solidFill>
              </a:defRPr>
            </a:lvl2pPr>
            <a:lvl3pPr>
              <a:buClrTx/>
              <a:defRPr>
                <a:solidFill>
                  <a:schemeClr val="bg2"/>
                </a:solidFill>
              </a:defRPr>
            </a:lvl3pPr>
            <a:lvl4pPr>
              <a:buClrTx/>
              <a:defRPr>
                <a:solidFill>
                  <a:schemeClr val="bg2"/>
                </a:solidFill>
              </a:defRPr>
            </a:lvl4pPr>
            <a:lvl5pPr>
              <a:buClrTx/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5A15482-B93E-45A5-8912-65E46210183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1338" y="1628775"/>
            <a:ext cx="8824912" cy="246221"/>
          </a:xfrm>
        </p:spPr>
        <p:txBody>
          <a:bodyPr vert="horz" lIns="0" tIns="0" rIns="0" bIns="0" rtlCol="0" anchor="t" anchorCtr="0">
            <a:spAutoFit/>
          </a:bodyPr>
          <a:lstStyle>
            <a:lvl1pPr>
              <a:defRPr lang="en-AU" sz="1600" dirty="0">
                <a:solidFill>
                  <a:schemeClr val="bg2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</a:lstStyle>
          <a:p>
            <a:pPr lvl="0"/>
            <a:r>
              <a:rPr lang="en-US" dirty="0"/>
              <a:t>Content heading</a:t>
            </a:r>
            <a:endParaRPr lang="en-AU" dirty="0"/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D9BFA92-8023-41A1-B2EB-BD0B589F4AA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2703" y="1971491"/>
            <a:ext cx="8824912" cy="215444"/>
          </a:xfrm>
        </p:spPr>
        <p:txBody>
          <a:bodyPr vert="horz" lIns="0" tIns="0" rIns="0" bIns="0" rtlCol="0" anchor="t" anchorCtr="0">
            <a:spAutoFit/>
          </a:bodyPr>
          <a:lstStyle>
            <a:lvl1pPr>
              <a:defRPr lang="en-AU" sz="1400" dirty="0">
                <a:solidFill>
                  <a:schemeClr val="bg2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</a:lstStyle>
          <a:p>
            <a:pPr lvl="0"/>
            <a:r>
              <a:rPr lang="en-US" dirty="0"/>
              <a:t>Units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8364403"/>
      </p:ext>
    </p:extLst>
  </p:cSld>
  <p:clrMapOvr>
    <a:masterClrMapping/>
  </p:clrMapOvr>
</p:sldLayout>
</file>

<file path=ppt/slideLayouts/slideLayout1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/>
          <p:cNvPicPr>
            <a:picLocks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5339" cy="109703"/>
          </a:xfrm>
          <a:prstGeom prst="rect">
            <a:avLst/>
          </a:prstGeom>
        </p:spPr>
      </p:pic>
      <p:sp>
        <p:nvSpPr>
          <p:cNvPr id="3" name="TextBox 2"/>
          <p:cNvSpPr txBox="1"/>
          <p:nvPr userDrawn="1"/>
        </p:nvSpPr>
        <p:spPr>
          <a:xfrm>
            <a:off x="8841432" y="6392361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E8856DA-B77A-4A94-8E84-45BF77D9376B}" type="slidenum">
              <a:rPr lang="en-AU" sz="1200" noProof="0" smtClean="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AU" sz="1200" noProof="0" dirty="0">
              <a:solidFill>
                <a:schemeClr val="accent3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7475968"/>
      </p:ext>
    </p:extLst>
  </p:cSld>
  <p:clrMapOvr>
    <a:masterClrMapping/>
  </p:clrMapOvr>
</p:sldLayout>
</file>

<file path=ppt/slideLayouts/slideLayout1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white no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5339" cy="109703"/>
          </a:xfrm>
          <a:prstGeom prst="rect">
            <a:avLst/>
          </a:prstGeom>
        </p:spPr>
      </p:pic>
      <p:sp>
        <p:nvSpPr>
          <p:cNvPr id="4" name="Content Placeholder 3"/>
          <p:cNvSpPr>
            <a:spLocks noGrp="1"/>
          </p:cNvSpPr>
          <p:nvPr>
            <p:ph sz="quarter" idx="12"/>
          </p:nvPr>
        </p:nvSpPr>
        <p:spPr>
          <a:xfrm>
            <a:off x="540000" y="548681"/>
            <a:ext cx="8820000" cy="518457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  <a:lvl2pPr>
              <a:buClrTx/>
              <a:defRPr>
                <a:solidFill>
                  <a:schemeClr val="bg2"/>
                </a:solidFill>
              </a:defRPr>
            </a:lvl2pPr>
            <a:lvl3pPr>
              <a:buClrTx/>
              <a:defRPr>
                <a:solidFill>
                  <a:schemeClr val="bg2"/>
                </a:solidFill>
              </a:defRPr>
            </a:lvl3pPr>
            <a:lvl4pPr>
              <a:buClrTx/>
              <a:defRPr>
                <a:solidFill>
                  <a:schemeClr val="bg2"/>
                </a:solidFill>
              </a:defRPr>
            </a:lvl4pPr>
            <a:lvl5pPr>
              <a:buClrTx/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8841432" y="6392361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E8856DA-B77A-4A94-8E84-45BF77D9376B}" type="slidenum">
              <a:rPr lang="en-AU" sz="1200" noProof="0" smtClean="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AU" sz="1200" noProof="0">
              <a:solidFill>
                <a:schemeClr val="accent3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540000" y="5918390"/>
            <a:ext cx="8820000" cy="276985"/>
          </a:xfrm>
        </p:spPr>
        <p:txBody>
          <a:bodyPr anchor="ctr">
            <a:spAutoFit/>
          </a:bodyPr>
          <a:lstStyle>
            <a:lvl1pPr>
              <a:defRPr sz="1200"/>
            </a:lvl1pPr>
          </a:lstStyle>
          <a:p>
            <a:pPr lvl="0"/>
            <a:r>
              <a:rPr lang="en-AU" noProof="0" dirty="0"/>
              <a:t>Source</a:t>
            </a:r>
          </a:p>
        </p:txBody>
      </p:sp>
    </p:spTree>
    <p:extLst>
      <p:ext uri="{BB962C8B-B14F-4D97-AF65-F5344CB8AC3E}">
        <p14:creationId xmlns:p14="http://schemas.microsoft.com/office/powerpoint/2010/main" val="262599969"/>
      </p:ext>
    </p:extLst>
  </p:cSld>
  <p:clrMapOvr>
    <a:masterClrMapping/>
  </p:clrMapOvr>
</p:sldLayout>
</file>

<file path=ppt/slideLayouts/slideLayout1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white no title_contents he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5339" cy="109703"/>
          </a:xfrm>
          <a:prstGeom prst="rect">
            <a:avLst/>
          </a:prstGeom>
        </p:spPr>
      </p:pic>
      <p:sp>
        <p:nvSpPr>
          <p:cNvPr id="4" name="Content Placeholder 3"/>
          <p:cNvSpPr>
            <a:spLocks noGrp="1"/>
          </p:cNvSpPr>
          <p:nvPr>
            <p:ph sz="quarter" idx="12"/>
          </p:nvPr>
        </p:nvSpPr>
        <p:spPr>
          <a:xfrm>
            <a:off x="540000" y="998075"/>
            <a:ext cx="8820000" cy="473518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  <a:lvl2pPr>
              <a:buClrTx/>
              <a:defRPr>
                <a:solidFill>
                  <a:schemeClr val="bg2"/>
                </a:solidFill>
              </a:defRPr>
            </a:lvl2pPr>
            <a:lvl3pPr>
              <a:buClrTx/>
              <a:defRPr>
                <a:solidFill>
                  <a:schemeClr val="bg2"/>
                </a:solidFill>
              </a:defRPr>
            </a:lvl3pPr>
            <a:lvl4pPr>
              <a:buClrTx/>
              <a:defRPr>
                <a:solidFill>
                  <a:schemeClr val="bg2"/>
                </a:solidFill>
              </a:defRPr>
            </a:lvl4pPr>
            <a:lvl5pPr>
              <a:buClrTx/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8841432" y="6392361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E8856DA-B77A-4A94-8E84-45BF77D9376B}" type="slidenum">
              <a:rPr lang="en-AU" sz="1200" noProof="0" smtClean="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AU" sz="1200" noProof="0">
              <a:solidFill>
                <a:schemeClr val="accent3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540000" y="5918390"/>
            <a:ext cx="8820000" cy="276985"/>
          </a:xfrm>
        </p:spPr>
        <p:txBody>
          <a:bodyPr anchor="ctr">
            <a:spAutoFit/>
          </a:bodyPr>
          <a:lstStyle>
            <a:lvl1pPr>
              <a:defRPr sz="1200"/>
            </a:lvl1pPr>
          </a:lstStyle>
          <a:p>
            <a:pPr lvl="0"/>
            <a:r>
              <a:rPr lang="en-AU" noProof="0" dirty="0"/>
              <a:t>Source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0A76BC1B-17BB-4902-B0F1-490B2528132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1338" y="554869"/>
            <a:ext cx="8824912" cy="246221"/>
          </a:xfrm>
        </p:spPr>
        <p:txBody>
          <a:bodyPr vert="horz" lIns="0" tIns="0" rIns="0" bIns="0" rtlCol="0" anchor="t" anchorCtr="0">
            <a:spAutoFit/>
          </a:bodyPr>
          <a:lstStyle>
            <a:lvl1pPr>
              <a:defRPr lang="en-AU" sz="1600" dirty="0">
                <a:solidFill>
                  <a:schemeClr val="bg2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</a:lstStyle>
          <a:p>
            <a:pPr lvl="0"/>
            <a:r>
              <a:rPr lang="en-US" dirty="0"/>
              <a:t>Content heading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065572100"/>
      </p:ext>
    </p:extLst>
  </p:cSld>
  <p:clrMapOvr>
    <a:masterClrMapping/>
  </p:clrMapOvr>
</p:sldLayout>
</file>

<file path=ppt/slideLayouts/slideLayout1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/4 page content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5339" cy="109703"/>
          </a:xfrm>
          <a:prstGeom prst="rect">
            <a:avLst/>
          </a:prstGeom>
        </p:spPr>
      </p:pic>
      <p:sp>
        <p:nvSpPr>
          <p:cNvPr id="4" name="Content Placeholder 3"/>
          <p:cNvSpPr>
            <a:spLocks noGrp="1"/>
          </p:cNvSpPr>
          <p:nvPr>
            <p:ph sz="quarter" idx="12"/>
          </p:nvPr>
        </p:nvSpPr>
        <p:spPr>
          <a:xfrm>
            <a:off x="539999" y="1916113"/>
            <a:ext cx="8820001" cy="374513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  <a:lvl2pPr>
              <a:buClrTx/>
              <a:defRPr>
                <a:solidFill>
                  <a:schemeClr val="bg2"/>
                </a:solidFill>
              </a:defRPr>
            </a:lvl2pPr>
            <a:lvl3pPr>
              <a:buClrTx/>
              <a:defRPr>
                <a:solidFill>
                  <a:schemeClr val="bg2"/>
                </a:solidFill>
              </a:defRPr>
            </a:lvl3pPr>
            <a:lvl4pPr>
              <a:buClrTx/>
              <a:defRPr>
                <a:solidFill>
                  <a:schemeClr val="bg2"/>
                </a:solidFill>
              </a:defRPr>
            </a:lvl4pPr>
            <a:lvl5pPr>
              <a:buClrTx/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8841432" y="6392361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E8856DA-B77A-4A94-8E84-45BF77D9376B}" type="slidenum">
              <a:rPr lang="en-AU" sz="1200" noProof="0" smtClean="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AU" sz="1200" noProof="0">
              <a:solidFill>
                <a:schemeClr val="accent3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" name="Text Placeholder 2"/>
          <p:cNvSpPr>
            <a:spLocks noGrp="1"/>
          </p:cNvSpPr>
          <p:nvPr>
            <p:ph type="body" sz="quarter" idx="31" hasCustomPrompt="1"/>
          </p:nvPr>
        </p:nvSpPr>
        <p:spPr>
          <a:xfrm>
            <a:off x="540000" y="5918390"/>
            <a:ext cx="8820000" cy="276985"/>
          </a:xfrm>
        </p:spPr>
        <p:txBody>
          <a:bodyPr anchor="ctr">
            <a:spAutoFit/>
          </a:bodyPr>
          <a:lstStyle>
            <a:lvl1pPr>
              <a:defRPr sz="1200"/>
            </a:lvl1pPr>
          </a:lstStyle>
          <a:p>
            <a:pPr lvl="0"/>
            <a:r>
              <a:rPr lang="en-AU" noProof="0" dirty="0"/>
              <a:t>Source</a:t>
            </a:r>
          </a:p>
        </p:txBody>
      </p:sp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540000" y="504000"/>
            <a:ext cx="8820000" cy="504056"/>
          </a:xfrm>
        </p:spPr>
        <p:txBody>
          <a:bodyPr anchor="ctr" anchorCtr="0"/>
          <a:lstStyle>
            <a:lvl1pPr marL="0" marR="0" indent="0" algn="l" defTabSz="914349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/>
            </a:lvl1pPr>
          </a:lstStyle>
          <a:p>
            <a:pPr lvl="0"/>
            <a:r>
              <a:rPr lang="en-AU" noProof="0" dirty="0"/>
              <a:t>Governing thought</a:t>
            </a: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72E5C826-F685-4FBB-B69F-42A8A379FA81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40000" y="1008000"/>
            <a:ext cx="8820000" cy="504056"/>
          </a:xfrm>
          <a:prstGeom prst="rect">
            <a:avLst/>
          </a:prstGeom>
        </p:spPr>
        <p:txBody>
          <a:bodyPr anchor="t"/>
          <a:lstStyle>
            <a:lvl1pPr>
              <a:lnSpc>
                <a:spcPct val="90000"/>
              </a:lnSpc>
              <a:defRPr sz="1800">
                <a:solidFill>
                  <a:schemeClr val="bg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  <a:lvl5pPr>
              <a:defRPr/>
            </a:lvl5pPr>
          </a:lstStyle>
          <a:p>
            <a:pPr lvl="0"/>
            <a:r>
              <a:rPr lang="en-AU" noProof="0" dirty="0"/>
              <a:t>Sub title</a:t>
            </a:r>
          </a:p>
        </p:txBody>
      </p:sp>
    </p:spTree>
    <p:extLst>
      <p:ext uri="{BB962C8B-B14F-4D97-AF65-F5344CB8AC3E}">
        <p14:creationId xmlns:p14="http://schemas.microsoft.com/office/powerpoint/2010/main" val="4262919513"/>
      </p:ext>
    </p:extLst>
  </p:cSld>
  <p:clrMapOvr>
    <a:masterClrMapping/>
  </p:clrMapOvr>
</p:sldLayout>
</file>

<file path=ppt/slideLayouts/slideLayout1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/4 page content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484164298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906" name="think-cell Slide" r:id="rId4" imgW="270" imgH="270" progId="TCLayout.ActiveDocument.1">
                  <p:embed/>
                </p:oleObj>
              </mc:Choice>
              <mc:Fallback>
                <p:oleObj name="think-cell Slide" r:id="rId4" imgW="270" imgH="270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/>
          <p:cNvSpPr/>
          <p:nvPr userDrawn="1"/>
        </p:nvSpPr>
        <p:spPr>
          <a:xfrm>
            <a:off x="0" y="1728000"/>
            <a:ext cx="9906000" cy="45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AU" noProof="0">
              <a:solidFill>
                <a:schemeClr val="bg1"/>
              </a:solidFill>
            </a:endParaRPr>
          </a:p>
        </p:txBody>
      </p:sp>
      <p:pic>
        <p:nvPicPr>
          <p:cNvPr id="6" name="Picture 5"/>
          <p:cNvPicPr>
            <a:picLocks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5339" cy="109703"/>
          </a:xfrm>
          <a:prstGeom prst="rect">
            <a:avLst/>
          </a:prstGeom>
        </p:spPr>
      </p:pic>
      <p:sp>
        <p:nvSpPr>
          <p:cNvPr id="4" name="Content Placeholder 3"/>
          <p:cNvSpPr>
            <a:spLocks noGrp="1"/>
          </p:cNvSpPr>
          <p:nvPr>
            <p:ph sz="quarter" idx="12"/>
          </p:nvPr>
        </p:nvSpPr>
        <p:spPr>
          <a:xfrm>
            <a:off x="540000" y="1944000"/>
            <a:ext cx="8820000" cy="374513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buClrTx/>
              <a:defRPr>
                <a:solidFill>
                  <a:schemeClr val="bg1"/>
                </a:solidFill>
              </a:defRPr>
            </a:lvl2pPr>
            <a:lvl3pPr>
              <a:buClrTx/>
              <a:defRPr>
                <a:solidFill>
                  <a:schemeClr val="bg1"/>
                </a:solidFill>
              </a:defRPr>
            </a:lvl3pPr>
            <a:lvl4pPr>
              <a:buClrTx/>
              <a:defRPr>
                <a:solidFill>
                  <a:schemeClr val="bg1"/>
                </a:solidFill>
              </a:defRPr>
            </a:lvl4pPr>
            <a:lvl5pPr>
              <a:buClrTx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8841432" y="6392361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E8856DA-B77A-4A94-8E84-45BF77D9376B}" type="slidenum">
              <a:rPr lang="en-AU" sz="1200" noProof="0" smtClean="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AU" sz="1200" noProof="0" dirty="0">
              <a:solidFill>
                <a:schemeClr val="accent3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" name="Text Placeholder 2"/>
          <p:cNvSpPr>
            <a:spLocks noGrp="1"/>
          </p:cNvSpPr>
          <p:nvPr>
            <p:ph type="body" sz="quarter" idx="31" hasCustomPrompt="1"/>
          </p:nvPr>
        </p:nvSpPr>
        <p:spPr>
          <a:xfrm>
            <a:off x="539999" y="5882795"/>
            <a:ext cx="8820000" cy="276985"/>
          </a:xfrm>
        </p:spPr>
        <p:txBody>
          <a:bodyPr anchor="ctr">
            <a:sp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AU" noProof="0" dirty="0"/>
              <a:t>Source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F43BF56C-965D-49E3-A22D-EBC440F53277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40000" y="1008000"/>
            <a:ext cx="8820000" cy="504056"/>
          </a:xfrm>
          <a:prstGeom prst="rect">
            <a:avLst/>
          </a:prstGeom>
        </p:spPr>
        <p:txBody>
          <a:bodyPr anchor="t"/>
          <a:lstStyle>
            <a:lvl1pPr>
              <a:lnSpc>
                <a:spcPct val="90000"/>
              </a:lnSpc>
              <a:defRPr sz="1800">
                <a:solidFill>
                  <a:schemeClr val="bg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  <a:lvl5pPr>
              <a:defRPr/>
            </a:lvl5pPr>
          </a:lstStyle>
          <a:p>
            <a:pPr lvl="0"/>
            <a:r>
              <a:rPr lang="en-AU" noProof="0" dirty="0"/>
              <a:t>Sub title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DC91679B-130E-4063-90E6-1B6E7556FF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504000"/>
            <a:ext cx="8820000" cy="504056"/>
          </a:xfrm>
        </p:spPr>
        <p:txBody>
          <a:bodyPr anchor="ctr" anchorCtr="0"/>
          <a:lstStyle>
            <a:lvl1pPr marL="0" marR="0" indent="0" algn="l" defTabSz="914349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/>
            </a:lvl1pPr>
          </a:lstStyle>
          <a:p>
            <a:pPr lvl="0"/>
            <a:r>
              <a:rPr lang="en-AU" noProof="0" dirty="0"/>
              <a:t>Governing thought</a:t>
            </a:r>
          </a:p>
        </p:txBody>
      </p:sp>
    </p:spTree>
    <p:extLst>
      <p:ext uri="{BB962C8B-B14F-4D97-AF65-F5344CB8AC3E}">
        <p14:creationId xmlns:p14="http://schemas.microsoft.com/office/powerpoint/2010/main" val="4245440215"/>
      </p:ext>
    </p:extLst>
  </p:cSld>
  <p:clrMapOvr>
    <a:masterClrMapping/>
  </p:clrMapOvr>
</p:sldLayout>
</file>

<file path=ppt/slideLayouts/slideLayout1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/4 page content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42039139-2C6D-4993-B734-F6F43710C59F}"/>
              </a:ext>
            </a:extLst>
          </p:cNvPr>
          <p:cNvSpPr/>
          <p:nvPr userDrawn="1"/>
        </p:nvSpPr>
        <p:spPr>
          <a:xfrm>
            <a:off x="0" y="1728000"/>
            <a:ext cx="9906000" cy="4572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AU" noProof="0"/>
          </a:p>
        </p:txBody>
      </p:sp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208037106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930" name="think-cell Slide" r:id="rId4" imgW="270" imgH="270" progId="TCLayout.ActiveDocument.1">
                  <p:embed/>
                </p:oleObj>
              </mc:Choice>
              <mc:Fallback>
                <p:oleObj name="think-cell Slide" r:id="rId4" imgW="270" imgH="270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Picture 5"/>
          <p:cNvPicPr>
            <a:picLocks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5339" cy="109703"/>
          </a:xfrm>
          <a:prstGeom prst="rect">
            <a:avLst/>
          </a:prstGeom>
        </p:spPr>
      </p:pic>
      <p:sp>
        <p:nvSpPr>
          <p:cNvPr id="4" name="Chart 1"/>
          <p:cNvSpPr>
            <a:spLocks noGrp="1"/>
          </p:cNvSpPr>
          <p:nvPr>
            <p:ph sz="quarter" idx="12"/>
          </p:nvPr>
        </p:nvSpPr>
        <p:spPr>
          <a:xfrm>
            <a:off x="540000" y="1944000"/>
            <a:ext cx="8820000" cy="374513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  <a:lvl2pPr>
              <a:buClrTx/>
              <a:defRPr>
                <a:solidFill>
                  <a:schemeClr val="bg2"/>
                </a:solidFill>
              </a:defRPr>
            </a:lvl2pPr>
            <a:lvl3pPr>
              <a:buClrTx/>
              <a:defRPr>
                <a:solidFill>
                  <a:schemeClr val="bg2"/>
                </a:solidFill>
              </a:defRPr>
            </a:lvl3pPr>
            <a:lvl4pPr>
              <a:buClrTx/>
              <a:defRPr>
                <a:solidFill>
                  <a:schemeClr val="bg2"/>
                </a:solidFill>
              </a:defRPr>
            </a:lvl4pPr>
            <a:lvl5pPr>
              <a:buClrTx/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8841432" y="6392361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E8856DA-B77A-4A94-8E84-45BF77D9376B}" type="slidenum">
              <a:rPr lang="en-AU" sz="1200" noProof="0" smtClean="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AU" sz="1200" noProof="0">
              <a:solidFill>
                <a:schemeClr val="accent3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CFB74972-F512-4E1A-B9A7-89DEADC2FB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504000"/>
            <a:ext cx="8820000" cy="504056"/>
          </a:xfrm>
        </p:spPr>
        <p:txBody>
          <a:bodyPr anchor="ctr" anchorCtr="0"/>
          <a:lstStyle>
            <a:lvl1pPr marL="0" marR="0" indent="0" algn="l" defTabSz="914349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/>
            </a:lvl1pPr>
          </a:lstStyle>
          <a:p>
            <a:pPr lvl="0"/>
            <a:r>
              <a:rPr lang="en-AU" noProof="0" dirty="0"/>
              <a:t>Governing thought</a:t>
            </a:r>
          </a:p>
        </p:txBody>
      </p:sp>
      <p:sp>
        <p:nvSpPr>
          <p:cNvPr id="16" name="Text Placeholder 10">
            <a:extLst>
              <a:ext uri="{FF2B5EF4-FFF2-40B4-BE49-F238E27FC236}">
                <a16:creationId xmlns:a16="http://schemas.microsoft.com/office/drawing/2014/main" id="{24D2FF7D-8482-4358-AFB7-945E91835B5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40000" y="1008000"/>
            <a:ext cx="8820000" cy="504056"/>
          </a:xfrm>
          <a:prstGeom prst="rect">
            <a:avLst/>
          </a:prstGeom>
        </p:spPr>
        <p:txBody>
          <a:bodyPr anchor="t"/>
          <a:lstStyle>
            <a:lvl1pPr>
              <a:lnSpc>
                <a:spcPct val="90000"/>
              </a:lnSpc>
              <a:defRPr sz="1800">
                <a:solidFill>
                  <a:schemeClr val="bg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  <a:lvl5pPr>
              <a:defRPr/>
            </a:lvl5pPr>
          </a:lstStyle>
          <a:p>
            <a:pPr lvl="0"/>
            <a:r>
              <a:rPr lang="en-AU" noProof="0" dirty="0"/>
              <a:t>Sub title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DAE70FE4-FE12-4A33-8091-C32619BC42D5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39999" y="5882795"/>
            <a:ext cx="8820000" cy="276985"/>
          </a:xfrm>
        </p:spPr>
        <p:txBody>
          <a:bodyPr anchor="ctr">
            <a:spAutoFit/>
          </a:bodyPr>
          <a:lstStyle>
            <a:lvl1pPr>
              <a:defRPr sz="1200"/>
            </a:lvl1pPr>
          </a:lstStyle>
          <a:p>
            <a:pPr lvl="0"/>
            <a:r>
              <a:rPr lang="en-AU" noProof="0" dirty="0"/>
              <a:t>Source</a:t>
            </a:r>
          </a:p>
        </p:txBody>
      </p:sp>
    </p:spTree>
    <p:extLst>
      <p:ext uri="{BB962C8B-B14F-4D97-AF65-F5344CB8AC3E}">
        <p14:creationId xmlns:p14="http://schemas.microsoft.com/office/powerpoint/2010/main" val="1159543275"/>
      </p:ext>
    </p:extLst>
  </p:cSld>
  <p:clrMapOvr>
    <a:masterClrMapping/>
  </p:clrMapOvr>
</p:sldLayout>
</file>

<file path=ppt/slideLayouts/slideLayout1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 page colour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BEB08B54-CFC9-4D42-B3D7-0CC48363F82A}"/>
              </a:ext>
            </a:extLst>
          </p:cNvPr>
          <p:cNvSpPr/>
          <p:nvPr userDrawn="1"/>
        </p:nvSpPr>
        <p:spPr>
          <a:xfrm>
            <a:off x="0" y="3068960"/>
            <a:ext cx="9906000" cy="323104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AU" noProof="0"/>
          </a:p>
        </p:txBody>
      </p:sp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260220708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5954" name="think-cell Slide" r:id="rId4" imgW="270" imgH="270" progId="TCLayout.ActiveDocument.1">
                  <p:embed/>
                </p:oleObj>
              </mc:Choice>
              <mc:Fallback>
                <p:oleObj name="think-cell Slide" r:id="rId4" imgW="270" imgH="270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Picture 5"/>
          <p:cNvPicPr>
            <a:picLocks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5339" cy="109703"/>
          </a:xfrm>
          <a:prstGeom prst="rect">
            <a:avLst/>
          </a:prstGeom>
        </p:spPr>
      </p:pic>
      <p:sp>
        <p:nvSpPr>
          <p:cNvPr id="4" name="Content Placeholder 3"/>
          <p:cNvSpPr>
            <a:spLocks noGrp="1"/>
          </p:cNvSpPr>
          <p:nvPr>
            <p:ph sz="quarter" idx="12"/>
          </p:nvPr>
        </p:nvSpPr>
        <p:spPr>
          <a:xfrm>
            <a:off x="540000" y="1772817"/>
            <a:ext cx="8820000" cy="115212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  <a:lvl2pPr>
              <a:buClrTx/>
              <a:defRPr>
                <a:solidFill>
                  <a:schemeClr val="bg2"/>
                </a:solidFill>
              </a:defRPr>
            </a:lvl2pPr>
            <a:lvl3pPr>
              <a:buClrTx/>
              <a:defRPr>
                <a:solidFill>
                  <a:schemeClr val="bg2"/>
                </a:solidFill>
              </a:defRPr>
            </a:lvl3pPr>
            <a:lvl4pPr>
              <a:buClr>
                <a:schemeClr val="bg2"/>
              </a:buClr>
              <a:defRPr>
                <a:solidFill>
                  <a:schemeClr val="bg2"/>
                </a:solidFill>
              </a:defRPr>
            </a:lvl4pPr>
            <a:lvl5pPr>
              <a:buClr>
                <a:schemeClr val="bg2"/>
              </a:buCl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11" name="TextBox 10"/>
          <p:cNvSpPr txBox="1"/>
          <p:nvPr userDrawn="1"/>
        </p:nvSpPr>
        <p:spPr>
          <a:xfrm>
            <a:off x="8841432" y="6392361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E8856DA-B77A-4A94-8E84-45BF77D9376B}" type="slidenum">
              <a:rPr lang="en-AU" sz="1200" noProof="0" smtClean="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AU" sz="1200" noProof="0">
              <a:solidFill>
                <a:schemeClr val="accent3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0" name="Content Placeholder 3"/>
          <p:cNvSpPr>
            <a:spLocks noGrp="1"/>
          </p:cNvSpPr>
          <p:nvPr>
            <p:ph sz="quarter" idx="32"/>
          </p:nvPr>
        </p:nvSpPr>
        <p:spPr>
          <a:xfrm>
            <a:off x="540000" y="3356993"/>
            <a:ext cx="8820000" cy="243344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  <a:lvl2pPr>
              <a:buClrTx/>
              <a:defRPr>
                <a:solidFill>
                  <a:schemeClr val="bg2"/>
                </a:solidFill>
              </a:defRPr>
            </a:lvl2pPr>
            <a:lvl3pPr>
              <a:buClrTx/>
              <a:defRPr>
                <a:solidFill>
                  <a:schemeClr val="bg2"/>
                </a:solidFill>
              </a:defRPr>
            </a:lvl3pPr>
            <a:lvl4pPr>
              <a:buClrTx/>
              <a:defRPr>
                <a:solidFill>
                  <a:schemeClr val="bg2"/>
                </a:solidFill>
              </a:defRPr>
            </a:lvl4pPr>
            <a:lvl5pPr>
              <a:buClrTx/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CAC6E698-F64A-4983-9E64-BD7BD74EAD7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504000"/>
            <a:ext cx="8820000" cy="504056"/>
          </a:xfrm>
        </p:spPr>
        <p:txBody>
          <a:bodyPr anchor="ctr" anchorCtr="0"/>
          <a:lstStyle>
            <a:lvl1pPr marL="0" marR="0" indent="0" algn="l" defTabSz="914349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/>
            </a:lvl1pPr>
          </a:lstStyle>
          <a:p>
            <a:pPr lvl="0"/>
            <a:r>
              <a:rPr lang="en-AU" noProof="0" dirty="0"/>
              <a:t>Governing thought</a:t>
            </a:r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7D6039FD-70A6-4500-8540-79C58F602ED1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40000" y="1008000"/>
            <a:ext cx="8820000" cy="504056"/>
          </a:xfrm>
          <a:prstGeom prst="rect">
            <a:avLst/>
          </a:prstGeom>
        </p:spPr>
        <p:txBody>
          <a:bodyPr anchor="t"/>
          <a:lstStyle>
            <a:lvl1pPr>
              <a:lnSpc>
                <a:spcPct val="90000"/>
              </a:lnSpc>
              <a:defRPr sz="1800">
                <a:solidFill>
                  <a:schemeClr val="bg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  <a:lvl5pPr>
              <a:defRPr/>
            </a:lvl5pPr>
          </a:lstStyle>
          <a:p>
            <a:pPr lvl="0"/>
            <a:r>
              <a:rPr lang="en-AU" noProof="0" dirty="0"/>
              <a:t>Sub title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BC7E2E1E-6575-47AE-B752-D6D5AC4A2F3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39999" y="5882795"/>
            <a:ext cx="8820000" cy="276985"/>
          </a:xfrm>
        </p:spPr>
        <p:txBody>
          <a:bodyPr anchor="ctr">
            <a:spAutoFit/>
          </a:bodyPr>
          <a:lstStyle>
            <a:lvl1pPr>
              <a:defRPr sz="1200"/>
            </a:lvl1pPr>
          </a:lstStyle>
          <a:p>
            <a:pPr lvl="0"/>
            <a:r>
              <a:rPr lang="en-AU" noProof="0" dirty="0"/>
              <a:t>Source</a:t>
            </a:r>
          </a:p>
        </p:txBody>
      </p:sp>
    </p:spTree>
    <p:extLst>
      <p:ext uri="{BB962C8B-B14F-4D97-AF65-F5344CB8AC3E}">
        <p14:creationId xmlns:p14="http://schemas.microsoft.com/office/powerpoint/2010/main" val="2930267834"/>
      </p:ext>
    </p:extLst>
  </p:cSld>
  <p:clrMapOvr>
    <a:masterClrMapping/>
  </p:clrMapOvr>
</p:sldLayout>
</file>

<file path=ppt/slideLayouts/slideLayout1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 page colour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4445EDC5-E00D-477F-9891-DE34A3D58106}"/>
              </a:ext>
            </a:extLst>
          </p:cNvPr>
          <p:cNvSpPr/>
          <p:nvPr userDrawn="1"/>
        </p:nvSpPr>
        <p:spPr>
          <a:xfrm>
            <a:off x="0" y="3068960"/>
            <a:ext cx="9906000" cy="323104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AU" noProof="0"/>
          </a:p>
        </p:txBody>
      </p:sp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768223450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6978" name="think-cell Slide" r:id="rId4" imgW="270" imgH="270" progId="TCLayout.ActiveDocument.1">
                  <p:embed/>
                </p:oleObj>
              </mc:Choice>
              <mc:Fallback>
                <p:oleObj name="think-cell Slide" r:id="rId4" imgW="270" imgH="270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Picture 5"/>
          <p:cNvPicPr>
            <a:picLocks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5339" cy="109703"/>
          </a:xfrm>
          <a:prstGeom prst="rect">
            <a:avLst/>
          </a:prstGeom>
        </p:spPr>
      </p:pic>
      <p:sp>
        <p:nvSpPr>
          <p:cNvPr id="4" name="Content Placeholder 3"/>
          <p:cNvSpPr>
            <a:spLocks noGrp="1"/>
          </p:cNvSpPr>
          <p:nvPr>
            <p:ph sz="quarter" idx="12"/>
          </p:nvPr>
        </p:nvSpPr>
        <p:spPr>
          <a:xfrm>
            <a:off x="540000" y="1772817"/>
            <a:ext cx="8820000" cy="115212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  <a:lvl2pPr>
              <a:buClrTx/>
              <a:defRPr>
                <a:solidFill>
                  <a:schemeClr val="bg2"/>
                </a:solidFill>
              </a:defRPr>
            </a:lvl2pPr>
            <a:lvl3pPr>
              <a:buClrTx/>
              <a:defRPr>
                <a:solidFill>
                  <a:schemeClr val="bg2"/>
                </a:solidFill>
              </a:defRPr>
            </a:lvl3pPr>
            <a:lvl4pPr>
              <a:buClr>
                <a:schemeClr val="bg2"/>
              </a:buClr>
              <a:defRPr>
                <a:solidFill>
                  <a:schemeClr val="bg2"/>
                </a:solidFill>
              </a:defRPr>
            </a:lvl4pPr>
            <a:lvl5pPr>
              <a:buClr>
                <a:schemeClr val="bg2"/>
              </a:buCl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11" name="TextBox 10"/>
          <p:cNvSpPr txBox="1"/>
          <p:nvPr userDrawn="1"/>
        </p:nvSpPr>
        <p:spPr>
          <a:xfrm>
            <a:off x="8841432" y="6392361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E8856DA-B77A-4A94-8E84-45BF77D9376B}" type="slidenum">
              <a:rPr lang="en-AU" sz="1200" noProof="0" smtClean="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AU" sz="1200" noProof="0">
              <a:solidFill>
                <a:schemeClr val="accent3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0" name="Content Placeholder 3"/>
          <p:cNvSpPr>
            <a:spLocks noGrp="1"/>
          </p:cNvSpPr>
          <p:nvPr>
            <p:ph sz="quarter" idx="32"/>
          </p:nvPr>
        </p:nvSpPr>
        <p:spPr>
          <a:xfrm>
            <a:off x="540000" y="3356993"/>
            <a:ext cx="8820000" cy="243344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buClrTx/>
              <a:defRPr>
                <a:solidFill>
                  <a:schemeClr val="bg1"/>
                </a:solidFill>
              </a:defRPr>
            </a:lvl2pPr>
            <a:lvl3pPr>
              <a:buClrTx/>
              <a:defRPr>
                <a:solidFill>
                  <a:schemeClr val="bg1"/>
                </a:solidFill>
              </a:defRPr>
            </a:lvl3pPr>
            <a:lvl4pPr>
              <a:buClrTx/>
              <a:defRPr>
                <a:solidFill>
                  <a:schemeClr val="bg1"/>
                </a:solidFill>
              </a:defRPr>
            </a:lvl4pPr>
            <a:lvl5pPr>
              <a:buClrTx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0D955657-F834-447D-BD3F-75205CFDCA2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504000"/>
            <a:ext cx="8820000" cy="504056"/>
          </a:xfrm>
        </p:spPr>
        <p:txBody>
          <a:bodyPr anchor="ctr" anchorCtr="0"/>
          <a:lstStyle>
            <a:lvl1pPr marL="0" marR="0" indent="0" algn="l" defTabSz="914349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/>
            </a:lvl1pPr>
          </a:lstStyle>
          <a:p>
            <a:pPr lvl="0"/>
            <a:r>
              <a:rPr lang="en-AU" noProof="0" dirty="0"/>
              <a:t>Governing thought</a:t>
            </a:r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813DFE8A-BE83-4705-B0D2-05E83DD5D702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40000" y="1008000"/>
            <a:ext cx="8820000" cy="504056"/>
          </a:xfrm>
          <a:prstGeom prst="rect">
            <a:avLst/>
          </a:prstGeom>
        </p:spPr>
        <p:txBody>
          <a:bodyPr anchor="t"/>
          <a:lstStyle>
            <a:lvl1pPr>
              <a:lnSpc>
                <a:spcPct val="90000"/>
              </a:lnSpc>
              <a:defRPr sz="1800">
                <a:solidFill>
                  <a:schemeClr val="bg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  <a:lvl5pPr>
              <a:defRPr/>
            </a:lvl5pPr>
          </a:lstStyle>
          <a:p>
            <a:pPr lvl="0"/>
            <a:r>
              <a:rPr lang="en-AU" noProof="0" dirty="0"/>
              <a:t>Sub title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54DD0623-740F-4586-9D33-6ADA6BEAFD0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39999" y="5882795"/>
            <a:ext cx="8820000" cy="276985"/>
          </a:xfrm>
        </p:spPr>
        <p:txBody>
          <a:bodyPr anchor="ctr">
            <a:sp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AU" noProof="0" dirty="0"/>
              <a:t>Source</a:t>
            </a:r>
          </a:p>
        </p:txBody>
      </p:sp>
    </p:spTree>
    <p:extLst>
      <p:ext uri="{BB962C8B-B14F-4D97-AF65-F5344CB8AC3E}">
        <p14:creationId xmlns:p14="http://schemas.microsoft.com/office/powerpoint/2010/main" val="4197967420"/>
      </p:ext>
    </p:extLst>
  </p:cSld>
  <p:clrMapOvr>
    <a:masterClrMapping/>
  </p:clrMapOvr>
</p:sldLayout>
</file>

<file path=ppt/slideLayouts/slideLayout1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5339" cy="109703"/>
          </a:xfrm>
          <a:prstGeom prst="rect">
            <a:avLst/>
          </a:prstGeom>
        </p:spPr>
      </p:pic>
      <p:sp>
        <p:nvSpPr>
          <p:cNvPr id="7" name="Content Placeholder 3"/>
          <p:cNvSpPr>
            <a:spLocks noGrp="1"/>
          </p:cNvSpPr>
          <p:nvPr>
            <p:ph sz="quarter" idx="12"/>
          </p:nvPr>
        </p:nvSpPr>
        <p:spPr>
          <a:xfrm>
            <a:off x="540000" y="1944000"/>
            <a:ext cx="8820000" cy="3025055"/>
          </a:xfrm>
          <a:prstGeom prst="rect">
            <a:avLst/>
          </a:prstGeom>
        </p:spPr>
        <p:txBody>
          <a:bodyPr/>
          <a:lstStyle>
            <a:lvl2pPr>
              <a:buClrTx/>
              <a:defRPr/>
            </a:lvl2pPr>
            <a:lvl3pPr>
              <a:buClrTx/>
              <a:defRPr/>
            </a:lvl3pPr>
            <a:lvl4pPr>
              <a:buClrTx/>
              <a:defRPr/>
            </a:lvl4pPr>
            <a:lvl5pPr>
              <a:buClrTx/>
              <a:defRPr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31"/>
          </p:nvPr>
        </p:nvSpPr>
        <p:spPr>
          <a:xfrm>
            <a:off x="540000" y="5229225"/>
            <a:ext cx="8820000" cy="10795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8" name="TextBox 7"/>
          <p:cNvSpPr txBox="1"/>
          <p:nvPr userDrawn="1"/>
        </p:nvSpPr>
        <p:spPr>
          <a:xfrm>
            <a:off x="8841432" y="6392361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E8856DA-B77A-4A94-8E84-45BF77D9376B}" type="slidenum">
              <a:rPr lang="en-AU" sz="1200" noProof="0" smtClean="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AU" sz="1200" noProof="0" dirty="0">
              <a:solidFill>
                <a:schemeClr val="accent3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EBFFB89C-272F-4A77-B4A8-37343FD852C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504000"/>
            <a:ext cx="8820000" cy="504056"/>
          </a:xfrm>
        </p:spPr>
        <p:txBody>
          <a:bodyPr anchor="ctr" anchorCtr="0"/>
          <a:lstStyle>
            <a:lvl1pPr marL="0" marR="0" indent="0" algn="l" defTabSz="914349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/>
            </a:lvl1pPr>
          </a:lstStyle>
          <a:p>
            <a:pPr lvl="0"/>
            <a:r>
              <a:rPr lang="en-AU" noProof="0" dirty="0"/>
              <a:t>Governing thought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14520794-36D1-4CE2-8D99-435B0548D485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40000" y="1008000"/>
            <a:ext cx="8820000" cy="504056"/>
          </a:xfrm>
          <a:prstGeom prst="rect">
            <a:avLst/>
          </a:prstGeom>
        </p:spPr>
        <p:txBody>
          <a:bodyPr anchor="t"/>
          <a:lstStyle>
            <a:lvl1pPr>
              <a:lnSpc>
                <a:spcPct val="90000"/>
              </a:lnSpc>
              <a:defRPr sz="1800">
                <a:solidFill>
                  <a:schemeClr val="bg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  <a:lvl5pPr>
              <a:defRPr/>
            </a:lvl5pPr>
          </a:lstStyle>
          <a:p>
            <a:pPr lvl="0"/>
            <a:r>
              <a:rPr lang="en-AU" noProof="0" dirty="0"/>
              <a:t>Sub title</a:t>
            </a:r>
          </a:p>
        </p:txBody>
      </p:sp>
    </p:spTree>
    <p:extLst>
      <p:ext uri="{BB962C8B-B14F-4D97-AF65-F5344CB8AC3E}">
        <p14:creationId xmlns:p14="http://schemas.microsoft.com/office/powerpoint/2010/main" val="2394719757"/>
      </p:ext>
    </p:extLst>
  </p:cSld>
  <p:clrMapOvr>
    <a:masterClrMapping/>
  </p:clrMapOvr>
</p:sldLayout>
</file>

<file path=ppt/slideLayouts/slideLayout1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and content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34527A43-59B4-45DD-B9B5-93C627444766}"/>
              </a:ext>
            </a:extLst>
          </p:cNvPr>
          <p:cNvSpPr/>
          <p:nvPr userDrawn="1"/>
        </p:nvSpPr>
        <p:spPr>
          <a:xfrm>
            <a:off x="0" y="1728000"/>
            <a:ext cx="9906000" cy="4572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AU" noProof="0"/>
          </a:p>
        </p:txBody>
      </p:sp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929675769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8002" name="think-cell Slide" r:id="rId4" imgW="270" imgH="270" progId="TCLayout.ActiveDocument.1">
                  <p:embed/>
                </p:oleObj>
              </mc:Choice>
              <mc:Fallback>
                <p:oleObj name="think-cell Slide" r:id="rId4" imgW="270" imgH="270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Picture 3"/>
          <p:cNvPicPr>
            <a:picLocks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5339" cy="109703"/>
          </a:xfrm>
          <a:prstGeom prst="rect">
            <a:avLst/>
          </a:prstGeom>
        </p:spPr>
      </p:pic>
      <p:sp>
        <p:nvSpPr>
          <p:cNvPr id="7" name="Content Placeholder 3"/>
          <p:cNvSpPr>
            <a:spLocks noGrp="1"/>
          </p:cNvSpPr>
          <p:nvPr>
            <p:ph sz="quarter" idx="12"/>
          </p:nvPr>
        </p:nvSpPr>
        <p:spPr>
          <a:xfrm>
            <a:off x="540000" y="1944000"/>
            <a:ext cx="8820000" cy="302505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31"/>
          </p:nvPr>
        </p:nvSpPr>
        <p:spPr>
          <a:xfrm>
            <a:off x="540000" y="5229225"/>
            <a:ext cx="8820000" cy="864071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8841432" y="6392361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E8856DA-B77A-4A94-8E84-45BF77D9376B}" type="slidenum">
              <a:rPr lang="en-AU" sz="1200" noProof="0" smtClean="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AU" sz="1200" noProof="0">
              <a:solidFill>
                <a:schemeClr val="accent3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A33D0AFD-20CD-427D-9E87-F69B6A47B09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504000"/>
            <a:ext cx="8820000" cy="504056"/>
          </a:xfrm>
        </p:spPr>
        <p:txBody>
          <a:bodyPr anchor="ctr" anchorCtr="0"/>
          <a:lstStyle>
            <a:lvl1pPr marL="0" marR="0" indent="0" algn="l" defTabSz="914349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/>
            </a:lvl1pPr>
          </a:lstStyle>
          <a:p>
            <a:pPr lvl="0"/>
            <a:r>
              <a:rPr lang="en-AU" noProof="0" dirty="0"/>
              <a:t>Governing thought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71C0994C-15F8-40F3-A9BB-E19FDF396F80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40000" y="1008000"/>
            <a:ext cx="8820000" cy="504056"/>
          </a:xfrm>
          <a:prstGeom prst="rect">
            <a:avLst/>
          </a:prstGeom>
        </p:spPr>
        <p:txBody>
          <a:bodyPr anchor="t"/>
          <a:lstStyle>
            <a:lvl1pPr>
              <a:lnSpc>
                <a:spcPct val="90000"/>
              </a:lnSpc>
              <a:defRPr sz="1800">
                <a:solidFill>
                  <a:schemeClr val="bg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  <a:lvl5pPr>
              <a:defRPr/>
            </a:lvl5pPr>
          </a:lstStyle>
          <a:p>
            <a:pPr lvl="0"/>
            <a:r>
              <a:rPr lang="en-AU" noProof="0" dirty="0"/>
              <a:t>Sub title</a:t>
            </a:r>
          </a:p>
        </p:txBody>
      </p:sp>
    </p:spTree>
    <p:extLst>
      <p:ext uri="{BB962C8B-B14F-4D97-AF65-F5344CB8AC3E}">
        <p14:creationId xmlns:p14="http://schemas.microsoft.com/office/powerpoint/2010/main" val="2894727761"/>
      </p:ext>
    </p:extLst>
  </p:cSld>
  <p:clrMapOvr>
    <a:masterClrMapping/>
  </p:clrMapOvr>
</p:sldLayout>
</file>

<file path=ppt/slideLayouts/slideLayout1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and content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88009F53-A6BC-4C3D-BAF8-C870932B36DE}"/>
              </a:ext>
            </a:extLst>
          </p:cNvPr>
          <p:cNvSpPr/>
          <p:nvPr userDrawn="1"/>
        </p:nvSpPr>
        <p:spPr>
          <a:xfrm>
            <a:off x="0" y="1728000"/>
            <a:ext cx="9906000" cy="45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AU" noProof="0"/>
          </a:p>
        </p:txBody>
      </p:sp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79244117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9026" name="think-cell Slide" r:id="rId4" imgW="270" imgH="270" progId="TCLayout.ActiveDocument.1">
                  <p:embed/>
                </p:oleObj>
              </mc:Choice>
              <mc:Fallback>
                <p:oleObj name="think-cell Slide" r:id="rId4" imgW="270" imgH="270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Picture 3"/>
          <p:cNvPicPr>
            <a:picLocks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5339" cy="109703"/>
          </a:xfrm>
          <a:prstGeom prst="rect">
            <a:avLst/>
          </a:prstGeom>
        </p:spPr>
      </p:pic>
      <p:sp>
        <p:nvSpPr>
          <p:cNvPr id="7" name="Content Placeholder 3"/>
          <p:cNvSpPr>
            <a:spLocks noGrp="1"/>
          </p:cNvSpPr>
          <p:nvPr>
            <p:ph sz="quarter" idx="12"/>
          </p:nvPr>
        </p:nvSpPr>
        <p:spPr>
          <a:xfrm>
            <a:off x="540000" y="1944000"/>
            <a:ext cx="8820000" cy="302505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buClrTx/>
              <a:defRPr>
                <a:solidFill>
                  <a:schemeClr val="bg1"/>
                </a:solidFill>
              </a:defRPr>
            </a:lvl2pPr>
            <a:lvl3pPr>
              <a:buClrTx/>
              <a:defRPr>
                <a:solidFill>
                  <a:schemeClr val="bg1"/>
                </a:solidFill>
              </a:defRPr>
            </a:lvl3pPr>
            <a:lvl4pPr>
              <a:buClrTx/>
              <a:defRPr>
                <a:solidFill>
                  <a:schemeClr val="bg1"/>
                </a:solidFill>
              </a:defRPr>
            </a:lvl4pPr>
            <a:lvl5pPr>
              <a:buClrTx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31"/>
          </p:nvPr>
        </p:nvSpPr>
        <p:spPr>
          <a:xfrm>
            <a:off x="540000" y="5229225"/>
            <a:ext cx="8820000" cy="86407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buClrTx/>
              <a:defRPr>
                <a:solidFill>
                  <a:schemeClr val="bg1"/>
                </a:solidFill>
              </a:defRPr>
            </a:lvl2pPr>
            <a:lvl3pPr>
              <a:buClrTx/>
              <a:defRPr>
                <a:solidFill>
                  <a:schemeClr val="bg1"/>
                </a:solidFill>
              </a:defRPr>
            </a:lvl3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8841432" y="6392361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E8856DA-B77A-4A94-8E84-45BF77D9376B}" type="slidenum">
              <a:rPr lang="en-AU" sz="1200" noProof="0" smtClean="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AU" sz="1200" noProof="0">
              <a:solidFill>
                <a:schemeClr val="accent3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8D3AE73A-B66C-4E86-A337-9D466809D4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504000"/>
            <a:ext cx="8820000" cy="504056"/>
          </a:xfrm>
        </p:spPr>
        <p:txBody>
          <a:bodyPr anchor="ctr" anchorCtr="0"/>
          <a:lstStyle>
            <a:lvl1pPr marL="0" marR="0" indent="0" algn="l" defTabSz="914349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/>
            </a:lvl1pPr>
          </a:lstStyle>
          <a:p>
            <a:pPr lvl="0"/>
            <a:r>
              <a:rPr lang="en-AU" noProof="0" dirty="0"/>
              <a:t>Governing thought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8CF33F92-FDDA-408B-BAE1-E0A9BDC9BAB4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40000" y="1008000"/>
            <a:ext cx="8820000" cy="504056"/>
          </a:xfrm>
          <a:prstGeom prst="rect">
            <a:avLst/>
          </a:prstGeom>
        </p:spPr>
        <p:txBody>
          <a:bodyPr anchor="t"/>
          <a:lstStyle>
            <a:lvl1pPr>
              <a:lnSpc>
                <a:spcPct val="90000"/>
              </a:lnSpc>
              <a:defRPr sz="1800">
                <a:solidFill>
                  <a:schemeClr val="bg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  <a:lvl5pPr>
              <a:defRPr/>
            </a:lvl5pPr>
          </a:lstStyle>
          <a:p>
            <a:pPr lvl="0"/>
            <a:r>
              <a:rPr lang="en-AU" noProof="0" dirty="0"/>
              <a:t>Sub title</a:t>
            </a:r>
          </a:p>
        </p:txBody>
      </p:sp>
    </p:spTree>
    <p:extLst>
      <p:ext uri="{BB962C8B-B14F-4D97-AF65-F5344CB8AC3E}">
        <p14:creationId xmlns:p14="http://schemas.microsoft.com/office/powerpoint/2010/main" val="778677545"/>
      </p:ext>
    </p:extLst>
  </p:cSld>
  <p:clrMapOvr>
    <a:masterClrMapping/>
  </p:clrMapOvr>
</p:sldLayout>
</file>

<file path=ppt/slideLayouts/slideLayout1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hen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5339" cy="109703"/>
          </a:xfrm>
          <a:prstGeom prst="rect">
            <a:avLst/>
          </a:prstGeom>
        </p:spPr>
      </p:pic>
      <p:sp>
        <p:nvSpPr>
          <p:cNvPr id="7" name="Content Placeholder 3"/>
          <p:cNvSpPr>
            <a:spLocks noGrp="1"/>
          </p:cNvSpPr>
          <p:nvPr>
            <p:ph sz="quarter" idx="12"/>
          </p:nvPr>
        </p:nvSpPr>
        <p:spPr>
          <a:xfrm>
            <a:off x="540000" y="3284984"/>
            <a:ext cx="8820000" cy="302505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31"/>
          </p:nvPr>
        </p:nvSpPr>
        <p:spPr>
          <a:xfrm>
            <a:off x="540000" y="1916832"/>
            <a:ext cx="8820000" cy="1079500"/>
          </a:xfrm>
        </p:spPr>
        <p:txBody>
          <a:bodyPr/>
          <a:lstStyle>
            <a:lvl2pPr>
              <a:buClrTx/>
              <a:defRPr/>
            </a:lvl2pPr>
            <a:lvl3pPr>
              <a:buClrTx/>
              <a:defRPr/>
            </a:lvl3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8" name="TextBox 7"/>
          <p:cNvSpPr txBox="1"/>
          <p:nvPr userDrawn="1"/>
        </p:nvSpPr>
        <p:spPr>
          <a:xfrm>
            <a:off x="8841432" y="6392361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E8856DA-B77A-4A94-8E84-45BF77D9376B}" type="slidenum">
              <a:rPr lang="en-AU" sz="1200" noProof="0" smtClean="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AU" sz="1200" noProof="0" dirty="0">
              <a:solidFill>
                <a:schemeClr val="accent3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8219F972-BAAF-4254-9064-CF318DC8888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504000"/>
            <a:ext cx="8820000" cy="504056"/>
          </a:xfrm>
        </p:spPr>
        <p:txBody>
          <a:bodyPr anchor="ctr" anchorCtr="0"/>
          <a:lstStyle>
            <a:lvl1pPr marL="0" marR="0" indent="0" algn="l" defTabSz="914349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/>
            </a:lvl1pPr>
          </a:lstStyle>
          <a:p>
            <a:pPr lvl="0"/>
            <a:r>
              <a:rPr lang="en-AU" noProof="0" dirty="0"/>
              <a:t>Governing thought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90FA493F-4693-4DD3-BDB6-CB3D458DAE70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40000" y="1008000"/>
            <a:ext cx="8820000" cy="504056"/>
          </a:xfrm>
          <a:prstGeom prst="rect">
            <a:avLst/>
          </a:prstGeom>
        </p:spPr>
        <p:txBody>
          <a:bodyPr anchor="t"/>
          <a:lstStyle>
            <a:lvl1pPr>
              <a:lnSpc>
                <a:spcPct val="90000"/>
              </a:lnSpc>
              <a:defRPr sz="1800">
                <a:solidFill>
                  <a:schemeClr val="bg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  <a:lvl5pPr>
              <a:defRPr/>
            </a:lvl5pPr>
          </a:lstStyle>
          <a:p>
            <a:pPr lvl="0"/>
            <a:r>
              <a:rPr lang="en-AU" noProof="0" dirty="0"/>
              <a:t>Sub title</a:t>
            </a:r>
          </a:p>
        </p:txBody>
      </p:sp>
    </p:spTree>
    <p:extLst>
      <p:ext uri="{BB962C8B-B14F-4D97-AF65-F5344CB8AC3E}">
        <p14:creationId xmlns:p14="http://schemas.microsoft.com/office/powerpoint/2010/main" val="528857381"/>
      </p:ext>
    </p:extLst>
  </p:cSld>
  <p:clrMapOvr>
    <a:masterClrMapping/>
  </p:clrMapOvr>
</p:sldLayout>
</file>

<file path=ppt/slideLayouts/slideLayout1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hen chart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7C60B666-ED45-4958-9B3C-FC6AE3174DCD}"/>
              </a:ext>
            </a:extLst>
          </p:cNvPr>
          <p:cNvSpPr/>
          <p:nvPr userDrawn="1"/>
        </p:nvSpPr>
        <p:spPr>
          <a:xfrm>
            <a:off x="0" y="1728000"/>
            <a:ext cx="9906000" cy="4572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AU" noProof="0"/>
          </a:p>
        </p:txBody>
      </p:sp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692469020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0050" name="think-cell Slide" r:id="rId4" imgW="270" imgH="270" progId="TCLayout.ActiveDocument.1">
                  <p:embed/>
                </p:oleObj>
              </mc:Choice>
              <mc:Fallback>
                <p:oleObj name="think-cell Slide" r:id="rId4" imgW="270" imgH="270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Picture 3"/>
          <p:cNvPicPr>
            <a:picLocks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5339" cy="109703"/>
          </a:xfrm>
          <a:prstGeom prst="rect">
            <a:avLst/>
          </a:prstGeom>
        </p:spPr>
      </p:pic>
      <p:sp>
        <p:nvSpPr>
          <p:cNvPr id="10" name="TextBox 9"/>
          <p:cNvSpPr txBox="1"/>
          <p:nvPr userDrawn="1"/>
        </p:nvSpPr>
        <p:spPr>
          <a:xfrm>
            <a:off x="8841432" y="6392361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E8856DA-B77A-4A94-8E84-45BF77D9376B}" type="slidenum">
              <a:rPr lang="en-AU" sz="1200" noProof="0" smtClean="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AU" sz="1200" noProof="0">
              <a:solidFill>
                <a:schemeClr val="accent3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205D93F2-C1BA-43B0-99F9-DAF3039892B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504000"/>
            <a:ext cx="8820000" cy="504056"/>
          </a:xfrm>
        </p:spPr>
        <p:txBody>
          <a:bodyPr anchor="ctr" anchorCtr="0"/>
          <a:lstStyle>
            <a:lvl1pPr marL="0" marR="0" indent="0" algn="l" defTabSz="914349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/>
            </a:lvl1pPr>
          </a:lstStyle>
          <a:p>
            <a:pPr lvl="0"/>
            <a:r>
              <a:rPr lang="en-AU" noProof="0" dirty="0"/>
              <a:t>Governing thought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74D37FE9-FB16-40AD-97E4-8BA4E43C73A2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40000" y="1008000"/>
            <a:ext cx="8820000" cy="504056"/>
          </a:xfrm>
          <a:prstGeom prst="rect">
            <a:avLst/>
          </a:prstGeom>
        </p:spPr>
        <p:txBody>
          <a:bodyPr anchor="t"/>
          <a:lstStyle>
            <a:lvl1pPr>
              <a:lnSpc>
                <a:spcPct val="90000"/>
              </a:lnSpc>
              <a:defRPr sz="1800">
                <a:solidFill>
                  <a:schemeClr val="bg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  <a:lvl5pPr>
              <a:defRPr/>
            </a:lvl5pPr>
          </a:lstStyle>
          <a:p>
            <a:pPr lvl="0"/>
            <a:r>
              <a:rPr lang="en-AU" noProof="0" dirty="0"/>
              <a:t>Sub title</a:t>
            </a:r>
          </a:p>
        </p:txBody>
      </p:sp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F4ADA4C0-7D89-4CE5-94E2-A796312D411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40000" y="3284984"/>
            <a:ext cx="8820000" cy="2772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18" name="Text Placeholder 8">
            <a:extLst>
              <a:ext uri="{FF2B5EF4-FFF2-40B4-BE49-F238E27FC236}">
                <a16:creationId xmlns:a16="http://schemas.microsoft.com/office/drawing/2014/main" id="{50A3C0F5-2C21-4FF8-83F7-9A0EC84BD9E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40000" y="1916832"/>
            <a:ext cx="8820000" cy="10795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575295963"/>
      </p:ext>
    </p:extLst>
  </p:cSld>
  <p:clrMapOvr>
    <a:masterClrMapping/>
  </p:clrMapOvr>
</p:sldLayout>
</file>

<file path=ppt/slideLayouts/slideLayout1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hen chart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7D771456-E2EE-4A71-A3C4-87FE7DF7F0FD}"/>
              </a:ext>
            </a:extLst>
          </p:cNvPr>
          <p:cNvSpPr/>
          <p:nvPr userDrawn="1"/>
        </p:nvSpPr>
        <p:spPr>
          <a:xfrm>
            <a:off x="0" y="1728000"/>
            <a:ext cx="9906000" cy="45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AU" noProof="0"/>
          </a:p>
        </p:txBody>
      </p:sp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847003835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1074" name="think-cell Slide" r:id="rId4" imgW="270" imgH="270" progId="TCLayout.ActiveDocument.1">
                  <p:embed/>
                </p:oleObj>
              </mc:Choice>
              <mc:Fallback>
                <p:oleObj name="think-cell Slide" r:id="rId4" imgW="270" imgH="270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Picture 3"/>
          <p:cNvPicPr>
            <a:picLocks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5339" cy="109703"/>
          </a:xfrm>
          <a:prstGeom prst="rect">
            <a:avLst/>
          </a:prstGeom>
        </p:spPr>
      </p:pic>
      <p:sp>
        <p:nvSpPr>
          <p:cNvPr id="10" name="TextBox 9"/>
          <p:cNvSpPr txBox="1"/>
          <p:nvPr userDrawn="1"/>
        </p:nvSpPr>
        <p:spPr>
          <a:xfrm>
            <a:off x="8841432" y="6392361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E8856DA-B77A-4A94-8E84-45BF77D9376B}" type="slidenum">
              <a:rPr lang="en-AU" sz="1200" noProof="0" smtClean="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AU" sz="1200" noProof="0">
              <a:solidFill>
                <a:schemeClr val="accent3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DB95062C-C750-44AA-8448-A0BC224E9FF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504000"/>
            <a:ext cx="8820000" cy="504056"/>
          </a:xfrm>
        </p:spPr>
        <p:txBody>
          <a:bodyPr anchor="ctr" anchorCtr="0"/>
          <a:lstStyle>
            <a:lvl1pPr marL="0" marR="0" indent="0" algn="l" defTabSz="914349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/>
            </a:lvl1pPr>
          </a:lstStyle>
          <a:p>
            <a:pPr lvl="0"/>
            <a:r>
              <a:rPr lang="en-AU" noProof="0" dirty="0"/>
              <a:t>Governing thought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8587FF4F-FFC1-4B10-B2F4-9B8A39192DF1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40000" y="1008000"/>
            <a:ext cx="8820000" cy="504056"/>
          </a:xfrm>
          <a:prstGeom prst="rect">
            <a:avLst/>
          </a:prstGeom>
        </p:spPr>
        <p:txBody>
          <a:bodyPr anchor="t"/>
          <a:lstStyle>
            <a:lvl1pPr>
              <a:lnSpc>
                <a:spcPct val="90000"/>
              </a:lnSpc>
              <a:defRPr sz="1800">
                <a:solidFill>
                  <a:schemeClr val="bg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  <a:lvl5pPr>
              <a:defRPr/>
            </a:lvl5pPr>
          </a:lstStyle>
          <a:p>
            <a:pPr lvl="0"/>
            <a:r>
              <a:rPr lang="en-AU" noProof="0" dirty="0"/>
              <a:t>Sub title</a:t>
            </a:r>
          </a:p>
        </p:txBody>
      </p:sp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455D34FC-B457-42FD-A70D-15A73F6F2308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40000" y="3284984"/>
            <a:ext cx="8820000" cy="2772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18" name="Text Placeholder 8">
            <a:extLst>
              <a:ext uri="{FF2B5EF4-FFF2-40B4-BE49-F238E27FC236}">
                <a16:creationId xmlns:a16="http://schemas.microsoft.com/office/drawing/2014/main" id="{8E5AC9C1-5BCA-4A30-8B81-1261C9C0D71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40000" y="1916832"/>
            <a:ext cx="8820000" cy="10795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084460077"/>
      </p:ext>
    </p:extLst>
  </p:cSld>
  <p:clrMapOvr>
    <a:masterClrMapping/>
  </p:clrMapOvr>
</p:sldLayout>
</file>

<file path=ppt/slideLayouts/slideLayout1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5339" cy="109703"/>
          </a:xfrm>
          <a:prstGeom prst="rect">
            <a:avLst/>
          </a:prstGeom>
        </p:spPr>
      </p:pic>
      <p:sp>
        <p:nvSpPr>
          <p:cNvPr id="4" name="Content Placeholder 3"/>
          <p:cNvSpPr>
            <a:spLocks noGrp="1"/>
          </p:cNvSpPr>
          <p:nvPr>
            <p:ph sz="quarter" idx="12"/>
          </p:nvPr>
        </p:nvSpPr>
        <p:spPr>
          <a:xfrm>
            <a:off x="540000" y="1916113"/>
            <a:ext cx="4198969" cy="374513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  <a:lvl2pPr>
              <a:buClrTx/>
              <a:defRPr>
                <a:solidFill>
                  <a:schemeClr val="bg2"/>
                </a:solidFill>
              </a:defRPr>
            </a:lvl2pPr>
            <a:lvl3pPr>
              <a:buClrTx/>
              <a:defRPr>
                <a:solidFill>
                  <a:schemeClr val="bg2"/>
                </a:solidFill>
              </a:defRPr>
            </a:lvl3pPr>
            <a:lvl4pPr>
              <a:buClrTx/>
              <a:defRPr>
                <a:solidFill>
                  <a:schemeClr val="bg2"/>
                </a:solidFill>
              </a:defRPr>
            </a:lvl4pPr>
            <a:lvl5pPr>
              <a:buClrTx/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8841432" y="6392361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E8856DA-B77A-4A94-8E84-45BF77D9376B}" type="slidenum">
              <a:rPr lang="en-AU" sz="1200" noProof="0" smtClean="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AU" sz="1200" noProof="0">
              <a:solidFill>
                <a:schemeClr val="accent3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" name="Content Placeholder 3"/>
          <p:cNvSpPr>
            <a:spLocks noGrp="1"/>
          </p:cNvSpPr>
          <p:nvPr>
            <p:ph sz="quarter" idx="13"/>
          </p:nvPr>
        </p:nvSpPr>
        <p:spPr>
          <a:xfrm>
            <a:off x="5161030" y="1916832"/>
            <a:ext cx="4198969" cy="374513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  <a:lvl2pPr>
              <a:buClrTx/>
              <a:defRPr>
                <a:solidFill>
                  <a:schemeClr val="bg2"/>
                </a:solidFill>
              </a:defRPr>
            </a:lvl2pPr>
            <a:lvl3pPr>
              <a:buClrTx/>
              <a:defRPr>
                <a:solidFill>
                  <a:schemeClr val="bg2"/>
                </a:solidFill>
              </a:defRPr>
            </a:lvl3pPr>
            <a:lvl4pPr>
              <a:buClrTx/>
              <a:defRPr>
                <a:solidFill>
                  <a:schemeClr val="bg2"/>
                </a:solidFill>
              </a:defRPr>
            </a:lvl4pPr>
            <a:lvl5pPr>
              <a:buClrTx/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1817A836-EF4B-444B-8416-46DE40D6746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504000"/>
            <a:ext cx="8820000" cy="504056"/>
          </a:xfrm>
        </p:spPr>
        <p:txBody>
          <a:bodyPr anchor="ctr" anchorCtr="0"/>
          <a:lstStyle>
            <a:lvl1pPr marL="0" marR="0" indent="0" algn="l" defTabSz="914349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/>
            </a:lvl1pPr>
          </a:lstStyle>
          <a:p>
            <a:pPr lvl="0"/>
            <a:r>
              <a:rPr lang="en-AU" noProof="0" dirty="0"/>
              <a:t>Governing thought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B96A2BE8-FEEB-41D1-A377-3BA687EC6750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40000" y="1008000"/>
            <a:ext cx="8820000" cy="504056"/>
          </a:xfrm>
          <a:prstGeom prst="rect">
            <a:avLst/>
          </a:prstGeom>
        </p:spPr>
        <p:txBody>
          <a:bodyPr anchor="t"/>
          <a:lstStyle>
            <a:lvl1pPr>
              <a:lnSpc>
                <a:spcPct val="90000"/>
              </a:lnSpc>
              <a:defRPr sz="1800">
                <a:solidFill>
                  <a:schemeClr val="bg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  <a:lvl5pPr>
              <a:defRPr/>
            </a:lvl5pPr>
          </a:lstStyle>
          <a:p>
            <a:pPr lvl="0"/>
            <a:r>
              <a:rPr lang="en-AU" noProof="0" dirty="0"/>
              <a:t>Sub title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DCF58D6C-0BB0-4D5F-82D1-7A0C5459D40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39999" y="5918390"/>
            <a:ext cx="8820000" cy="276985"/>
          </a:xfrm>
        </p:spPr>
        <p:txBody>
          <a:bodyPr anchor="ctr">
            <a:spAutoFit/>
          </a:bodyPr>
          <a:lstStyle>
            <a:lvl1pPr>
              <a:defRPr sz="1200"/>
            </a:lvl1pPr>
          </a:lstStyle>
          <a:p>
            <a:pPr lvl="0"/>
            <a:r>
              <a:rPr lang="en-AU" noProof="0" dirty="0"/>
              <a:t>Source</a:t>
            </a:r>
          </a:p>
        </p:txBody>
      </p:sp>
    </p:spTree>
    <p:extLst>
      <p:ext uri="{BB962C8B-B14F-4D97-AF65-F5344CB8AC3E}">
        <p14:creationId xmlns:p14="http://schemas.microsoft.com/office/powerpoint/2010/main" val="3701211038"/>
      </p:ext>
    </p:extLst>
  </p:cSld>
  <p:clrMapOvr>
    <a:masterClrMapping/>
  </p:clrMapOvr>
</p:sldLayout>
</file>

<file path=ppt/slideLayouts/slideLayout1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 content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171DE86C-155F-4616-8A97-6CA89012AAE4}"/>
              </a:ext>
            </a:extLst>
          </p:cNvPr>
          <p:cNvSpPr/>
          <p:nvPr userDrawn="1"/>
        </p:nvSpPr>
        <p:spPr>
          <a:xfrm>
            <a:off x="0" y="1728000"/>
            <a:ext cx="9906000" cy="4572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AU" noProof="0"/>
          </a:p>
        </p:txBody>
      </p:sp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608100462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2098" name="think-cell Slide" r:id="rId4" imgW="270" imgH="270" progId="TCLayout.ActiveDocument.1">
                  <p:embed/>
                </p:oleObj>
              </mc:Choice>
              <mc:Fallback>
                <p:oleObj name="think-cell Slide" r:id="rId4" imgW="270" imgH="270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Picture 5"/>
          <p:cNvPicPr>
            <a:picLocks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5339" cy="109703"/>
          </a:xfrm>
          <a:prstGeom prst="rect">
            <a:avLst/>
          </a:prstGeom>
        </p:spPr>
      </p:pic>
      <p:sp>
        <p:nvSpPr>
          <p:cNvPr id="11" name="TextBox 10"/>
          <p:cNvSpPr txBox="1"/>
          <p:nvPr userDrawn="1"/>
        </p:nvSpPr>
        <p:spPr>
          <a:xfrm>
            <a:off x="8841432" y="6392361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E8856DA-B77A-4A94-8E84-45BF77D9376B}" type="slidenum">
              <a:rPr lang="en-AU" sz="1200" noProof="0" smtClean="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AU" sz="1200" noProof="0">
              <a:solidFill>
                <a:schemeClr val="accent3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D0C703A3-DEB2-49B9-896C-35FD2FDD6254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40000" y="1916113"/>
            <a:ext cx="4198969" cy="374513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  <a:lvl2pPr>
              <a:buClrTx/>
              <a:defRPr>
                <a:solidFill>
                  <a:schemeClr val="bg2"/>
                </a:solidFill>
              </a:defRPr>
            </a:lvl2pPr>
            <a:lvl3pPr>
              <a:buClrTx/>
              <a:defRPr>
                <a:solidFill>
                  <a:schemeClr val="bg2"/>
                </a:solidFill>
              </a:defRPr>
            </a:lvl3pPr>
            <a:lvl4pPr>
              <a:buClrTx/>
              <a:defRPr>
                <a:solidFill>
                  <a:schemeClr val="bg2"/>
                </a:solidFill>
              </a:defRPr>
            </a:lvl4pPr>
            <a:lvl5pPr>
              <a:buClrTx/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672A081B-9651-4BD7-BDC2-F10932E1660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61030" y="1916832"/>
            <a:ext cx="4198969" cy="374513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  <a:lvl2pPr>
              <a:buClrTx/>
              <a:defRPr>
                <a:solidFill>
                  <a:schemeClr val="bg2"/>
                </a:solidFill>
              </a:defRPr>
            </a:lvl2pPr>
            <a:lvl3pPr>
              <a:buClrTx/>
              <a:defRPr>
                <a:solidFill>
                  <a:schemeClr val="bg2"/>
                </a:solidFill>
              </a:defRPr>
            </a:lvl3pPr>
            <a:lvl4pPr>
              <a:buClrTx/>
              <a:defRPr>
                <a:solidFill>
                  <a:schemeClr val="bg2"/>
                </a:solidFill>
              </a:defRPr>
            </a:lvl4pPr>
            <a:lvl5pPr>
              <a:buClrTx/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C8D47D15-B996-4A64-A736-25DB8D40370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504000"/>
            <a:ext cx="8820000" cy="504056"/>
          </a:xfrm>
        </p:spPr>
        <p:txBody>
          <a:bodyPr anchor="ctr" anchorCtr="0"/>
          <a:lstStyle>
            <a:lvl1pPr marL="0" marR="0" indent="0" algn="l" defTabSz="914349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/>
            </a:lvl1pPr>
          </a:lstStyle>
          <a:p>
            <a:pPr lvl="0"/>
            <a:r>
              <a:rPr lang="en-AU" noProof="0" dirty="0"/>
              <a:t>Governing thought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A98BCF11-1B2D-40B9-B8B6-66C9493B221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40000" y="1008000"/>
            <a:ext cx="8820000" cy="504056"/>
          </a:xfrm>
          <a:prstGeom prst="rect">
            <a:avLst/>
          </a:prstGeom>
        </p:spPr>
        <p:txBody>
          <a:bodyPr anchor="t"/>
          <a:lstStyle>
            <a:lvl1pPr>
              <a:lnSpc>
                <a:spcPct val="90000"/>
              </a:lnSpc>
              <a:defRPr sz="1800">
                <a:solidFill>
                  <a:schemeClr val="bg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  <a:lvl5pPr>
              <a:defRPr/>
            </a:lvl5pPr>
          </a:lstStyle>
          <a:p>
            <a:pPr lvl="0"/>
            <a:r>
              <a:rPr lang="en-AU" noProof="0" dirty="0"/>
              <a:t>Sub title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A9B5A437-7B08-4A44-B779-48F99BF4A98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39999" y="5918390"/>
            <a:ext cx="8820000" cy="276985"/>
          </a:xfrm>
        </p:spPr>
        <p:txBody>
          <a:bodyPr anchor="ctr">
            <a:spAutoFit/>
          </a:bodyPr>
          <a:lstStyle>
            <a:lvl1pPr>
              <a:defRPr sz="1200"/>
            </a:lvl1pPr>
          </a:lstStyle>
          <a:p>
            <a:pPr lvl="0"/>
            <a:r>
              <a:rPr lang="en-AU" noProof="0" dirty="0"/>
              <a:t>Source</a:t>
            </a:r>
          </a:p>
        </p:txBody>
      </p:sp>
    </p:spTree>
    <p:extLst>
      <p:ext uri="{BB962C8B-B14F-4D97-AF65-F5344CB8AC3E}">
        <p14:creationId xmlns:p14="http://schemas.microsoft.com/office/powerpoint/2010/main" val="3155996060"/>
      </p:ext>
    </p:extLst>
  </p:cSld>
  <p:clrMapOvr>
    <a:masterClrMapping/>
  </p:clrMapOvr>
</p:sldLayout>
</file>

<file path=ppt/slideLayouts/slideLayout1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content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72207BC6-D0F1-4E06-87F2-78260EE2E07E}"/>
              </a:ext>
            </a:extLst>
          </p:cNvPr>
          <p:cNvSpPr/>
          <p:nvPr userDrawn="1"/>
        </p:nvSpPr>
        <p:spPr>
          <a:xfrm>
            <a:off x="0" y="1728000"/>
            <a:ext cx="9906000" cy="45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AU" noProof="0"/>
          </a:p>
        </p:txBody>
      </p:sp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4232234978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122" name="think-cell Slide" r:id="rId4" imgW="270" imgH="270" progId="TCLayout.ActiveDocument.1">
                  <p:embed/>
                </p:oleObj>
              </mc:Choice>
              <mc:Fallback>
                <p:oleObj name="think-cell Slide" r:id="rId4" imgW="270" imgH="270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Picture 5"/>
          <p:cNvPicPr>
            <a:picLocks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5339" cy="109703"/>
          </a:xfrm>
          <a:prstGeom prst="rect">
            <a:avLst/>
          </a:prstGeom>
        </p:spPr>
      </p:pic>
      <p:sp>
        <p:nvSpPr>
          <p:cNvPr id="4" name="Content Placeholder 3"/>
          <p:cNvSpPr>
            <a:spLocks noGrp="1"/>
          </p:cNvSpPr>
          <p:nvPr>
            <p:ph sz="quarter" idx="12"/>
          </p:nvPr>
        </p:nvSpPr>
        <p:spPr>
          <a:xfrm>
            <a:off x="540000" y="1916113"/>
            <a:ext cx="4198969" cy="374513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buClrTx/>
              <a:defRPr>
                <a:solidFill>
                  <a:schemeClr val="bg1"/>
                </a:solidFill>
              </a:defRPr>
            </a:lvl2pPr>
            <a:lvl3pPr>
              <a:buClrTx/>
              <a:defRPr>
                <a:solidFill>
                  <a:schemeClr val="bg1"/>
                </a:solidFill>
              </a:defRPr>
            </a:lvl3pPr>
            <a:lvl4pPr>
              <a:buClrTx/>
              <a:defRPr>
                <a:solidFill>
                  <a:schemeClr val="bg1"/>
                </a:solidFill>
              </a:defRPr>
            </a:lvl4pPr>
            <a:lvl5pPr>
              <a:buClrTx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8841432" y="6392361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E8856DA-B77A-4A94-8E84-45BF77D9376B}" type="slidenum">
              <a:rPr lang="en-AU" sz="1200" noProof="0" smtClean="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AU" sz="1200" noProof="0">
              <a:solidFill>
                <a:schemeClr val="accent3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" name="Content Placeholder 3"/>
          <p:cNvSpPr>
            <a:spLocks noGrp="1"/>
          </p:cNvSpPr>
          <p:nvPr>
            <p:ph sz="quarter" idx="13"/>
          </p:nvPr>
        </p:nvSpPr>
        <p:spPr>
          <a:xfrm>
            <a:off x="5167033" y="1916832"/>
            <a:ext cx="4198969" cy="374513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buClrTx/>
              <a:defRPr>
                <a:solidFill>
                  <a:schemeClr val="bg1"/>
                </a:solidFill>
              </a:defRPr>
            </a:lvl2pPr>
            <a:lvl3pPr>
              <a:buClrTx/>
              <a:defRPr>
                <a:solidFill>
                  <a:schemeClr val="bg1"/>
                </a:solidFill>
              </a:defRPr>
            </a:lvl3pPr>
            <a:lvl4pPr>
              <a:buClrTx/>
              <a:defRPr>
                <a:solidFill>
                  <a:schemeClr val="bg1"/>
                </a:solidFill>
              </a:defRPr>
            </a:lvl4pPr>
            <a:lvl5pPr>
              <a:buClrTx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CCA17992-92CB-43BD-A819-E3617D65C6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504000"/>
            <a:ext cx="8820000" cy="504056"/>
          </a:xfrm>
        </p:spPr>
        <p:txBody>
          <a:bodyPr anchor="ctr" anchorCtr="0"/>
          <a:lstStyle>
            <a:lvl1pPr marL="0" marR="0" indent="0" algn="l" defTabSz="914349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/>
            </a:lvl1pPr>
          </a:lstStyle>
          <a:p>
            <a:pPr lvl="0"/>
            <a:r>
              <a:rPr lang="en-AU" noProof="0" dirty="0"/>
              <a:t>Governing thought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A3EDF980-B214-40BB-A8CD-99DD9BB78873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40000" y="1008000"/>
            <a:ext cx="8820000" cy="504056"/>
          </a:xfrm>
          <a:prstGeom prst="rect">
            <a:avLst/>
          </a:prstGeom>
        </p:spPr>
        <p:txBody>
          <a:bodyPr anchor="t"/>
          <a:lstStyle>
            <a:lvl1pPr>
              <a:lnSpc>
                <a:spcPct val="90000"/>
              </a:lnSpc>
              <a:defRPr sz="1800">
                <a:solidFill>
                  <a:schemeClr val="bg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  <a:lvl5pPr>
              <a:defRPr/>
            </a:lvl5pPr>
          </a:lstStyle>
          <a:p>
            <a:pPr lvl="0"/>
            <a:r>
              <a:rPr lang="en-AU" noProof="0" dirty="0"/>
              <a:t>Sub title</a:t>
            </a:r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7060639F-944C-40E2-8F60-0E769990FBE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39999" y="5882795"/>
            <a:ext cx="8820000" cy="276985"/>
          </a:xfrm>
        </p:spPr>
        <p:txBody>
          <a:bodyPr anchor="ctr">
            <a:sp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AU" noProof="0" dirty="0"/>
              <a:t>Source</a:t>
            </a:r>
          </a:p>
        </p:txBody>
      </p:sp>
    </p:spTree>
    <p:extLst>
      <p:ext uri="{BB962C8B-B14F-4D97-AF65-F5344CB8AC3E}">
        <p14:creationId xmlns:p14="http://schemas.microsoft.com/office/powerpoint/2010/main" val="110244704"/>
      </p:ext>
    </p:extLst>
  </p:cSld>
  <p:clrMapOvr>
    <a:masterClrMapping/>
  </p:clrMapOvr>
</p:sldLayout>
</file>

<file path=ppt/slideLayouts/slideLayout1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6233171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146" name="think-cell Slide" r:id="rId5" imgW="270" imgH="270" progId="TCLayout.ActiveDocument.1">
                  <p:embed/>
                </p:oleObj>
              </mc:Choice>
              <mc:Fallback>
                <p:oleObj name="think-cell Slide" r:id="rId5" imgW="270" imgH="270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AU" sz="2800" b="0" i="0" baseline="0" dirty="0">
              <a:latin typeface="Segoe UI Semibold"/>
              <a:ea typeface="+mj-ea"/>
              <a:cs typeface="+mj-cs"/>
              <a:sym typeface="Segoe UI Semibold"/>
            </a:endParaRPr>
          </a:p>
        </p:txBody>
      </p:sp>
      <p:pic>
        <p:nvPicPr>
          <p:cNvPr id="4" name="Picture 3"/>
          <p:cNvPicPr>
            <a:picLocks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5339" cy="109703"/>
          </a:xfrm>
          <a:prstGeom prst="rect">
            <a:avLst/>
          </a:prstGeom>
        </p:spPr>
      </p:pic>
      <p:sp>
        <p:nvSpPr>
          <p:cNvPr id="11" name="Content Placeholder 5"/>
          <p:cNvSpPr>
            <a:spLocks noGrp="1"/>
          </p:cNvSpPr>
          <p:nvPr>
            <p:ph sz="quarter" idx="13"/>
          </p:nvPr>
        </p:nvSpPr>
        <p:spPr>
          <a:xfrm>
            <a:off x="541454" y="1700808"/>
            <a:ext cx="4248596" cy="4535872"/>
          </a:xfrm>
        </p:spPr>
        <p:txBody>
          <a:bodyPr/>
          <a:lstStyle>
            <a:lvl2pPr>
              <a:buClrTx/>
              <a:defRPr/>
            </a:lvl2pPr>
            <a:lvl3pPr>
              <a:buClrTx/>
              <a:defRPr/>
            </a:lvl3pPr>
            <a:lvl4pPr>
              <a:buClrTx/>
              <a:defRPr/>
            </a:lvl4pPr>
            <a:lvl5pPr>
              <a:buClrTx/>
              <a:defRPr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12" name="Content Placeholder 5"/>
          <p:cNvSpPr>
            <a:spLocks noGrp="1"/>
          </p:cNvSpPr>
          <p:nvPr>
            <p:ph sz="quarter" idx="14"/>
          </p:nvPr>
        </p:nvSpPr>
        <p:spPr>
          <a:xfrm>
            <a:off x="5111404" y="548680"/>
            <a:ext cx="4248596" cy="56880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7" name="TextBox 6"/>
          <p:cNvSpPr txBox="1"/>
          <p:nvPr userDrawn="1"/>
        </p:nvSpPr>
        <p:spPr>
          <a:xfrm>
            <a:off x="8841432" y="6392361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E8856DA-B77A-4A94-8E84-45BF77D9376B}" type="slidenum">
              <a:rPr lang="en-AU" sz="1200" noProof="0" smtClean="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AU" sz="1200" noProof="0" dirty="0">
              <a:solidFill>
                <a:schemeClr val="accent3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BC624E14-0657-4E67-B2C9-C7B707744F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504000"/>
            <a:ext cx="4259144" cy="504056"/>
          </a:xfrm>
        </p:spPr>
        <p:txBody>
          <a:bodyPr anchor="ctr" anchorCtr="0"/>
          <a:lstStyle>
            <a:lvl1pPr marL="0" marR="0" indent="0" algn="l" defTabSz="914349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/>
            </a:lvl1pPr>
          </a:lstStyle>
          <a:p>
            <a:pPr lvl="0"/>
            <a:r>
              <a:rPr lang="en-AU" noProof="0" dirty="0"/>
              <a:t>Governing thought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4BCE3792-08C1-47DF-995D-4C9B94A23FA6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40000" y="1008000"/>
            <a:ext cx="4259144" cy="504056"/>
          </a:xfrm>
          <a:prstGeom prst="rect">
            <a:avLst/>
          </a:prstGeom>
        </p:spPr>
        <p:txBody>
          <a:bodyPr anchor="t"/>
          <a:lstStyle>
            <a:lvl1pPr>
              <a:lnSpc>
                <a:spcPct val="90000"/>
              </a:lnSpc>
              <a:defRPr sz="1800">
                <a:solidFill>
                  <a:schemeClr val="bg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  <a:lvl5pPr>
              <a:defRPr/>
            </a:lvl5pPr>
          </a:lstStyle>
          <a:p>
            <a:pPr lvl="0"/>
            <a:r>
              <a:rPr lang="en-AU" noProof="0" dirty="0"/>
              <a:t>Sub title</a:t>
            </a:r>
          </a:p>
        </p:txBody>
      </p:sp>
    </p:spTree>
    <p:extLst>
      <p:ext uri="{BB962C8B-B14F-4D97-AF65-F5344CB8AC3E}">
        <p14:creationId xmlns:p14="http://schemas.microsoft.com/office/powerpoint/2010/main" val="2428181052"/>
      </p:ext>
    </p:extLst>
  </p:cSld>
  <p:clrMapOvr>
    <a:masterClrMapping/>
  </p:clrMapOvr>
</p:sldLayout>
</file>

<file path=ppt/slideLayouts/slideLayout1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sm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42728452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5170" name="think-cell Slide" r:id="rId5" imgW="270" imgH="270" progId="TCLayout.ActiveDocument.1">
                  <p:embed/>
                </p:oleObj>
              </mc:Choice>
              <mc:Fallback>
                <p:oleObj name="think-cell Slide" r:id="rId5" imgW="270" imgH="270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AU" sz="2800" b="0" i="0" baseline="0" dirty="0">
              <a:latin typeface="Segoe UI Semibold"/>
              <a:ea typeface="+mj-ea"/>
              <a:cs typeface="+mj-cs"/>
              <a:sym typeface="Segoe UI Semibold"/>
            </a:endParaRPr>
          </a:p>
        </p:txBody>
      </p:sp>
      <p:pic>
        <p:nvPicPr>
          <p:cNvPr id="4" name="Picture 3"/>
          <p:cNvPicPr>
            <a:picLocks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5339" cy="109703"/>
          </a:xfrm>
          <a:prstGeom prst="rect">
            <a:avLst/>
          </a:prstGeom>
        </p:spPr>
      </p:pic>
      <p:sp>
        <p:nvSpPr>
          <p:cNvPr id="11" name="Content Placeholder 5"/>
          <p:cNvSpPr>
            <a:spLocks noGrp="1"/>
          </p:cNvSpPr>
          <p:nvPr>
            <p:ph sz="quarter" idx="13"/>
          </p:nvPr>
        </p:nvSpPr>
        <p:spPr>
          <a:xfrm>
            <a:off x="540000" y="548680"/>
            <a:ext cx="2664296" cy="56880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12" name="Content Placeholder 5"/>
          <p:cNvSpPr>
            <a:spLocks noGrp="1"/>
          </p:cNvSpPr>
          <p:nvPr>
            <p:ph sz="quarter" idx="14"/>
          </p:nvPr>
        </p:nvSpPr>
        <p:spPr>
          <a:xfrm>
            <a:off x="3584848" y="1702172"/>
            <a:ext cx="5775152" cy="4534508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7" name="TextBox 6"/>
          <p:cNvSpPr txBox="1"/>
          <p:nvPr userDrawn="1"/>
        </p:nvSpPr>
        <p:spPr>
          <a:xfrm>
            <a:off x="8841432" y="6392361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E8856DA-B77A-4A94-8E84-45BF77D9376B}" type="slidenum">
              <a:rPr lang="en-AU" sz="1200" noProof="0" smtClean="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AU" sz="1200" noProof="0" dirty="0">
              <a:solidFill>
                <a:schemeClr val="accent3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A7750C84-DC10-4039-8497-5089CB54D59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84848" y="504000"/>
            <a:ext cx="5775152" cy="504056"/>
          </a:xfrm>
        </p:spPr>
        <p:txBody>
          <a:bodyPr anchor="ctr" anchorCtr="0"/>
          <a:lstStyle>
            <a:lvl1pPr marL="0" marR="0" indent="0" algn="l" defTabSz="914349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/>
            </a:lvl1pPr>
          </a:lstStyle>
          <a:p>
            <a:pPr lvl="0"/>
            <a:r>
              <a:rPr lang="en-AU" noProof="0" dirty="0"/>
              <a:t>Governing thought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066DEF2E-9824-45FE-83CE-E2F5B4BD4411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584848" y="1008000"/>
            <a:ext cx="5775152" cy="504056"/>
          </a:xfrm>
          <a:prstGeom prst="rect">
            <a:avLst/>
          </a:prstGeom>
        </p:spPr>
        <p:txBody>
          <a:bodyPr anchor="t"/>
          <a:lstStyle>
            <a:lvl1pPr>
              <a:lnSpc>
                <a:spcPct val="90000"/>
              </a:lnSpc>
              <a:defRPr sz="1800">
                <a:solidFill>
                  <a:schemeClr val="bg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  <a:lvl5pPr>
              <a:defRPr/>
            </a:lvl5pPr>
          </a:lstStyle>
          <a:p>
            <a:pPr lvl="0"/>
            <a:r>
              <a:rPr lang="en-AU" noProof="0" dirty="0"/>
              <a:t>Sub title</a:t>
            </a:r>
          </a:p>
        </p:txBody>
      </p:sp>
    </p:spTree>
    <p:extLst>
      <p:ext uri="{BB962C8B-B14F-4D97-AF65-F5344CB8AC3E}">
        <p14:creationId xmlns:p14="http://schemas.microsoft.com/office/powerpoint/2010/main" val="340630155"/>
      </p:ext>
    </p:extLst>
  </p:cSld>
  <p:clrMapOvr>
    <a:masterClrMapping/>
  </p:clrMapOvr>
</p:sldLayout>
</file>

<file path=ppt/slideLayouts/slideLayout1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small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97125840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6194" name="think-cell Slide" r:id="rId5" imgW="270" imgH="270" progId="TCLayout.ActiveDocument.1">
                  <p:embed/>
                </p:oleObj>
              </mc:Choice>
              <mc:Fallback>
                <p:oleObj name="think-cell Slide" r:id="rId5" imgW="270" imgH="270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AU" sz="2800" b="0" i="0" baseline="0" dirty="0">
              <a:latin typeface="Segoe UI Semibold"/>
              <a:ea typeface="+mj-ea"/>
              <a:cs typeface="+mj-cs"/>
              <a:sym typeface="Segoe UI Semibold"/>
            </a:endParaRPr>
          </a:p>
        </p:txBody>
      </p:sp>
      <p:pic>
        <p:nvPicPr>
          <p:cNvPr id="4" name="Picture 3"/>
          <p:cNvPicPr>
            <a:picLocks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5339" cy="109703"/>
          </a:xfrm>
          <a:prstGeom prst="rect">
            <a:avLst/>
          </a:prstGeom>
        </p:spPr>
      </p:pic>
      <p:sp>
        <p:nvSpPr>
          <p:cNvPr id="11" name="Content Placeholder 5"/>
          <p:cNvSpPr>
            <a:spLocks noGrp="1"/>
          </p:cNvSpPr>
          <p:nvPr>
            <p:ph sz="quarter" idx="13"/>
          </p:nvPr>
        </p:nvSpPr>
        <p:spPr>
          <a:xfrm>
            <a:off x="6681192" y="548680"/>
            <a:ext cx="2664296" cy="56880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7" name="TextBox 6"/>
          <p:cNvSpPr txBox="1"/>
          <p:nvPr userDrawn="1"/>
        </p:nvSpPr>
        <p:spPr>
          <a:xfrm>
            <a:off x="8841432" y="6392361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E8856DA-B77A-4A94-8E84-45BF77D9376B}" type="slidenum">
              <a:rPr lang="en-AU" sz="1200" noProof="0" smtClean="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AU" sz="1200" noProof="0" dirty="0">
              <a:solidFill>
                <a:schemeClr val="accent3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5" name="Content Placeholder 5">
            <a:extLst>
              <a:ext uri="{FF2B5EF4-FFF2-40B4-BE49-F238E27FC236}">
                <a16:creationId xmlns:a16="http://schemas.microsoft.com/office/drawing/2014/main" id="{9963EDF5-1C87-4957-9C63-8FC4D8C79194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41454" y="1700808"/>
            <a:ext cx="5851706" cy="4535872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1B282EE3-2178-4F9C-9FD8-91B022EA64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504000"/>
            <a:ext cx="5866234" cy="504056"/>
          </a:xfrm>
        </p:spPr>
        <p:txBody>
          <a:bodyPr anchor="ctr" anchorCtr="0"/>
          <a:lstStyle>
            <a:lvl1pPr marL="0" marR="0" indent="0" algn="l" defTabSz="914349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/>
            </a:lvl1pPr>
          </a:lstStyle>
          <a:p>
            <a:pPr lvl="0"/>
            <a:r>
              <a:rPr lang="en-AU" noProof="0" dirty="0"/>
              <a:t>Governing thought</a:t>
            </a:r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FF3B5C0A-8CE1-47F1-869F-FDFEA1EF9FFF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40000" y="1008000"/>
            <a:ext cx="5866234" cy="504056"/>
          </a:xfrm>
          <a:prstGeom prst="rect">
            <a:avLst/>
          </a:prstGeom>
        </p:spPr>
        <p:txBody>
          <a:bodyPr anchor="t"/>
          <a:lstStyle>
            <a:lvl1pPr>
              <a:lnSpc>
                <a:spcPct val="90000"/>
              </a:lnSpc>
              <a:defRPr sz="1800">
                <a:solidFill>
                  <a:schemeClr val="bg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  <a:lvl5pPr>
              <a:defRPr/>
            </a:lvl5pPr>
          </a:lstStyle>
          <a:p>
            <a:pPr lvl="0"/>
            <a:r>
              <a:rPr lang="en-AU" noProof="0" dirty="0"/>
              <a:t>Sub title</a:t>
            </a:r>
          </a:p>
        </p:txBody>
      </p:sp>
    </p:spTree>
    <p:extLst>
      <p:ext uri="{BB962C8B-B14F-4D97-AF65-F5344CB8AC3E}">
        <p14:creationId xmlns:p14="http://schemas.microsoft.com/office/powerpoint/2010/main" val="2178105320"/>
      </p:ext>
    </p:extLst>
  </p:cSld>
  <p:clrMapOvr>
    <a:masterClrMapping/>
  </p:clrMapOvr>
</p:sldLayout>
</file>

<file path=ppt/slideLayouts/slideLayout1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diagr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5339" cy="109703"/>
          </a:xfrm>
          <a:prstGeom prst="rect">
            <a:avLst/>
          </a:prstGeom>
        </p:spPr>
      </p:pic>
      <p:sp>
        <p:nvSpPr>
          <p:cNvPr id="4" name="Content Placeholder 3"/>
          <p:cNvSpPr>
            <a:spLocks noGrp="1"/>
          </p:cNvSpPr>
          <p:nvPr>
            <p:ph sz="quarter" idx="12"/>
          </p:nvPr>
        </p:nvSpPr>
        <p:spPr>
          <a:xfrm>
            <a:off x="540000" y="1916113"/>
            <a:ext cx="4198969" cy="374513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8841432" y="6392361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E8856DA-B77A-4A94-8E84-45BF77D9376B}" type="slidenum">
              <a:rPr lang="en-AU" sz="1200" noProof="0" smtClean="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AU" sz="1200" noProof="0">
              <a:solidFill>
                <a:schemeClr val="accent3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5163884" y="1916832"/>
            <a:ext cx="4198969" cy="208823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15" name="Content Placeholder 3"/>
          <p:cNvSpPr>
            <a:spLocks noGrp="1"/>
          </p:cNvSpPr>
          <p:nvPr>
            <p:ph sz="quarter" idx="14"/>
          </p:nvPr>
        </p:nvSpPr>
        <p:spPr>
          <a:xfrm>
            <a:off x="5186389" y="4221088"/>
            <a:ext cx="4198969" cy="197428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6FF53B31-16E9-4224-82ED-ABC697466A4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504000"/>
            <a:ext cx="8820000" cy="504056"/>
          </a:xfrm>
        </p:spPr>
        <p:txBody>
          <a:bodyPr anchor="ctr" anchorCtr="0"/>
          <a:lstStyle>
            <a:lvl1pPr marL="0" marR="0" indent="0" algn="l" defTabSz="914349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/>
            </a:lvl1pPr>
          </a:lstStyle>
          <a:p>
            <a:pPr lvl="0"/>
            <a:r>
              <a:rPr lang="en-AU" noProof="0" dirty="0"/>
              <a:t>Governing thought</a:t>
            </a:r>
          </a:p>
        </p:txBody>
      </p:sp>
      <p:sp>
        <p:nvSpPr>
          <p:cNvPr id="16" name="Text Placeholder 10">
            <a:extLst>
              <a:ext uri="{FF2B5EF4-FFF2-40B4-BE49-F238E27FC236}">
                <a16:creationId xmlns:a16="http://schemas.microsoft.com/office/drawing/2014/main" id="{21C142A2-A42C-45B3-A6F8-0CEB12421C4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40000" y="1008000"/>
            <a:ext cx="8820000" cy="504056"/>
          </a:xfrm>
          <a:prstGeom prst="rect">
            <a:avLst/>
          </a:prstGeom>
        </p:spPr>
        <p:txBody>
          <a:bodyPr anchor="t"/>
          <a:lstStyle>
            <a:lvl1pPr>
              <a:lnSpc>
                <a:spcPct val="90000"/>
              </a:lnSpc>
              <a:defRPr sz="1800">
                <a:solidFill>
                  <a:schemeClr val="bg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  <a:lvl5pPr>
              <a:defRPr/>
            </a:lvl5pPr>
          </a:lstStyle>
          <a:p>
            <a:pPr lvl="0"/>
            <a:r>
              <a:rPr lang="en-AU" noProof="0" dirty="0"/>
              <a:t>Sub title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FD2354B0-ECDF-41E9-8601-7584A63703E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39999" y="5918390"/>
            <a:ext cx="4198969" cy="276985"/>
          </a:xfrm>
        </p:spPr>
        <p:txBody>
          <a:bodyPr wrap="square" anchor="ctr">
            <a:spAutoFit/>
          </a:bodyPr>
          <a:lstStyle>
            <a:lvl1pPr>
              <a:defRPr sz="1200"/>
            </a:lvl1pPr>
          </a:lstStyle>
          <a:p>
            <a:pPr lvl="0"/>
            <a:r>
              <a:rPr lang="en-AU" noProof="0" dirty="0"/>
              <a:t>Source</a:t>
            </a:r>
          </a:p>
        </p:txBody>
      </p:sp>
    </p:spTree>
    <p:extLst>
      <p:ext uri="{BB962C8B-B14F-4D97-AF65-F5344CB8AC3E}">
        <p14:creationId xmlns:p14="http://schemas.microsoft.com/office/powerpoint/2010/main" val="944021539"/>
      </p:ext>
    </p:extLst>
  </p:cSld>
  <p:clrMapOvr>
    <a:masterClrMapping/>
  </p:clrMapOvr>
</p:sldLayout>
</file>

<file path=ppt/slideLayouts/slideLayout1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 and two char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5339" cy="109703"/>
          </a:xfrm>
          <a:prstGeom prst="rect">
            <a:avLst/>
          </a:prstGeom>
        </p:spPr>
      </p:pic>
      <p:sp>
        <p:nvSpPr>
          <p:cNvPr id="11" name="Content Placeholder 5"/>
          <p:cNvSpPr>
            <a:spLocks noGrp="1"/>
          </p:cNvSpPr>
          <p:nvPr>
            <p:ph sz="quarter" idx="13"/>
          </p:nvPr>
        </p:nvSpPr>
        <p:spPr>
          <a:xfrm>
            <a:off x="540000" y="3356992"/>
            <a:ext cx="4248596" cy="2881684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12" name="Content Placeholder 5"/>
          <p:cNvSpPr>
            <a:spLocks noGrp="1"/>
          </p:cNvSpPr>
          <p:nvPr>
            <p:ph sz="quarter" idx="14"/>
          </p:nvPr>
        </p:nvSpPr>
        <p:spPr>
          <a:xfrm>
            <a:off x="5117406" y="3355628"/>
            <a:ext cx="4248596" cy="2881684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31"/>
          </p:nvPr>
        </p:nvSpPr>
        <p:spPr>
          <a:xfrm>
            <a:off x="540000" y="1916832"/>
            <a:ext cx="8820000" cy="10795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8841432" y="6392361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E8856DA-B77A-4A94-8E84-45BF77D9376B}" type="slidenum">
              <a:rPr lang="en-AU" sz="1200" noProof="0" smtClean="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AU" sz="1200" noProof="0" dirty="0">
              <a:solidFill>
                <a:schemeClr val="accent3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AA66AC44-400F-43B8-8A05-BF3AECCD239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504000"/>
            <a:ext cx="8820000" cy="504056"/>
          </a:xfrm>
        </p:spPr>
        <p:txBody>
          <a:bodyPr anchor="ctr" anchorCtr="0"/>
          <a:lstStyle>
            <a:lvl1pPr marL="0" marR="0" indent="0" algn="l" defTabSz="914349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/>
            </a:lvl1pPr>
          </a:lstStyle>
          <a:p>
            <a:pPr lvl="0"/>
            <a:r>
              <a:rPr lang="en-AU" noProof="0" dirty="0"/>
              <a:t>Governing thought</a:t>
            </a:r>
          </a:p>
        </p:txBody>
      </p:sp>
      <p:sp>
        <p:nvSpPr>
          <p:cNvPr id="16" name="Text Placeholder 10">
            <a:extLst>
              <a:ext uri="{FF2B5EF4-FFF2-40B4-BE49-F238E27FC236}">
                <a16:creationId xmlns:a16="http://schemas.microsoft.com/office/drawing/2014/main" id="{3EC09068-4141-40E8-9FC8-77B5AA40667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40000" y="1008000"/>
            <a:ext cx="8820000" cy="504056"/>
          </a:xfrm>
          <a:prstGeom prst="rect">
            <a:avLst/>
          </a:prstGeom>
        </p:spPr>
        <p:txBody>
          <a:bodyPr anchor="t"/>
          <a:lstStyle>
            <a:lvl1pPr>
              <a:lnSpc>
                <a:spcPct val="90000"/>
              </a:lnSpc>
              <a:defRPr sz="1800">
                <a:solidFill>
                  <a:schemeClr val="bg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  <a:lvl5pPr>
              <a:defRPr/>
            </a:lvl5pPr>
          </a:lstStyle>
          <a:p>
            <a:pPr lvl="0"/>
            <a:r>
              <a:rPr lang="en-AU" noProof="0" dirty="0"/>
              <a:t>Sub title</a:t>
            </a:r>
          </a:p>
        </p:txBody>
      </p:sp>
    </p:spTree>
    <p:extLst>
      <p:ext uri="{BB962C8B-B14F-4D97-AF65-F5344CB8AC3E}">
        <p14:creationId xmlns:p14="http://schemas.microsoft.com/office/powerpoint/2010/main" val="417213729"/>
      </p:ext>
    </p:extLst>
  </p:cSld>
  <p:clrMapOvr>
    <a:masterClrMapping/>
  </p:clrMapOvr>
</p:sldLayout>
</file>

<file path=ppt/slideLayouts/slideLayout1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two charts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5BD201AF-117C-40A5-B86C-C0639109E6C6}"/>
              </a:ext>
            </a:extLst>
          </p:cNvPr>
          <p:cNvSpPr/>
          <p:nvPr userDrawn="1"/>
        </p:nvSpPr>
        <p:spPr>
          <a:xfrm>
            <a:off x="0" y="1728000"/>
            <a:ext cx="9906000" cy="4572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AU" noProof="0"/>
          </a:p>
        </p:txBody>
      </p:sp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214763183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7218" name="think-cell Slide" r:id="rId4" imgW="270" imgH="270" progId="TCLayout.ActiveDocument.1">
                  <p:embed/>
                </p:oleObj>
              </mc:Choice>
              <mc:Fallback>
                <p:oleObj name="think-cell Slide" r:id="rId4" imgW="270" imgH="270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Picture 3"/>
          <p:cNvPicPr>
            <a:picLocks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5339" cy="109703"/>
          </a:xfrm>
          <a:prstGeom prst="rect">
            <a:avLst/>
          </a:prstGeom>
        </p:spPr>
      </p:pic>
      <p:sp>
        <p:nvSpPr>
          <p:cNvPr id="11" name="Content Placeholder 5"/>
          <p:cNvSpPr>
            <a:spLocks noGrp="1"/>
          </p:cNvSpPr>
          <p:nvPr>
            <p:ph sz="quarter" idx="13"/>
          </p:nvPr>
        </p:nvSpPr>
        <p:spPr>
          <a:xfrm>
            <a:off x="540000" y="3356992"/>
            <a:ext cx="4248596" cy="2736304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12" name="Content Placeholder 5"/>
          <p:cNvSpPr>
            <a:spLocks noGrp="1"/>
          </p:cNvSpPr>
          <p:nvPr>
            <p:ph sz="quarter" idx="14"/>
          </p:nvPr>
        </p:nvSpPr>
        <p:spPr>
          <a:xfrm>
            <a:off x="5120712" y="3355628"/>
            <a:ext cx="4248596" cy="2736304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31"/>
          </p:nvPr>
        </p:nvSpPr>
        <p:spPr>
          <a:xfrm>
            <a:off x="540000" y="1916832"/>
            <a:ext cx="8820000" cy="10795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8841432" y="6392361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E8856DA-B77A-4A94-8E84-45BF77D9376B}" type="slidenum">
              <a:rPr lang="en-AU" sz="1200" noProof="0" smtClean="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AU" sz="1200" noProof="0">
              <a:solidFill>
                <a:schemeClr val="accent3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E6593DDB-B5B4-472C-8373-C69BA13714F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504000"/>
            <a:ext cx="8820000" cy="504056"/>
          </a:xfrm>
        </p:spPr>
        <p:txBody>
          <a:bodyPr anchor="ctr" anchorCtr="0"/>
          <a:lstStyle>
            <a:lvl1pPr marL="0" marR="0" indent="0" algn="l" defTabSz="914349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/>
            </a:lvl1pPr>
          </a:lstStyle>
          <a:p>
            <a:pPr lvl="0"/>
            <a:r>
              <a:rPr lang="en-AU" noProof="0" dirty="0"/>
              <a:t>Governing thought</a:t>
            </a:r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79F5FEAA-83A6-46B6-A298-7AD2184F1096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40000" y="1008000"/>
            <a:ext cx="8820000" cy="504056"/>
          </a:xfrm>
          <a:prstGeom prst="rect">
            <a:avLst/>
          </a:prstGeom>
        </p:spPr>
        <p:txBody>
          <a:bodyPr anchor="t"/>
          <a:lstStyle>
            <a:lvl1pPr>
              <a:lnSpc>
                <a:spcPct val="90000"/>
              </a:lnSpc>
              <a:defRPr sz="1800">
                <a:solidFill>
                  <a:schemeClr val="bg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  <a:lvl5pPr>
              <a:defRPr/>
            </a:lvl5pPr>
          </a:lstStyle>
          <a:p>
            <a:pPr lvl="0"/>
            <a:r>
              <a:rPr lang="en-AU" noProof="0" dirty="0"/>
              <a:t>Sub title</a:t>
            </a:r>
          </a:p>
        </p:txBody>
      </p:sp>
    </p:spTree>
    <p:extLst>
      <p:ext uri="{BB962C8B-B14F-4D97-AF65-F5344CB8AC3E}">
        <p14:creationId xmlns:p14="http://schemas.microsoft.com/office/powerpoint/2010/main" val="2995177837"/>
      </p:ext>
    </p:extLst>
  </p:cSld>
  <p:clrMapOvr>
    <a:masterClrMapping/>
  </p:clrMapOvr>
</p:sldLayout>
</file>

<file path=ppt/slideLayouts/slideLayout1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two charts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131F2B23-E854-4534-AA15-CD05BAEF60A0}"/>
              </a:ext>
            </a:extLst>
          </p:cNvPr>
          <p:cNvSpPr/>
          <p:nvPr userDrawn="1"/>
        </p:nvSpPr>
        <p:spPr>
          <a:xfrm>
            <a:off x="0" y="1728000"/>
            <a:ext cx="9906000" cy="45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AU" noProof="0"/>
          </a:p>
        </p:txBody>
      </p:sp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4132300342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8242" name="think-cell Slide" r:id="rId4" imgW="270" imgH="270" progId="TCLayout.ActiveDocument.1">
                  <p:embed/>
                </p:oleObj>
              </mc:Choice>
              <mc:Fallback>
                <p:oleObj name="think-cell Slide" r:id="rId4" imgW="270" imgH="270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Picture 3"/>
          <p:cNvPicPr>
            <a:picLocks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5339" cy="109703"/>
          </a:xfrm>
          <a:prstGeom prst="rect">
            <a:avLst/>
          </a:prstGeom>
        </p:spPr>
      </p:pic>
      <p:sp>
        <p:nvSpPr>
          <p:cNvPr id="11" name="Content Placeholder 5"/>
          <p:cNvSpPr>
            <a:spLocks noGrp="1"/>
          </p:cNvSpPr>
          <p:nvPr>
            <p:ph sz="quarter" idx="13"/>
          </p:nvPr>
        </p:nvSpPr>
        <p:spPr>
          <a:xfrm>
            <a:off x="540000" y="3356992"/>
            <a:ext cx="4248596" cy="273630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buClrTx/>
              <a:defRPr>
                <a:solidFill>
                  <a:schemeClr val="bg1"/>
                </a:solidFill>
              </a:defRPr>
            </a:lvl2pPr>
            <a:lvl3pPr>
              <a:buClrTx/>
              <a:defRPr>
                <a:solidFill>
                  <a:schemeClr val="bg1"/>
                </a:solidFill>
              </a:defRPr>
            </a:lvl3pPr>
            <a:lvl4pPr>
              <a:buClrTx/>
              <a:defRPr>
                <a:solidFill>
                  <a:schemeClr val="bg1"/>
                </a:solidFill>
              </a:defRPr>
            </a:lvl4pPr>
            <a:lvl5pPr>
              <a:buClrTx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12" name="Content Placeholder 5"/>
          <p:cNvSpPr>
            <a:spLocks noGrp="1"/>
          </p:cNvSpPr>
          <p:nvPr>
            <p:ph sz="quarter" idx="14"/>
          </p:nvPr>
        </p:nvSpPr>
        <p:spPr>
          <a:xfrm>
            <a:off x="5117406" y="3355628"/>
            <a:ext cx="4248596" cy="273630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buClrTx/>
              <a:defRPr>
                <a:solidFill>
                  <a:schemeClr val="bg1"/>
                </a:solidFill>
              </a:defRPr>
            </a:lvl2pPr>
            <a:lvl3pPr>
              <a:buClrTx/>
              <a:defRPr>
                <a:solidFill>
                  <a:schemeClr val="bg1"/>
                </a:solidFill>
              </a:defRPr>
            </a:lvl3pPr>
            <a:lvl4pPr>
              <a:buClrTx/>
              <a:defRPr>
                <a:solidFill>
                  <a:schemeClr val="bg1"/>
                </a:solidFill>
              </a:defRPr>
            </a:lvl4pPr>
            <a:lvl5pPr>
              <a:buClrTx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10" name="Text Placeholder 8"/>
          <p:cNvSpPr>
            <a:spLocks noGrp="1"/>
          </p:cNvSpPr>
          <p:nvPr>
            <p:ph type="body" sz="quarter" idx="31"/>
          </p:nvPr>
        </p:nvSpPr>
        <p:spPr>
          <a:xfrm>
            <a:off x="540000" y="1916832"/>
            <a:ext cx="8820000" cy="10795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buClrTx/>
              <a:defRPr>
                <a:solidFill>
                  <a:schemeClr val="bg1"/>
                </a:solidFill>
              </a:defRPr>
            </a:lvl2pPr>
            <a:lvl3pPr>
              <a:buClrTx/>
              <a:defRPr>
                <a:solidFill>
                  <a:schemeClr val="bg1"/>
                </a:solidFill>
              </a:defRPr>
            </a:lvl3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8841432" y="6392361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E8856DA-B77A-4A94-8E84-45BF77D9376B}" type="slidenum">
              <a:rPr lang="en-AU" sz="1200" noProof="0" smtClean="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AU" sz="1200" noProof="0">
              <a:solidFill>
                <a:schemeClr val="accent3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38C58B60-6EB6-4A4E-90F5-ED8E51CF9F2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504000"/>
            <a:ext cx="8820000" cy="504056"/>
          </a:xfrm>
        </p:spPr>
        <p:txBody>
          <a:bodyPr anchor="ctr" anchorCtr="0"/>
          <a:lstStyle>
            <a:lvl1pPr marL="0" marR="0" indent="0" algn="l" defTabSz="914349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/>
            </a:lvl1pPr>
          </a:lstStyle>
          <a:p>
            <a:pPr lvl="0"/>
            <a:r>
              <a:rPr lang="en-AU" noProof="0" dirty="0"/>
              <a:t>Governing thought</a:t>
            </a:r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4FACF19B-0502-4F6A-9742-61DA3462D7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40000" y="1008000"/>
            <a:ext cx="8820000" cy="504056"/>
          </a:xfrm>
          <a:prstGeom prst="rect">
            <a:avLst/>
          </a:prstGeom>
        </p:spPr>
        <p:txBody>
          <a:bodyPr anchor="t"/>
          <a:lstStyle>
            <a:lvl1pPr>
              <a:lnSpc>
                <a:spcPct val="90000"/>
              </a:lnSpc>
              <a:defRPr sz="1800">
                <a:solidFill>
                  <a:schemeClr val="bg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  <a:lvl5pPr>
              <a:defRPr/>
            </a:lvl5pPr>
          </a:lstStyle>
          <a:p>
            <a:pPr lvl="0"/>
            <a:r>
              <a:rPr lang="en-AU" noProof="0" dirty="0"/>
              <a:t>Sub title</a:t>
            </a:r>
          </a:p>
        </p:txBody>
      </p:sp>
    </p:spTree>
    <p:extLst>
      <p:ext uri="{BB962C8B-B14F-4D97-AF65-F5344CB8AC3E}">
        <p14:creationId xmlns:p14="http://schemas.microsoft.com/office/powerpoint/2010/main" val="3995137815"/>
      </p:ext>
    </p:extLst>
  </p:cSld>
  <p:clrMapOvr>
    <a:masterClrMapping/>
  </p:clrMapOvr>
</p:sldLayout>
</file>

<file path=ppt/slideLayouts/slideLayout1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harts the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5339" cy="109703"/>
          </a:xfrm>
          <a:prstGeom prst="rect">
            <a:avLst/>
          </a:prstGeom>
        </p:spPr>
      </p:pic>
      <p:sp>
        <p:nvSpPr>
          <p:cNvPr id="11" name="Content Placeholder 5"/>
          <p:cNvSpPr>
            <a:spLocks noGrp="1"/>
          </p:cNvSpPr>
          <p:nvPr>
            <p:ph sz="quarter" idx="13"/>
          </p:nvPr>
        </p:nvSpPr>
        <p:spPr>
          <a:xfrm>
            <a:off x="540000" y="1916832"/>
            <a:ext cx="4248596" cy="288032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12" name="Content Placeholder 5"/>
          <p:cNvSpPr>
            <a:spLocks noGrp="1"/>
          </p:cNvSpPr>
          <p:nvPr>
            <p:ph sz="quarter" idx="14"/>
          </p:nvPr>
        </p:nvSpPr>
        <p:spPr>
          <a:xfrm>
            <a:off x="5117406" y="1915468"/>
            <a:ext cx="4248596" cy="288032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31"/>
          </p:nvPr>
        </p:nvSpPr>
        <p:spPr>
          <a:xfrm>
            <a:off x="540000" y="5085184"/>
            <a:ext cx="8820000" cy="10795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8" name="TextBox 7"/>
          <p:cNvSpPr txBox="1"/>
          <p:nvPr userDrawn="1"/>
        </p:nvSpPr>
        <p:spPr>
          <a:xfrm>
            <a:off x="8841432" y="6392361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E8856DA-B77A-4A94-8E84-45BF77D9376B}" type="slidenum">
              <a:rPr lang="en-AU" sz="1200" noProof="0" smtClean="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AU" sz="1200" noProof="0" dirty="0">
              <a:solidFill>
                <a:schemeClr val="accent3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FD12A96F-5F70-465A-9AD8-423DBDD2E9F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504000"/>
            <a:ext cx="8820000" cy="504056"/>
          </a:xfrm>
        </p:spPr>
        <p:txBody>
          <a:bodyPr anchor="ctr" anchorCtr="0"/>
          <a:lstStyle>
            <a:lvl1pPr marL="0" marR="0" indent="0" algn="l" defTabSz="914349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/>
            </a:lvl1pPr>
          </a:lstStyle>
          <a:p>
            <a:pPr lvl="0"/>
            <a:r>
              <a:rPr lang="en-AU" noProof="0" dirty="0"/>
              <a:t>Governing thought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5B448D9D-364C-480B-AFE8-0E657B607765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40000" y="1008000"/>
            <a:ext cx="8820000" cy="504056"/>
          </a:xfrm>
          <a:prstGeom prst="rect">
            <a:avLst/>
          </a:prstGeom>
        </p:spPr>
        <p:txBody>
          <a:bodyPr anchor="t"/>
          <a:lstStyle>
            <a:lvl1pPr>
              <a:lnSpc>
                <a:spcPct val="90000"/>
              </a:lnSpc>
              <a:defRPr sz="1800">
                <a:solidFill>
                  <a:schemeClr val="bg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  <a:lvl5pPr>
              <a:defRPr/>
            </a:lvl5pPr>
          </a:lstStyle>
          <a:p>
            <a:pPr lvl="0"/>
            <a:r>
              <a:rPr lang="en-AU" noProof="0" dirty="0"/>
              <a:t>Sub title</a:t>
            </a:r>
          </a:p>
        </p:txBody>
      </p:sp>
    </p:spTree>
    <p:extLst>
      <p:ext uri="{BB962C8B-B14F-4D97-AF65-F5344CB8AC3E}">
        <p14:creationId xmlns:p14="http://schemas.microsoft.com/office/powerpoint/2010/main" val="3753833170"/>
      </p:ext>
    </p:extLst>
  </p:cSld>
  <p:clrMapOvr>
    <a:masterClrMapping/>
  </p:clrMapOvr>
</p:sldLayout>
</file>

<file path=ppt/slideLayouts/slideLayout1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harts then content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84D17BA4-5936-4893-8E82-309C94CFBD51}"/>
              </a:ext>
            </a:extLst>
          </p:cNvPr>
          <p:cNvSpPr/>
          <p:nvPr userDrawn="1"/>
        </p:nvSpPr>
        <p:spPr>
          <a:xfrm>
            <a:off x="0" y="1728000"/>
            <a:ext cx="9906000" cy="4572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AU" noProof="0"/>
          </a:p>
        </p:txBody>
      </p:sp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662500960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9266" name="think-cell Slide" r:id="rId4" imgW="270" imgH="270" progId="TCLayout.ActiveDocument.1">
                  <p:embed/>
                </p:oleObj>
              </mc:Choice>
              <mc:Fallback>
                <p:oleObj name="think-cell Slide" r:id="rId4" imgW="270" imgH="270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Picture 3"/>
          <p:cNvPicPr>
            <a:picLocks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5339" cy="109703"/>
          </a:xfrm>
          <a:prstGeom prst="rect">
            <a:avLst/>
          </a:prstGeom>
        </p:spPr>
      </p:pic>
      <p:sp>
        <p:nvSpPr>
          <p:cNvPr id="10" name="TextBox 9"/>
          <p:cNvSpPr txBox="1"/>
          <p:nvPr userDrawn="1"/>
        </p:nvSpPr>
        <p:spPr>
          <a:xfrm>
            <a:off x="8841432" y="6392361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E8856DA-B77A-4A94-8E84-45BF77D9376B}" type="slidenum">
              <a:rPr lang="en-AU" sz="1200" noProof="0" smtClean="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AU" sz="1200" noProof="0">
              <a:solidFill>
                <a:schemeClr val="accent3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7CD87972-B698-438A-AA9B-78090C65AA0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504000"/>
            <a:ext cx="8820000" cy="504056"/>
          </a:xfrm>
        </p:spPr>
        <p:txBody>
          <a:bodyPr anchor="ctr" anchorCtr="0"/>
          <a:lstStyle>
            <a:lvl1pPr marL="0" marR="0" indent="0" algn="l" defTabSz="914349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/>
            </a:lvl1pPr>
          </a:lstStyle>
          <a:p>
            <a:pPr lvl="0"/>
            <a:r>
              <a:rPr lang="en-AU" noProof="0" dirty="0"/>
              <a:t>Governing thought</a:t>
            </a:r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A3FFE4AC-8E8E-470A-91DA-F274CB0366F4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40000" y="1008000"/>
            <a:ext cx="8820000" cy="504056"/>
          </a:xfrm>
          <a:prstGeom prst="rect">
            <a:avLst/>
          </a:prstGeom>
        </p:spPr>
        <p:txBody>
          <a:bodyPr anchor="t"/>
          <a:lstStyle>
            <a:lvl1pPr>
              <a:lnSpc>
                <a:spcPct val="90000"/>
              </a:lnSpc>
              <a:defRPr sz="1800">
                <a:solidFill>
                  <a:schemeClr val="bg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  <a:lvl5pPr>
              <a:defRPr/>
            </a:lvl5pPr>
          </a:lstStyle>
          <a:p>
            <a:pPr lvl="0"/>
            <a:r>
              <a:rPr lang="en-AU" noProof="0" dirty="0"/>
              <a:t>Sub title</a:t>
            </a:r>
          </a:p>
        </p:txBody>
      </p:sp>
      <p:sp>
        <p:nvSpPr>
          <p:cNvPr id="19" name="Content Placeholder 5">
            <a:extLst>
              <a:ext uri="{FF2B5EF4-FFF2-40B4-BE49-F238E27FC236}">
                <a16:creationId xmlns:a16="http://schemas.microsoft.com/office/drawing/2014/main" id="{D1E425C9-1779-4B0E-B1DE-A8F8DD960D5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0000" y="1916832"/>
            <a:ext cx="4248596" cy="2880320"/>
          </a:xfrm>
        </p:spPr>
        <p:txBody>
          <a:bodyPr/>
          <a:lstStyle>
            <a:lvl2pPr>
              <a:buClrTx/>
              <a:defRPr/>
            </a:lvl2pPr>
            <a:lvl3pPr>
              <a:buClrTx/>
              <a:defRPr/>
            </a:lvl3pPr>
            <a:lvl4pPr>
              <a:buClrTx/>
              <a:defRPr/>
            </a:lvl4pPr>
            <a:lvl5pPr>
              <a:buClrTx/>
              <a:defRPr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20" name="Content Placeholder 5">
            <a:extLst>
              <a:ext uri="{FF2B5EF4-FFF2-40B4-BE49-F238E27FC236}">
                <a16:creationId xmlns:a16="http://schemas.microsoft.com/office/drawing/2014/main" id="{973F9612-E969-4D71-83A7-88E26DFBF65D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17406" y="1915468"/>
            <a:ext cx="4248596" cy="2880320"/>
          </a:xfrm>
        </p:spPr>
        <p:txBody>
          <a:bodyPr/>
          <a:lstStyle>
            <a:lvl2pPr>
              <a:buClrTx/>
              <a:defRPr/>
            </a:lvl2pPr>
            <a:lvl3pPr>
              <a:buClrTx/>
              <a:defRPr/>
            </a:lvl3pPr>
            <a:lvl4pPr>
              <a:buClrTx/>
              <a:defRPr/>
            </a:lvl4pPr>
            <a:lvl5pPr>
              <a:buClrTx/>
              <a:defRPr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21" name="Text Placeholder 8">
            <a:extLst>
              <a:ext uri="{FF2B5EF4-FFF2-40B4-BE49-F238E27FC236}">
                <a16:creationId xmlns:a16="http://schemas.microsoft.com/office/drawing/2014/main" id="{2CA975DB-909D-425A-95C1-B740E5562AED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40000" y="5085184"/>
            <a:ext cx="8820000" cy="10795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581850891"/>
      </p:ext>
    </p:extLst>
  </p:cSld>
  <p:clrMapOvr>
    <a:masterClrMapping/>
  </p:clrMapOvr>
</p:sldLayout>
</file>

<file path=ppt/slideLayouts/slideLayout1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harts then content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746173F9-56D6-4AAB-80A6-1A8D41D67ABF}"/>
              </a:ext>
            </a:extLst>
          </p:cNvPr>
          <p:cNvSpPr/>
          <p:nvPr userDrawn="1"/>
        </p:nvSpPr>
        <p:spPr>
          <a:xfrm>
            <a:off x="0" y="1728000"/>
            <a:ext cx="9906000" cy="45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AU" noProof="0"/>
          </a:p>
        </p:txBody>
      </p:sp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761424213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0290" name="think-cell Slide" r:id="rId4" imgW="270" imgH="270" progId="TCLayout.ActiveDocument.1">
                  <p:embed/>
                </p:oleObj>
              </mc:Choice>
              <mc:Fallback>
                <p:oleObj name="think-cell Slide" r:id="rId4" imgW="270" imgH="270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Picture 3"/>
          <p:cNvPicPr>
            <a:picLocks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5339" cy="109703"/>
          </a:xfrm>
          <a:prstGeom prst="rect">
            <a:avLst/>
          </a:prstGeom>
        </p:spPr>
      </p:pic>
      <p:sp>
        <p:nvSpPr>
          <p:cNvPr id="10" name="TextBox 9"/>
          <p:cNvSpPr txBox="1"/>
          <p:nvPr userDrawn="1"/>
        </p:nvSpPr>
        <p:spPr>
          <a:xfrm>
            <a:off x="8841432" y="6392361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E8856DA-B77A-4A94-8E84-45BF77D9376B}" type="slidenum">
              <a:rPr lang="en-AU" sz="1200" noProof="0" smtClean="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AU" sz="1200" noProof="0">
              <a:solidFill>
                <a:schemeClr val="accent3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6B010F08-D6B8-4905-9E76-DF42ADE2533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504000"/>
            <a:ext cx="8820000" cy="504056"/>
          </a:xfrm>
        </p:spPr>
        <p:txBody>
          <a:bodyPr anchor="ctr" anchorCtr="0"/>
          <a:lstStyle>
            <a:lvl1pPr marL="0" marR="0" indent="0" algn="l" defTabSz="914349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/>
            </a:lvl1pPr>
          </a:lstStyle>
          <a:p>
            <a:pPr lvl="0"/>
            <a:r>
              <a:rPr lang="en-AU" noProof="0" dirty="0"/>
              <a:t>Governing thought</a:t>
            </a:r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9FFADA6C-8F71-49F5-866F-4B648DE92F7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40000" y="1008000"/>
            <a:ext cx="8820000" cy="504056"/>
          </a:xfrm>
          <a:prstGeom prst="rect">
            <a:avLst/>
          </a:prstGeom>
        </p:spPr>
        <p:txBody>
          <a:bodyPr anchor="t"/>
          <a:lstStyle>
            <a:lvl1pPr>
              <a:lnSpc>
                <a:spcPct val="90000"/>
              </a:lnSpc>
              <a:defRPr sz="1800">
                <a:solidFill>
                  <a:schemeClr val="bg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  <a:lvl5pPr>
              <a:defRPr/>
            </a:lvl5pPr>
          </a:lstStyle>
          <a:p>
            <a:pPr lvl="0"/>
            <a:r>
              <a:rPr lang="en-AU" noProof="0" dirty="0"/>
              <a:t>Sub title</a:t>
            </a:r>
          </a:p>
        </p:txBody>
      </p:sp>
      <p:sp>
        <p:nvSpPr>
          <p:cNvPr id="19" name="Content Placeholder 5">
            <a:extLst>
              <a:ext uri="{FF2B5EF4-FFF2-40B4-BE49-F238E27FC236}">
                <a16:creationId xmlns:a16="http://schemas.microsoft.com/office/drawing/2014/main" id="{52AC3C4A-067C-442B-BE2A-F0775AC7140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0000" y="1916832"/>
            <a:ext cx="4248596" cy="288032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buClrTx/>
              <a:defRPr>
                <a:solidFill>
                  <a:schemeClr val="bg1"/>
                </a:solidFill>
              </a:defRPr>
            </a:lvl2pPr>
            <a:lvl3pPr>
              <a:buClrTx/>
              <a:defRPr>
                <a:solidFill>
                  <a:schemeClr val="bg1"/>
                </a:solidFill>
              </a:defRPr>
            </a:lvl3pPr>
            <a:lvl4pPr>
              <a:buClrTx/>
              <a:defRPr>
                <a:solidFill>
                  <a:schemeClr val="bg1"/>
                </a:solidFill>
              </a:defRPr>
            </a:lvl4pPr>
            <a:lvl5pPr>
              <a:buClrTx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20" name="Content Placeholder 5">
            <a:extLst>
              <a:ext uri="{FF2B5EF4-FFF2-40B4-BE49-F238E27FC236}">
                <a16:creationId xmlns:a16="http://schemas.microsoft.com/office/drawing/2014/main" id="{D039F133-E877-497A-A58D-05743631AC0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17406" y="1915468"/>
            <a:ext cx="4248596" cy="288032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buClrTx/>
              <a:defRPr>
                <a:solidFill>
                  <a:schemeClr val="bg1"/>
                </a:solidFill>
              </a:defRPr>
            </a:lvl2pPr>
            <a:lvl3pPr>
              <a:buClrTx/>
              <a:defRPr>
                <a:solidFill>
                  <a:schemeClr val="bg1"/>
                </a:solidFill>
              </a:defRPr>
            </a:lvl3pPr>
            <a:lvl4pPr>
              <a:buClrTx/>
              <a:defRPr>
                <a:solidFill>
                  <a:schemeClr val="bg1"/>
                </a:solidFill>
              </a:defRPr>
            </a:lvl4pPr>
            <a:lvl5pPr>
              <a:buClrTx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21" name="Text Placeholder 8">
            <a:extLst>
              <a:ext uri="{FF2B5EF4-FFF2-40B4-BE49-F238E27FC236}">
                <a16:creationId xmlns:a16="http://schemas.microsoft.com/office/drawing/2014/main" id="{BF57B9D4-3FDF-4C59-A0B6-F5A22DA574E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40000" y="5085184"/>
            <a:ext cx="8820000" cy="10795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410729845"/>
      </p:ext>
    </p:extLst>
  </p:cSld>
  <p:clrMapOvr>
    <a:masterClrMapping/>
  </p:clrMapOvr>
</p:sldLayout>
</file>

<file path=ppt/slideLayouts/slideLayout1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 icon panel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44A5B302-7EA9-4F59-B7EB-275E23AD8507}"/>
              </a:ext>
            </a:extLst>
          </p:cNvPr>
          <p:cNvSpPr/>
          <p:nvPr userDrawn="1"/>
        </p:nvSpPr>
        <p:spPr>
          <a:xfrm>
            <a:off x="0" y="1728000"/>
            <a:ext cx="9906000" cy="4572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AU" noProof="0"/>
          </a:p>
        </p:txBody>
      </p:sp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971612039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1314" name="think-cell Slide" r:id="rId4" imgW="270" imgH="270" progId="TCLayout.ActiveDocument.1">
                  <p:embed/>
                </p:oleObj>
              </mc:Choice>
              <mc:Fallback>
                <p:oleObj name="think-cell Slide" r:id="rId4" imgW="270" imgH="270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Picture 4"/>
          <p:cNvPicPr>
            <a:picLocks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5339" cy="109703"/>
          </a:xfrm>
          <a:prstGeom prst="rect">
            <a:avLst/>
          </a:prstGeom>
        </p:spPr>
      </p:pic>
      <p:sp>
        <p:nvSpPr>
          <p:cNvPr id="21" name="Picture Placeholder 20"/>
          <p:cNvSpPr>
            <a:spLocks noGrp="1" noChangeAspect="1"/>
          </p:cNvSpPr>
          <p:nvPr>
            <p:ph type="pic" sz="quarter" idx="10" hasCustomPrompt="1"/>
          </p:nvPr>
        </p:nvSpPr>
        <p:spPr>
          <a:xfrm>
            <a:off x="1223793" y="3356992"/>
            <a:ext cx="540000" cy="540000"/>
          </a:xfrm>
        </p:spPr>
        <p:txBody>
          <a:bodyPr/>
          <a:lstStyle>
            <a:lvl1pPr algn="ctr">
              <a:defRPr sz="1000" b="0" baseline="0"/>
            </a:lvl1pPr>
          </a:lstStyle>
          <a:p>
            <a:r>
              <a:rPr lang="en-AU" noProof="0" dirty="0"/>
              <a:t>Icon</a:t>
            </a:r>
          </a:p>
        </p:txBody>
      </p:sp>
      <p:sp>
        <p:nvSpPr>
          <p:cNvPr id="22" name="Text Placeholder 32"/>
          <p:cNvSpPr>
            <a:spLocks noGrp="1"/>
          </p:cNvSpPr>
          <p:nvPr>
            <p:ph type="body" sz="quarter" idx="19" hasCustomPrompt="1"/>
          </p:nvPr>
        </p:nvSpPr>
        <p:spPr>
          <a:xfrm>
            <a:off x="776536" y="4154986"/>
            <a:ext cx="1434514" cy="276985"/>
          </a:xfrm>
        </p:spPr>
        <p:txBody>
          <a:bodyPr>
            <a:spAutoFit/>
          </a:bodyPr>
          <a:lstStyle>
            <a:lvl1pPr algn="ctr">
              <a:defRPr sz="1200" b="1">
                <a:solidFill>
                  <a:schemeClr val="accent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AU" noProof="0" dirty="0"/>
              <a:t>CONTENT</a:t>
            </a:r>
          </a:p>
        </p:txBody>
      </p:sp>
      <p:sp>
        <p:nvSpPr>
          <p:cNvPr id="25" name="Picture Placeholder 20"/>
          <p:cNvSpPr>
            <a:spLocks noGrp="1" noChangeAspect="1"/>
          </p:cNvSpPr>
          <p:nvPr>
            <p:ph type="pic" sz="quarter" idx="20" hasCustomPrompt="1"/>
          </p:nvPr>
        </p:nvSpPr>
        <p:spPr>
          <a:xfrm>
            <a:off x="3498642" y="3356992"/>
            <a:ext cx="540000" cy="540000"/>
          </a:xfrm>
        </p:spPr>
        <p:txBody>
          <a:bodyPr/>
          <a:lstStyle>
            <a:lvl1pPr algn="ctr">
              <a:defRPr sz="1000" b="0" baseline="0"/>
            </a:lvl1pPr>
          </a:lstStyle>
          <a:p>
            <a:r>
              <a:rPr lang="en-AU" noProof="0"/>
              <a:t>Icon</a:t>
            </a:r>
          </a:p>
        </p:txBody>
      </p:sp>
      <p:sp>
        <p:nvSpPr>
          <p:cNvPr id="26" name="Text Placeholder 32"/>
          <p:cNvSpPr>
            <a:spLocks noGrp="1"/>
          </p:cNvSpPr>
          <p:nvPr>
            <p:ph type="body" sz="quarter" idx="21" hasCustomPrompt="1"/>
          </p:nvPr>
        </p:nvSpPr>
        <p:spPr>
          <a:xfrm>
            <a:off x="3051385" y="4154986"/>
            <a:ext cx="1434514" cy="276985"/>
          </a:xfrm>
        </p:spPr>
        <p:txBody>
          <a:bodyPr>
            <a:spAutoFit/>
          </a:bodyPr>
          <a:lstStyle>
            <a:lvl1pPr algn="ctr">
              <a:defRPr sz="1200" b="1">
                <a:solidFill>
                  <a:schemeClr val="accent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AU" noProof="0" dirty="0"/>
              <a:t>CONTENT</a:t>
            </a:r>
          </a:p>
        </p:txBody>
      </p:sp>
      <p:sp>
        <p:nvSpPr>
          <p:cNvPr id="27" name="Picture Placeholder 20"/>
          <p:cNvSpPr>
            <a:spLocks noGrp="1" noChangeAspect="1"/>
          </p:cNvSpPr>
          <p:nvPr>
            <p:ph type="pic" sz="quarter" idx="22" hasCustomPrompt="1"/>
          </p:nvPr>
        </p:nvSpPr>
        <p:spPr>
          <a:xfrm>
            <a:off x="5773491" y="3356992"/>
            <a:ext cx="540000" cy="540000"/>
          </a:xfrm>
        </p:spPr>
        <p:txBody>
          <a:bodyPr/>
          <a:lstStyle>
            <a:lvl1pPr algn="ctr">
              <a:defRPr sz="1000" b="0" baseline="0"/>
            </a:lvl1pPr>
          </a:lstStyle>
          <a:p>
            <a:r>
              <a:rPr lang="en-AU" noProof="0"/>
              <a:t>Icon</a:t>
            </a:r>
          </a:p>
        </p:txBody>
      </p:sp>
      <p:sp>
        <p:nvSpPr>
          <p:cNvPr id="28" name="Text Placeholder 32"/>
          <p:cNvSpPr>
            <a:spLocks noGrp="1"/>
          </p:cNvSpPr>
          <p:nvPr>
            <p:ph type="body" sz="quarter" idx="23" hasCustomPrompt="1"/>
          </p:nvPr>
        </p:nvSpPr>
        <p:spPr>
          <a:xfrm>
            <a:off x="5326234" y="4154986"/>
            <a:ext cx="1434514" cy="276985"/>
          </a:xfrm>
        </p:spPr>
        <p:txBody>
          <a:bodyPr>
            <a:spAutoFit/>
          </a:bodyPr>
          <a:lstStyle>
            <a:lvl1pPr algn="ctr">
              <a:defRPr sz="1200" b="1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AU" noProof="0" dirty="0"/>
              <a:t>CONTENT</a:t>
            </a:r>
          </a:p>
        </p:txBody>
      </p:sp>
      <p:sp>
        <p:nvSpPr>
          <p:cNvPr id="30" name="Picture Placeholder 20"/>
          <p:cNvSpPr>
            <a:spLocks noGrp="1" noChangeAspect="1"/>
          </p:cNvSpPr>
          <p:nvPr>
            <p:ph type="pic" sz="quarter" idx="31" hasCustomPrompt="1"/>
          </p:nvPr>
        </p:nvSpPr>
        <p:spPr>
          <a:xfrm>
            <a:off x="8048340" y="3356992"/>
            <a:ext cx="540000" cy="540000"/>
          </a:xfrm>
        </p:spPr>
        <p:txBody>
          <a:bodyPr/>
          <a:lstStyle>
            <a:lvl1pPr algn="ctr">
              <a:defRPr sz="1000" b="0" baseline="0"/>
            </a:lvl1pPr>
          </a:lstStyle>
          <a:p>
            <a:r>
              <a:rPr lang="en-AU" noProof="0"/>
              <a:t>Icon</a:t>
            </a:r>
          </a:p>
        </p:txBody>
      </p:sp>
      <p:sp>
        <p:nvSpPr>
          <p:cNvPr id="31" name="Text Placeholder 32"/>
          <p:cNvSpPr>
            <a:spLocks noGrp="1"/>
          </p:cNvSpPr>
          <p:nvPr>
            <p:ph type="body" sz="quarter" idx="32" hasCustomPrompt="1"/>
          </p:nvPr>
        </p:nvSpPr>
        <p:spPr>
          <a:xfrm>
            <a:off x="7601083" y="4154986"/>
            <a:ext cx="1434514" cy="276985"/>
          </a:xfrm>
        </p:spPr>
        <p:txBody>
          <a:bodyPr>
            <a:spAutoFit/>
          </a:bodyPr>
          <a:lstStyle>
            <a:lvl1pPr algn="ctr">
              <a:defRPr sz="1200" b="1">
                <a:solidFill>
                  <a:schemeClr val="accent6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AU" noProof="0" dirty="0"/>
              <a:t>CONTENT</a:t>
            </a:r>
          </a:p>
        </p:txBody>
      </p:sp>
      <p:sp>
        <p:nvSpPr>
          <p:cNvPr id="15" name="TextBox 14"/>
          <p:cNvSpPr txBox="1"/>
          <p:nvPr userDrawn="1"/>
        </p:nvSpPr>
        <p:spPr>
          <a:xfrm>
            <a:off x="8841432" y="6392361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E8856DA-B77A-4A94-8E84-45BF77D9376B}" type="slidenum">
              <a:rPr lang="en-AU" sz="1200" noProof="0" smtClean="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AU" sz="1200" noProof="0" dirty="0">
              <a:solidFill>
                <a:schemeClr val="accent3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8E3E784B-A5AF-47EB-8B3C-35C787B69F9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504000"/>
            <a:ext cx="8820000" cy="504056"/>
          </a:xfrm>
        </p:spPr>
        <p:txBody>
          <a:bodyPr anchor="ctr" anchorCtr="0"/>
          <a:lstStyle>
            <a:lvl1pPr marL="0" marR="0" indent="0" algn="l" defTabSz="914349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/>
            </a:lvl1pPr>
          </a:lstStyle>
          <a:p>
            <a:pPr lvl="0"/>
            <a:r>
              <a:rPr lang="en-AU" noProof="0" dirty="0"/>
              <a:t>Governing thought</a:t>
            </a:r>
          </a:p>
        </p:txBody>
      </p:sp>
      <p:sp>
        <p:nvSpPr>
          <p:cNvPr id="20" name="Text Placeholder 10">
            <a:extLst>
              <a:ext uri="{FF2B5EF4-FFF2-40B4-BE49-F238E27FC236}">
                <a16:creationId xmlns:a16="http://schemas.microsoft.com/office/drawing/2014/main" id="{50C3F918-7B06-43E6-8C4F-B45521A501D2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40000" y="1008000"/>
            <a:ext cx="8820000" cy="504056"/>
          </a:xfrm>
          <a:prstGeom prst="rect">
            <a:avLst/>
          </a:prstGeom>
        </p:spPr>
        <p:txBody>
          <a:bodyPr anchor="t"/>
          <a:lstStyle>
            <a:lvl1pPr>
              <a:lnSpc>
                <a:spcPct val="90000"/>
              </a:lnSpc>
              <a:defRPr sz="1800">
                <a:solidFill>
                  <a:schemeClr val="bg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  <a:lvl5pPr>
              <a:defRPr/>
            </a:lvl5pPr>
          </a:lstStyle>
          <a:p>
            <a:pPr lvl="0"/>
            <a:r>
              <a:rPr lang="en-AU" noProof="0" dirty="0"/>
              <a:t>Sub title</a:t>
            </a:r>
          </a:p>
        </p:txBody>
      </p:sp>
    </p:spTree>
    <p:extLst>
      <p:ext uri="{BB962C8B-B14F-4D97-AF65-F5344CB8AC3E}">
        <p14:creationId xmlns:p14="http://schemas.microsoft.com/office/powerpoint/2010/main" val="2499376407"/>
      </p:ext>
    </p:extLst>
  </p:cSld>
  <p:clrMapOvr>
    <a:masterClrMapping/>
  </p:clrMapOvr>
</p:sldLayout>
</file>

<file path=ppt/slideLayouts/slideLayout1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 icon panel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751604343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2338" name="think-cell Slide" r:id="rId4" imgW="270" imgH="270" progId="TCLayout.ActiveDocument.1">
                  <p:embed/>
                </p:oleObj>
              </mc:Choice>
              <mc:Fallback>
                <p:oleObj name="think-cell Slide" r:id="rId4" imgW="270" imgH="270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Picture 4"/>
          <p:cNvPicPr>
            <a:picLocks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5339" cy="109703"/>
          </a:xfrm>
          <a:prstGeom prst="rect">
            <a:avLst/>
          </a:prstGeom>
        </p:spPr>
      </p:pic>
      <p:sp>
        <p:nvSpPr>
          <p:cNvPr id="15" name="TextBox 14"/>
          <p:cNvSpPr txBox="1"/>
          <p:nvPr userDrawn="1"/>
        </p:nvSpPr>
        <p:spPr>
          <a:xfrm>
            <a:off x="8841432" y="6392361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E8856DA-B77A-4A94-8E84-45BF77D9376B}" type="slidenum">
              <a:rPr lang="en-AU" sz="1200" noProof="0" smtClean="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AU" sz="1200" noProof="0" dirty="0">
              <a:solidFill>
                <a:schemeClr val="accent3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C0D88815-3A15-4E37-81D8-2952143FD0C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504000"/>
            <a:ext cx="8820000" cy="504056"/>
          </a:xfrm>
        </p:spPr>
        <p:txBody>
          <a:bodyPr anchor="ctr" anchorCtr="0"/>
          <a:lstStyle>
            <a:lvl1pPr marL="0" marR="0" indent="0" algn="l" defTabSz="914349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/>
            </a:lvl1pPr>
          </a:lstStyle>
          <a:p>
            <a:pPr lvl="0"/>
            <a:r>
              <a:rPr lang="en-AU" noProof="0" dirty="0"/>
              <a:t>Governing thought</a:t>
            </a:r>
          </a:p>
        </p:txBody>
      </p:sp>
      <p:sp>
        <p:nvSpPr>
          <p:cNvPr id="20" name="Text Placeholder 10">
            <a:extLst>
              <a:ext uri="{FF2B5EF4-FFF2-40B4-BE49-F238E27FC236}">
                <a16:creationId xmlns:a16="http://schemas.microsoft.com/office/drawing/2014/main" id="{050E46B6-0A76-4E5A-8F25-676FA8C42E3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40000" y="1008000"/>
            <a:ext cx="8820000" cy="504056"/>
          </a:xfrm>
          <a:prstGeom prst="rect">
            <a:avLst/>
          </a:prstGeom>
        </p:spPr>
        <p:txBody>
          <a:bodyPr anchor="t"/>
          <a:lstStyle>
            <a:lvl1pPr>
              <a:lnSpc>
                <a:spcPct val="90000"/>
              </a:lnSpc>
              <a:defRPr sz="1800">
                <a:solidFill>
                  <a:schemeClr val="bg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  <a:lvl5pPr>
              <a:defRPr/>
            </a:lvl5pPr>
          </a:lstStyle>
          <a:p>
            <a:pPr lvl="0"/>
            <a:r>
              <a:rPr lang="en-AU" noProof="0" dirty="0"/>
              <a:t>Sub title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6B10377-A2C4-4C9F-874F-20F1A5329928}"/>
              </a:ext>
            </a:extLst>
          </p:cNvPr>
          <p:cNvSpPr/>
          <p:nvPr userDrawn="1"/>
        </p:nvSpPr>
        <p:spPr>
          <a:xfrm>
            <a:off x="0" y="1728000"/>
            <a:ext cx="9906000" cy="45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AU" noProof="0"/>
          </a:p>
        </p:txBody>
      </p:sp>
      <p:sp>
        <p:nvSpPr>
          <p:cNvPr id="24" name="Picture Placeholder 20">
            <a:extLst>
              <a:ext uri="{FF2B5EF4-FFF2-40B4-BE49-F238E27FC236}">
                <a16:creationId xmlns:a16="http://schemas.microsoft.com/office/drawing/2014/main" id="{84B266B7-C8E5-44B9-81DF-B93391053F9D}"/>
              </a:ext>
            </a:extLst>
          </p:cNvPr>
          <p:cNvSpPr>
            <a:spLocks noGrp="1" noChangeAspect="1"/>
          </p:cNvSpPr>
          <p:nvPr>
            <p:ph type="pic" sz="quarter" idx="10" hasCustomPrompt="1"/>
          </p:nvPr>
        </p:nvSpPr>
        <p:spPr>
          <a:xfrm>
            <a:off x="1223793" y="3356992"/>
            <a:ext cx="540000" cy="540000"/>
          </a:xfrm>
        </p:spPr>
        <p:txBody>
          <a:bodyPr/>
          <a:lstStyle>
            <a:lvl1pPr algn="ctr">
              <a:defRPr sz="1000" b="0" baseline="0">
                <a:solidFill>
                  <a:schemeClr val="bg1"/>
                </a:solidFill>
              </a:defRPr>
            </a:lvl1pPr>
          </a:lstStyle>
          <a:p>
            <a:r>
              <a:rPr lang="en-AU" noProof="0" dirty="0"/>
              <a:t>Icon</a:t>
            </a:r>
          </a:p>
        </p:txBody>
      </p:sp>
      <p:sp>
        <p:nvSpPr>
          <p:cNvPr id="29" name="Text Placeholder 32">
            <a:extLst>
              <a:ext uri="{FF2B5EF4-FFF2-40B4-BE49-F238E27FC236}">
                <a16:creationId xmlns:a16="http://schemas.microsoft.com/office/drawing/2014/main" id="{BB4EB60C-3BFC-4EB9-9940-2969FCCE24E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76536" y="4154986"/>
            <a:ext cx="1434514" cy="276985"/>
          </a:xfrm>
        </p:spPr>
        <p:txBody>
          <a:bodyPr>
            <a:spAutoFit/>
          </a:bodyPr>
          <a:lstStyle>
            <a:lvl1pPr algn="ctr">
              <a:defRPr sz="1200" b="1">
                <a:solidFill>
                  <a:schemeClr val="accent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AU" noProof="0" dirty="0"/>
              <a:t>CONTENT</a:t>
            </a:r>
          </a:p>
        </p:txBody>
      </p:sp>
      <p:sp>
        <p:nvSpPr>
          <p:cNvPr id="32" name="Picture Placeholder 20">
            <a:extLst>
              <a:ext uri="{FF2B5EF4-FFF2-40B4-BE49-F238E27FC236}">
                <a16:creationId xmlns:a16="http://schemas.microsoft.com/office/drawing/2014/main" id="{8731DDFB-791F-4DDC-98EC-AC1EBB6EDDE2}"/>
              </a:ext>
            </a:extLst>
          </p:cNvPr>
          <p:cNvSpPr>
            <a:spLocks noGrp="1" noChangeAspect="1"/>
          </p:cNvSpPr>
          <p:nvPr>
            <p:ph type="pic" sz="quarter" idx="20" hasCustomPrompt="1"/>
          </p:nvPr>
        </p:nvSpPr>
        <p:spPr>
          <a:xfrm>
            <a:off x="3498642" y="3356992"/>
            <a:ext cx="540000" cy="540000"/>
          </a:xfrm>
        </p:spPr>
        <p:txBody>
          <a:bodyPr/>
          <a:lstStyle>
            <a:lvl1pPr algn="ctr">
              <a:defRPr sz="1000" b="0" baseline="0">
                <a:solidFill>
                  <a:schemeClr val="bg1"/>
                </a:solidFill>
              </a:defRPr>
            </a:lvl1pPr>
          </a:lstStyle>
          <a:p>
            <a:r>
              <a:rPr lang="en-AU" noProof="0"/>
              <a:t>Icon</a:t>
            </a:r>
          </a:p>
        </p:txBody>
      </p:sp>
      <p:sp>
        <p:nvSpPr>
          <p:cNvPr id="33" name="Text Placeholder 32">
            <a:extLst>
              <a:ext uri="{FF2B5EF4-FFF2-40B4-BE49-F238E27FC236}">
                <a16:creationId xmlns:a16="http://schemas.microsoft.com/office/drawing/2014/main" id="{64E1AC42-6F3B-4595-A932-22FE51A6B85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051385" y="4154986"/>
            <a:ext cx="1434514" cy="276985"/>
          </a:xfrm>
        </p:spPr>
        <p:txBody>
          <a:bodyPr>
            <a:spAutoFit/>
          </a:bodyPr>
          <a:lstStyle>
            <a:lvl1pPr algn="ctr">
              <a:defRPr sz="1200" b="1">
                <a:solidFill>
                  <a:schemeClr val="accent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AU" noProof="0" dirty="0"/>
              <a:t>CONTENT</a:t>
            </a:r>
          </a:p>
        </p:txBody>
      </p:sp>
      <p:sp>
        <p:nvSpPr>
          <p:cNvPr id="34" name="Picture Placeholder 20">
            <a:extLst>
              <a:ext uri="{FF2B5EF4-FFF2-40B4-BE49-F238E27FC236}">
                <a16:creationId xmlns:a16="http://schemas.microsoft.com/office/drawing/2014/main" id="{2C7AAEED-82FF-4E7C-BFAE-6D89BAA22ABE}"/>
              </a:ext>
            </a:extLst>
          </p:cNvPr>
          <p:cNvSpPr>
            <a:spLocks noGrp="1" noChangeAspect="1"/>
          </p:cNvSpPr>
          <p:nvPr>
            <p:ph type="pic" sz="quarter" idx="22" hasCustomPrompt="1"/>
          </p:nvPr>
        </p:nvSpPr>
        <p:spPr>
          <a:xfrm>
            <a:off x="5773491" y="3356992"/>
            <a:ext cx="540000" cy="540000"/>
          </a:xfrm>
        </p:spPr>
        <p:txBody>
          <a:bodyPr/>
          <a:lstStyle>
            <a:lvl1pPr algn="ctr">
              <a:defRPr sz="1000" b="0" baseline="0">
                <a:solidFill>
                  <a:schemeClr val="bg1"/>
                </a:solidFill>
              </a:defRPr>
            </a:lvl1pPr>
          </a:lstStyle>
          <a:p>
            <a:r>
              <a:rPr lang="en-AU" noProof="0"/>
              <a:t>Icon</a:t>
            </a:r>
          </a:p>
        </p:txBody>
      </p:sp>
      <p:sp>
        <p:nvSpPr>
          <p:cNvPr id="35" name="Text Placeholder 32">
            <a:extLst>
              <a:ext uri="{FF2B5EF4-FFF2-40B4-BE49-F238E27FC236}">
                <a16:creationId xmlns:a16="http://schemas.microsoft.com/office/drawing/2014/main" id="{B0BCB05E-988B-4741-A221-A8D68F356C4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326234" y="4154986"/>
            <a:ext cx="1434514" cy="276985"/>
          </a:xfrm>
        </p:spPr>
        <p:txBody>
          <a:bodyPr>
            <a:spAutoFit/>
          </a:bodyPr>
          <a:lstStyle>
            <a:lvl1pPr algn="ctr">
              <a:defRPr sz="1200" b="1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AU" noProof="0" dirty="0"/>
              <a:t>CONTENT</a:t>
            </a:r>
          </a:p>
        </p:txBody>
      </p:sp>
      <p:sp>
        <p:nvSpPr>
          <p:cNvPr id="36" name="Picture Placeholder 20">
            <a:extLst>
              <a:ext uri="{FF2B5EF4-FFF2-40B4-BE49-F238E27FC236}">
                <a16:creationId xmlns:a16="http://schemas.microsoft.com/office/drawing/2014/main" id="{3CC657C0-767D-49A2-BAE2-7C9760AF5F85}"/>
              </a:ext>
            </a:extLst>
          </p:cNvPr>
          <p:cNvSpPr>
            <a:spLocks noGrp="1" noChangeAspect="1"/>
          </p:cNvSpPr>
          <p:nvPr>
            <p:ph type="pic" sz="quarter" idx="31" hasCustomPrompt="1"/>
          </p:nvPr>
        </p:nvSpPr>
        <p:spPr>
          <a:xfrm>
            <a:off x="8048340" y="3356992"/>
            <a:ext cx="540000" cy="540000"/>
          </a:xfrm>
        </p:spPr>
        <p:txBody>
          <a:bodyPr/>
          <a:lstStyle>
            <a:lvl1pPr algn="ctr">
              <a:defRPr sz="1000" b="0" baseline="0">
                <a:solidFill>
                  <a:schemeClr val="bg1"/>
                </a:solidFill>
              </a:defRPr>
            </a:lvl1pPr>
          </a:lstStyle>
          <a:p>
            <a:r>
              <a:rPr lang="en-AU" noProof="0"/>
              <a:t>Icon</a:t>
            </a:r>
          </a:p>
        </p:txBody>
      </p:sp>
      <p:sp>
        <p:nvSpPr>
          <p:cNvPr id="37" name="Text Placeholder 32">
            <a:extLst>
              <a:ext uri="{FF2B5EF4-FFF2-40B4-BE49-F238E27FC236}">
                <a16:creationId xmlns:a16="http://schemas.microsoft.com/office/drawing/2014/main" id="{D6BC1127-1DDA-4942-862C-5F9C179559D3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601083" y="4154986"/>
            <a:ext cx="1434514" cy="276985"/>
          </a:xfrm>
        </p:spPr>
        <p:txBody>
          <a:bodyPr>
            <a:spAutoFit/>
          </a:bodyPr>
          <a:lstStyle>
            <a:lvl1pPr algn="ctr">
              <a:defRPr sz="1200" b="1">
                <a:solidFill>
                  <a:schemeClr val="accent6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AU" noProof="0" dirty="0"/>
              <a:t>CONTENT</a:t>
            </a:r>
          </a:p>
        </p:txBody>
      </p:sp>
    </p:spTree>
    <p:extLst>
      <p:ext uri="{BB962C8B-B14F-4D97-AF65-F5344CB8AC3E}">
        <p14:creationId xmlns:p14="http://schemas.microsoft.com/office/powerpoint/2010/main" val="3690049620"/>
      </p:ext>
    </p:extLst>
  </p:cSld>
  <p:clrMapOvr>
    <a:masterClrMapping/>
  </p:clrMapOvr>
</p:sldLayout>
</file>

<file path=ppt/slideLayouts/slideLayout1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with icons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679FA6F4-A25A-423A-A8CC-458D821DA987}"/>
              </a:ext>
            </a:extLst>
          </p:cNvPr>
          <p:cNvSpPr/>
          <p:nvPr userDrawn="1"/>
        </p:nvSpPr>
        <p:spPr>
          <a:xfrm>
            <a:off x="0" y="1728000"/>
            <a:ext cx="9906000" cy="45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AU" noProof="0"/>
          </a:p>
        </p:txBody>
      </p:sp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901450698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362" name="think-cell Slide" r:id="rId4" imgW="270" imgH="270" progId="TCLayout.ActiveDocument.1">
                  <p:embed/>
                </p:oleObj>
              </mc:Choice>
              <mc:Fallback>
                <p:oleObj name="think-cell Slide" r:id="rId4" imgW="270" imgH="270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0" name="Picture 19"/>
          <p:cNvPicPr>
            <a:picLocks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5339" cy="109703"/>
          </a:xfrm>
          <a:prstGeom prst="rect">
            <a:avLst/>
          </a:prstGeom>
        </p:spPr>
      </p:pic>
      <p:sp>
        <p:nvSpPr>
          <p:cNvPr id="13" name="Text Placeholder 12"/>
          <p:cNvSpPr>
            <a:spLocks noGrp="1"/>
          </p:cNvSpPr>
          <p:nvPr>
            <p:ph type="body" sz="quarter" idx="12" hasCustomPrompt="1"/>
          </p:nvPr>
        </p:nvSpPr>
        <p:spPr>
          <a:xfrm>
            <a:off x="1296000" y="2407324"/>
            <a:ext cx="3503144" cy="576064"/>
          </a:xfrm>
          <a:prstGeom prst="rect">
            <a:avLst/>
          </a:prstGeom>
          <a:noFill/>
          <a:ln>
            <a:noFill/>
          </a:ln>
        </p:spPr>
        <p:txBody>
          <a:bodyPr lIns="0" tIns="72000" rIns="0" bIns="72000" anchor="ctr"/>
          <a:lstStyle>
            <a:lvl1pPr algn="l">
              <a:defRPr sz="1600">
                <a:solidFill>
                  <a:schemeClr val="accent2"/>
                </a:solidFill>
                <a:latin typeface="Segoe UI Semibold" panose="020B0702040204020203" pitchFamily="34" charset="0"/>
              </a:defRPr>
            </a:lvl1pPr>
          </a:lstStyle>
          <a:p>
            <a:pPr lvl="0"/>
            <a:r>
              <a:rPr lang="en-AU" noProof="0" dirty="0"/>
              <a:t>TITLE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4"/>
          </p:nvPr>
        </p:nvSpPr>
        <p:spPr>
          <a:xfrm>
            <a:off x="539999" y="3127404"/>
            <a:ext cx="4248000" cy="2303999"/>
          </a:xfrm>
          <a:prstGeom prst="rect">
            <a:avLst/>
          </a:prstGeom>
        </p:spPr>
        <p:txBody>
          <a:bodyPr/>
          <a:lstStyle>
            <a:lvl1pPr>
              <a:lnSpc>
                <a:spcPts val="1400"/>
              </a:lnSpc>
              <a:defRPr sz="1200">
                <a:solidFill>
                  <a:schemeClr val="bg1"/>
                </a:solidFill>
              </a:defRPr>
            </a:lvl1pPr>
            <a:lvl2pPr>
              <a:buClrTx/>
              <a:defRPr sz="1200">
                <a:solidFill>
                  <a:schemeClr val="bg1"/>
                </a:solidFill>
              </a:defRPr>
            </a:lvl2pPr>
            <a:lvl3pPr>
              <a:buClrTx/>
              <a:defRPr sz="1200">
                <a:solidFill>
                  <a:schemeClr val="bg1"/>
                </a:solidFill>
              </a:defRPr>
            </a:lvl3pPr>
            <a:lvl4pPr>
              <a:buClrTx/>
              <a:defRPr sz="1200">
                <a:solidFill>
                  <a:schemeClr val="bg1"/>
                </a:solidFill>
              </a:defRPr>
            </a:lvl4pPr>
            <a:lvl5pPr>
              <a:buClrTx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19" name="Picture Placeholder 18"/>
          <p:cNvSpPr>
            <a:spLocks noGrp="1"/>
          </p:cNvSpPr>
          <p:nvPr>
            <p:ph type="pic" sz="quarter" idx="16" hasCustomPrompt="1"/>
          </p:nvPr>
        </p:nvSpPr>
        <p:spPr>
          <a:xfrm>
            <a:off x="540000" y="2407324"/>
            <a:ext cx="540000" cy="540000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AU" noProof="0" dirty="0"/>
              <a:t>Icon</a:t>
            </a:r>
          </a:p>
        </p:txBody>
      </p:sp>
      <p:sp>
        <p:nvSpPr>
          <p:cNvPr id="14" name="TextBox 13"/>
          <p:cNvSpPr txBox="1"/>
          <p:nvPr userDrawn="1"/>
        </p:nvSpPr>
        <p:spPr>
          <a:xfrm>
            <a:off x="8841432" y="6392361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E8856DA-B77A-4A94-8E84-45BF77D9376B}" type="slidenum">
              <a:rPr lang="en-AU" sz="1200" noProof="0" smtClean="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AU" sz="1200" noProof="0">
              <a:solidFill>
                <a:schemeClr val="accent3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BA67FB26-43B3-4024-9647-3543C0CA3B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504000"/>
            <a:ext cx="8820000" cy="504056"/>
          </a:xfrm>
        </p:spPr>
        <p:txBody>
          <a:bodyPr anchor="ctr" anchorCtr="0"/>
          <a:lstStyle>
            <a:lvl1pPr marL="0" marR="0" indent="0" algn="l" defTabSz="914349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/>
            </a:lvl1pPr>
          </a:lstStyle>
          <a:p>
            <a:pPr lvl="0"/>
            <a:r>
              <a:rPr lang="en-AU" noProof="0" dirty="0"/>
              <a:t>Governing thought</a:t>
            </a:r>
          </a:p>
        </p:txBody>
      </p:sp>
      <p:sp>
        <p:nvSpPr>
          <p:cNvPr id="22" name="Text Placeholder 10">
            <a:extLst>
              <a:ext uri="{FF2B5EF4-FFF2-40B4-BE49-F238E27FC236}">
                <a16:creationId xmlns:a16="http://schemas.microsoft.com/office/drawing/2014/main" id="{9957BFF4-0EEE-4EAE-B1F0-8AC871F79A00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40000" y="1008000"/>
            <a:ext cx="8820000" cy="504056"/>
          </a:xfrm>
          <a:prstGeom prst="rect">
            <a:avLst/>
          </a:prstGeom>
        </p:spPr>
        <p:txBody>
          <a:bodyPr anchor="t"/>
          <a:lstStyle>
            <a:lvl1pPr>
              <a:lnSpc>
                <a:spcPct val="90000"/>
              </a:lnSpc>
              <a:defRPr sz="1800">
                <a:solidFill>
                  <a:schemeClr val="bg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  <a:lvl5pPr>
              <a:defRPr/>
            </a:lvl5pPr>
          </a:lstStyle>
          <a:p>
            <a:pPr lvl="0"/>
            <a:r>
              <a:rPr lang="en-AU" noProof="0" dirty="0"/>
              <a:t>Sub title</a:t>
            </a:r>
          </a:p>
        </p:txBody>
      </p:sp>
      <p:sp>
        <p:nvSpPr>
          <p:cNvPr id="27" name="Text Placeholder 12">
            <a:extLst>
              <a:ext uri="{FF2B5EF4-FFF2-40B4-BE49-F238E27FC236}">
                <a16:creationId xmlns:a16="http://schemas.microsoft.com/office/drawing/2014/main" id="{6B15A176-D340-4BC9-8E40-46C708C8DD55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862859" y="2407324"/>
            <a:ext cx="3503144" cy="576064"/>
          </a:xfrm>
          <a:prstGeom prst="rect">
            <a:avLst/>
          </a:prstGeom>
          <a:noFill/>
          <a:ln>
            <a:noFill/>
          </a:ln>
        </p:spPr>
        <p:txBody>
          <a:bodyPr lIns="0" tIns="72000" rIns="0" bIns="72000" anchor="ctr"/>
          <a:lstStyle>
            <a:lvl1pPr algn="l">
              <a:defRPr sz="1600">
                <a:solidFill>
                  <a:schemeClr val="accent3"/>
                </a:solidFill>
                <a:latin typeface="Segoe UI Semibold" panose="020B0702040204020203" pitchFamily="34" charset="0"/>
              </a:defRPr>
            </a:lvl1pPr>
          </a:lstStyle>
          <a:p>
            <a:pPr lvl="0"/>
            <a:r>
              <a:rPr lang="en-AU" noProof="0" dirty="0"/>
              <a:t>TITLE</a:t>
            </a:r>
          </a:p>
        </p:txBody>
      </p:sp>
      <p:sp>
        <p:nvSpPr>
          <p:cNvPr id="28" name="Text Placeholder 15">
            <a:extLst>
              <a:ext uri="{FF2B5EF4-FFF2-40B4-BE49-F238E27FC236}">
                <a16:creationId xmlns:a16="http://schemas.microsoft.com/office/drawing/2014/main" id="{6E40A7D8-DE1B-4855-BA30-18BE38435F3A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106858" y="3127404"/>
            <a:ext cx="4248000" cy="2303999"/>
          </a:xfrm>
          <a:prstGeom prst="rect">
            <a:avLst/>
          </a:prstGeom>
        </p:spPr>
        <p:txBody>
          <a:bodyPr/>
          <a:lstStyle>
            <a:lvl1pPr>
              <a:lnSpc>
                <a:spcPts val="1400"/>
              </a:lnSpc>
              <a:defRPr sz="1200">
                <a:solidFill>
                  <a:schemeClr val="bg1"/>
                </a:solidFill>
              </a:defRPr>
            </a:lvl1pPr>
            <a:lvl2pPr>
              <a:buClrTx/>
              <a:defRPr sz="1200">
                <a:solidFill>
                  <a:schemeClr val="bg1"/>
                </a:solidFill>
              </a:defRPr>
            </a:lvl2pPr>
            <a:lvl3pPr>
              <a:buClrTx/>
              <a:defRPr sz="1200">
                <a:solidFill>
                  <a:schemeClr val="bg1"/>
                </a:solidFill>
              </a:defRPr>
            </a:lvl3pPr>
            <a:lvl4pPr>
              <a:buClrTx/>
              <a:defRPr sz="1200">
                <a:solidFill>
                  <a:schemeClr val="bg1"/>
                </a:solidFill>
              </a:defRPr>
            </a:lvl4pPr>
            <a:lvl5pPr>
              <a:buClrTx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en-AU" noProof="0" dirty="0"/>
          </a:p>
        </p:txBody>
      </p:sp>
      <p:sp>
        <p:nvSpPr>
          <p:cNvPr id="29" name="Picture Placeholder 18">
            <a:extLst>
              <a:ext uri="{FF2B5EF4-FFF2-40B4-BE49-F238E27FC236}">
                <a16:creationId xmlns:a16="http://schemas.microsoft.com/office/drawing/2014/main" id="{63463B01-E7F1-4D75-8E36-5E7AFA05A4E1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5106859" y="2407324"/>
            <a:ext cx="540000" cy="540000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AU" noProof="0"/>
              <a:t>Icon</a:t>
            </a:r>
          </a:p>
        </p:txBody>
      </p:sp>
    </p:spTree>
    <p:extLst>
      <p:ext uri="{BB962C8B-B14F-4D97-AF65-F5344CB8AC3E}">
        <p14:creationId xmlns:p14="http://schemas.microsoft.com/office/powerpoint/2010/main" val="2124219003"/>
      </p:ext>
    </p:extLst>
  </p:cSld>
  <p:clrMapOvr>
    <a:masterClrMapping/>
  </p:clrMapOvr>
</p:sldLayout>
</file>

<file path=ppt/slideLayouts/slideLayout1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with icons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72FD48F6-BE22-4A2D-8B16-730DAC7D1A39}"/>
              </a:ext>
            </a:extLst>
          </p:cNvPr>
          <p:cNvSpPr/>
          <p:nvPr userDrawn="1"/>
        </p:nvSpPr>
        <p:spPr>
          <a:xfrm>
            <a:off x="0" y="1728000"/>
            <a:ext cx="9906000" cy="4572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AU" noProof="0"/>
          </a:p>
        </p:txBody>
      </p:sp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451572030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386" name="think-cell Slide" r:id="rId4" imgW="270" imgH="270" progId="TCLayout.ActiveDocument.1">
                  <p:embed/>
                </p:oleObj>
              </mc:Choice>
              <mc:Fallback>
                <p:oleObj name="think-cell Slide" r:id="rId4" imgW="270" imgH="270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0" name="Picture 19"/>
          <p:cNvPicPr>
            <a:picLocks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5339" cy="109703"/>
          </a:xfrm>
          <a:prstGeom prst="rect">
            <a:avLst/>
          </a:prstGeom>
        </p:spPr>
      </p:pic>
      <p:sp>
        <p:nvSpPr>
          <p:cNvPr id="15" name="TextBox 14"/>
          <p:cNvSpPr txBox="1"/>
          <p:nvPr userDrawn="1"/>
        </p:nvSpPr>
        <p:spPr>
          <a:xfrm>
            <a:off x="8841432" y="6392361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E8856DA-B77A-4A94-8E84-45BF77D9376B}" type="slidenum">
              <a:rPr lang="en-AU" sz="1200" noProof="0" smtClean="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AU" sz="1200" noProof="0">
              <a:solidFill>
                <a:schemeClr val="accent3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1F1C9E52-B9CD-4401-BB40-0C9898E0FE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504000"/>
            <a:ext cx="8820000" cy="504056"/>
          </a:xfrm>
        </p:spPr>
        <p:txBody>
          <a:bodyPr anchor="ctr" anchorCtr="0"/>
          <a:lstStyle>
            <a:lvl1pPr marL="0" marR="0" indent="0" algn="l" defTabSz="914349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/>
            </a:lvl1pPr>
          </a:lstStyle>
          <a:p>
            <a:pPr lvl="0"/>
            <a:r>
              <a:rPr lang="en-AU" noProof="0" dirty="0"/>
              <a:t>Governing thought</a:t>
            </a:r>
          </a:p>
        </p:txBody>
      </p:sp>
      <p:sp>
        <p:nvSpPr>
          <p:cNvPr id="22" name="Text Placeholder 10">
            <a:extLst>
              <a:ext uri="{FF2B5EF4-FFF2-40B4-BE49-F238E27FC236}">
                <a16:creationId xmlns:a16="http://schemas.microsoft.com/office/drawing/2014/main" id="{4AD6FDB2-896B-46F9-A533-C8DF138383D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40000" y="1008000"/>
            <a:ext cx="8820000" cy="504056"/>
          </a:xfrm>
          <a:prstGeom prst="rect">
            <a:avLst/>
          </a:prstGeom>
        </p:spPr>
        <p:txBody>
          <a:bodyPr anchor="t"/>
          <a:lstStyle>
            <a:lvl1pPr>
              <a:lnSpc>
                <a:spcPct val="90000"/>
              </a:lnSpc>
              <a:defRPr sz="1800">
                <a:solidFill>
                  <a:schemeClr val="bg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  <a:lvl5pPr>
              <a:defRPr/>
            </a:lvl5pPr>
          </a:lstStyle>
          <a:p>
            <a:pPr lvl="0"/>
            <a:r>
              <a:rPr lang="en-AU" noProof="0" dirty="0"/>
              <a:t>Sub title</a:t>
            </a:r>
          </a:p>
        </p:txBody>
      </p:sp>
      <p:sp>
        <p:nvSpPr>
          <p:cNvPr id="27" name="Text Placeholder 12">
            <a:extLst>
              <a:ext uri="{FF2B5EF4-FFF2-40B4-BE49-F238E27FC236}">
                <a16:creationId xmlns:a16="http://schemas.microsoft.com/office/drawing/2014/main" id="{67C7C9AC-E4CC-43FD-994F-69FBD83F5D8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96000" y="2407324"/>
            <a:ext cx="3503144" cy="576064"/>
          </a:xfrm>
          <a:prstGeom prst="rect">
            <a:avLst/>
          </a:prstGeom>
          <a:noFill/>
          <a:ln>
            <a:noFill/>
          </a:ln>
        </p:spPr>
        <p:txBody>
          <a:bodyPr lIns="0" tIns="72000" rIns="0" bIns="72000" anchor="ctr"/>
          <a:lstStyle>
            <a:lvl1pPr algn="l">
              <a:defRPr sz="1600">
                <a:solidFill>
                  <a:schemeClr val="accent2"/>
                </a:solidFill>
                <a:latin typeface="Segoe UI Semibold" panose="020B0702040204020203" pitchFamily="34" charset="0"/>
              </a:defRPr>
            </a:lvl1pPr>
          </a:lstStyle>
          <a:p>
            <a:pPr lvl="0"/>
            <a:r>
              <a:rPr lang="en-AU" noProof="0" dirty="0"/>
              <a:t>TITLE</a:t>
            </a:r>
          </a:p>
        </p:txBody>
      </p:sp>
      <p:sp>
        <p:nvSpPr>
          <p:cNvPr id="28" name="Text Placeholder 15">
            <a:extLst>
              <a:ext uri="{FF2B5EF4-FFF2-40B4-BE49-F238E27FC236}">
                <a16:creationId xmlns:a16="http://schemas.microsoft.com/office/drawing/2014/main" id="{5E08F39A-69C7-497A-9177-FCA99A264C8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39999" y="3127404"/>
            <a:ext cx="4248000" cy="2303999"/>
          </a:xfrm>
          <a:prstGeom prst="rect">
            <a:avLst/>
          </a:prstGeom>
        </p:spPr>
        <p:txBody>
          <a:bodyPr/>
          <a:lstStyle>
            <a:lvl1pPr>
              <a:lnSpc>
                <a:spcPts val="1400"/>
              </a:lnSpc>
              <a:defRPr sz="1200">
                <a:solidFill>
                  <a:schemeClr val="bg2"/>
                </a:solidFill>
              </a:defRPr>
            </a:lvl1pPr>
            <a:lvl2pPr>
              <a:buClrTx/>
              <a:defRPr sz="1200">
                <a:solidFill>
                  <a:schemeClr val="bg2"/>
                </a:solidFill>
              </a:defRPr>
            </a:lvl2pPr>
            <a:lvl3pPr>
              <a:buClrTx/>
              <a:defRPr sz="1200">
                <a:solidFill>
                  <a:schemeClr val="bg2"/>
                </a:solidFill>
              </a:defRPr>
            </a:lvl3pPr>
            <a:lvl4pPr>
              <a:buClrTx/>
              <a:defRPr sz="1200">
                <a:solidFill>
                  <a:schemeClr val="bg2"/>
                </a:solidFill>
              </a:defRPr>
            </a:lvl4pPr>
            <a:lvl5pPr>
              <a:buClrTx/>
              <a:defRPr sz="12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29" name="Picture Placeholder 18">
            <a:extLst>
              <a:ext uri="{FF2B5EF4-FFF2-40B4-BE49-F238E27FC236}">
                <a16:creationId xmlns:a16="http://schemas.microsoft.com/office/drawing/2014/main" id="{4423DA73-D7E1-410B-9B7D-D85A346861F3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540000" y="2407324"/>
            <a:ext cx="540000" cy="540000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chemeClr val="bg2"/>
                </a:solidFill>
              </a:defRPr>
            </a:lvl1pPr>
          </a:lstStyle>
          <a:p>
            <a:r>
              <a:rPr lang="en-AU" noProof="0" dirty="0"/>
              <a:t>Icon</a:t>
            </a:r>
          </a:p>
        </p:txBody>
      </p:sp>
      <p:sp>
        <p:nvSpPr>
          <p:cNvPr id="30" name="Text Placeholder 12">
            <a:extLst>
              <a:ext uri="{FF2B5EF4-FFF2-40B4-BE49-F238E27FC236}">
                <a16:creationId xmlns:a16="http://schemas.microsoft.com/office/drawing/2014/main" id="{DC70C639-9D94-4586-8C07-63AAC55A456C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862859" y="2407324"/>
            <a:ext cx="3503144" cy="576064"/>
          </a:xfrm>
          <a:prstGeom prst="rect">
            <a:avLst/>
          </a:prstGeom>
          <a:noFill/>
          <a:ln>
            <a:noFill/>
          </a:ln>
        </p:spPr>
        <p:txBody>
          <a:bodyPr lIns="0" tIns="72000" rIns="0" bIns="72000" anchor="ctr"/>
          <a:lstStyle>
            <a:lvl1pPr algn="l">
              <a:defRPr sz="1600">
                <a:solidFill>
                  <a:schemeClr val="accent3"/>
                </a:solidFill>
                <a:latin typeface="Segoe UI Semibold" panose="020B0702040204020203" pitchFamily="34" charset="0"/>
              </a:defRPr>
            </a:lvl1pPr>
          </a:lstStyle>
          <a:p>
            <a:pPr lvl="0"/>
            <a:r>
              <a:rPr lang="en-AU" noProof="0" dirty="0"/>
              <a:t>TITLE</a:t>
            </a:r>
          </a:p>
        </p:txBody>
      </p:sp>
      <p:sp>
        <p:nvSpPr>
          <p:cNvPr id="31" name="Text Placeholder 15">
            <a:extLst>
              <a:ext uri="{FF2B5EF4-FFF2-40B4-BE49-F238E27FC236}">
                <a16:creationId xmlns:a16="http://schemas.microsoft.com/office/drawing/2014/main" id="{D4426E01-3406-437A-A660-9AFCB6CD33A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106858" y="3127404"/>
            <a:ext cx="4248000" cy="2303999"/>
          </a:xfrm>
          <a:prstGeom prst="rect">
            <a:avLst/>
          </a:prstGeom>
        </p:spPr>
        <p:txBody>
          <a:bodyPr/>
          <a:lstStyle>
            <a:lvl1pPr>
              <a:lnSpc>
                <a:spcPts val="1400"/>
              </a:lnSpc>
              <a:defRPr sz="1200">
                <a:solidFill>
                  <a:schemeClr val="bg2"/>
                </a:solidFill>
              </a:defRPr>
            </a:lvl1pPr>
            <a:lvl2pPr>
              <a:buClrTx/>
              <a:defRPr sz="1200">
                <a:solidFill>
                  <a:schemeClr val="bg2"/>
                </a:solidFill>
              </a:defRPr>
            </a:lvl2pPr>
            <a:lvl3pPr>
              <a:buClrTx/>
              <a:defRPr sz="1200">
                <a:solidFill>
                  <a:schemeClr val="bg2"/>
                </a:solidFill>
              </a:defRPr>
            </a:lvl3pPr>
            <a:lvl4pPr>
              <a:buClrTx/>
              <a:defRPr sz="1200">
                <a:solidFill>
                  <a:schemeClr val="bg2"/>
                </a:solidFill>
              </a:defRPr>
            </a:lvl4pPr>
            <a:lvl5pPr>
              <a:buClrTx/>
              <a:defRPr sz="12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32" name="Picture Placeholder 18">
            <a:extLst>
              <a:ext uri="{FF2B5EF4-FFF2-40B4-BE49-F238E27FC236}">
                <a16:creationId xmlns:a16="http://schemas.microsoft.com/office/drawing/2014/main" id="{A8408330-9564-42D2-A483-7F342A20BBA9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5106859" y="2407324"/>
            <a:ext cx="540000" cy="540000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chemeClr val="bg2"/>
                </a:solidFill>
              </a:defRPr>
            </a:lvl1pPr>
          </a:lstStyle>
          <a:p>
            <a:r>
              <a:rPr lang="en-AU" noProof="0"/>
              <a:t>Icon</a:t>
            </a:r>
          </a:p>
        </p:txBody>
      </p:sp>
    </p:spTree>
    <p:extLst>
      <p:ext uri="{BB962C8B-B14F-4D97-AF65-F5344CB8AC3E}">
        <p14:creationId xmlns:p14="http://schemas.microsoft.com/office/powerpoint/2010/main" val="3288090558"/>
      </p:ext>
    </p:extLst>
  </p:cSld>
  <p:clrMapOvr>
    <a:masterClrMapping/>
  </p:clrMapOvr>
</p:sldLayout>
</file>

<file path=ppt/slideLayouts/slideLayout1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/>
          <p:nvPr userDrawn="1"/>
        </p:nvSpPr>
        <p:spPr>
          <a:xfrm>
            <a:off x="27" y="107999"/>
            <a:ext cx="4520925" cy="67536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AU" noProof="0"/>
          </a:p>
        </p:txBody>
      </p:sp>
      <p:pic>
        <p:nvPicPr>
          <p:cNvPr id="18" name="Picture 17"/>
          <p:cNvPicPr>
            <a:picLocks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5339" cy="109703"/>
          </a:xfrm>
          <a:prstGeom prst="rect">
            <a:avLst/>
          </a:prstGeom>
        </p:spPr>
      </p:pic>
      <p:sp>
        <p:nvSpPr>
          <p:cNvPr id="16" name="TextBox 15"/>
          <p:cNvSpPr txBox="1"/>
          <p:nvPr userDrawn="1"/>
        </p:nvSpPr>
        <p:spPr>
          <a:xfrm>
            <a:off x="8841432" y="6392361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E8856DA-B77A-4A94-8E84-45BF77D9376B}" type="slidenum">
              <a:rPr lang="en-AU" sz="1200" noProof="0" smtClean="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AU" sz="1200" noProof="0" dirty="0">
              <a:solidFill>
                <a:schemeClr val="accent3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2" name="Picture Placeholder 2">
            <a:extLst>
              <a:ext uri="{FF2B5EF4-FFF2-40B4-BE49-F238E27FC236}">
                <a16:creationId xmlns:a16="http://schemas.microsoft.com/office/drawing/2014/main" id="{DF08FEA0-E848-4D06-AC24-5D7D512D1FAB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540000" y="697443"/>
            <a:ext cx="540000" cy="540000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AU" noProof="0" dirty="0"/>
              <a:t>Icon</a:t>
            </a:r>
          </a:p>
        </p:txBody>
      </p:sp>
      <p:sp>
        <p:nvSpPr>
          <p:cNvPr id="33" name="Picture Placeholder 2">
            <a:extLst>
              <a:ext uri="{FF2B5EF4-FFF2-40B4-BE49-F238E27FC236}">
                <a16:creationId xmlns:a16="http://schemas.microsoft.com/office/drawing/2014/main" id="{A3F9CF54-5DC7-445D-86FF-1E5F1EAE09CF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540000" y="2772948"/>
            <a:ext cx="540000" cy="540000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AU" noProof="0"/>
              <a:t>Icon</a:t>
            </a:r>
          </a:p>
        </p:txBody>
      </p:sp>
      <p:sp>
        <p:nvSpPr>
          <p:cNvPr id="34" name="Picture Placeholder 2">
            <a:extLst>
              <a:ext uri="{FF2B5EF4-FFF2-40B4-BE49-F238E27FC236}">
                <a16:creationId xmlns:a16="http://schemas.microsoft.com/office/drawing/2014/main" id="{128D66A2-D714-4189-8A75-377039373482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540000" y="4841850"/>
            <a:ext cx="540000" cy="540000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AU" noProof="0" dirty="0"/>
              <a:t>Icon</a:t>
            </a:r>
          </a:p>
        </p:txBody>
      </p:sp>
      <p:sp>
        <p:nvSpPr>
          <p:cNvPr id="35" name="Text Placeholder 4">
            <a:extLst>
              <a:ext uri="{FF2B5EF4-FFF2-40B4-BE49-F238E27FC236}">
                <a16:creationId xmlns:a16="http://schemas.microsoft.com/office/drawing/2014/main" id="{B3ABDF27-B479-4138-951F-CD8E603BB83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440000" y="769451"/>
            <a:ext cx="2376487" cy="387350"/>
          </a:xfrm>
          <a:prstGeom prst="rect">
            <a:avLst/>
          </a:prstGeom>
        </p:spPr>
        <p:txBody>
          <a:bodyPr/>
          <a:lstStyle>
            <a:lvl1pPr>
              <a:lnSpc>
                <a:spcPct val="90000"/>
              </a:lnSpc>
              <a:defRPr sz="2400">
                <a:solidFill>
                  <a:schemeClr val="accent2"/>
                </a:solidFill>
                <a:latin typeface="Segoe UI Semibold" panose="020B0702040204020203" pitchFamily="34" charset="0"/>
              </a:defRPr>
            </a:lvl1pPr>
          </a:lstStyle>
          <a:p>
            <a:pPr lvl="0"/>
            <a:r>
              <a:rPr lang="en-AU" noProof="0" dirty="0"/>
              <a:t>Title</a:t>
            </a:r>
          </a:p>
        </p:txBody>
      </p:sp>
      <p:sp>
        <p:nvSpPr>
          <p:cNvPr id="36" name="Text Placeholder 4">
            <a:extLst>
              <a:ext uri="{FF2B5EF4-FFF2-40B4-BE49-F238E27FC236}">
                <a16:creationId xmlns:a16="http://schemas.microsoft.com/office/drawing/2014/main" id="{852D9626-973E-4FC9-9F46-24861CFB81C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440000" y="1156008"/>
            <a:ext cx="2376487" cy="313918"/>
          </a:xfrm>
          <a:prstGeom prst="rect">
            <a:avLst/>
          </a:prstGeom>
        </p:spPr>
        <p:txBody>
          <a:bodyPr>
            <a:spAutoFit/>
          </a:bodyPr>
          <a:lstStyle>
            <a:lvl1pPr>
              <a:lnSpc>
                <a:spcPct val="90000"/>
              </a:lnSpc>
              <a:defRPr sz="1600">
                <a:solidFill>
                  <a:schemeClr val="accent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AU" noProof="0" dirty="0"/>
              <a:t>Sub title</a:t>
            </a:r>
          </a:p>
        </p:txBody>
      </p:sp>
      <p:sp>
        <p:nvSpPr>
          <p:cNvPr id="37" name="Text Placeholder 4">
            <a:extLst>
              <a:ext uri="{FF2B5EF4-FFF2-40B4-BE49-F238E27FC236}">
                <a16:creationId xmlns:a16="http://schemas.microsoft.com/office/drawing/2014/main" id="{50C3271B-A8AC-4160-A580-75E5539702B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440000" y="2844857"/>
            <a:ext cx="2376487" cy="387350"/>
          </a:xfrm>
          <a:prstGeom prst="rect">
            <a:avLst/>
          </a:prstGeom>
        </p:spPr>
        <p:txBody>
          <a:bodyPr/>
          <a:lstStyle>
            <a:lvl1pPr>
              <a:lnSpc>
                <a:spcPct val="90000"/>
              </a:lnSpc>
              <a:defRPr sz="2400">
                <a:solidFill>
                  <a:schemeClr val="accent3"/>
                </a:solidFill>
                <a:latin typeface="Segoe UI Semibold" panose="020B0702040204020203" pitchFamily="34" charset="0"/>
              </a:defRPr>
            </a:lvl1pPr>
          </a:lstStyle>
          <a:p>
            <a:pPr lvl="0"/>
            <a:r>
              <a:rPr lang="en-AU" noProof="0" dirty="0"/>
              <a:t>Title</a:t>
            </a:r>
          </a:p>
        </p:txBody>
      </p:sp>
      <p:sp>
        <p:nvSpPr>
          <p:cNvPr id="38" name="Text Placeholder 4">
            <a:extLst>
              <a:ext uri="{FF2B5EF4-FFF2-40B4-BE49-F238E27FC236}">
                <a16:creationId xmlns:a16="http://schemas.microsoft.com/office/drawing/2014/main" id="{BA86F39B-CF2C-46BE-9827-FA919C830F9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440000" y="3231414"/>
            <a:ext cx="2376487" cy="313918"/>
          </a:xfrm>
          <a:prstGeom prst="rect">
            <a:avLst/>
          </a:prstGeom>
        </p:spPr>
        <p:txBody>
          <a:bodyPr>
            <a:spAutoFit/>
          </a:bodyPr>
          <a:lstStyle>
            <a:lvl1pPr>
              <a:lnSpc>
                <a:spcPct val="90000"/>
              </a:lnSpc>
              <a:defRPr sz="160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AU" noProof="0" dirty="0"/>
              <a:t>Sub title</a:t>
            </a:r>
          </a:p>
        </p:txBody>
      </p:sp>
      <p:sp>
        <p:nvSpPr>
          <p:cNvPr id="39" name="Text Placeholder 4">
            <a:extLst>
              <a:ext uri="{FF2B5EF4-FFF2-40B4-BE49-F238E27FC236}">
                <a16:creationId xmlns:a16="http://schemas.microsoft.com/office/drawing/2014/main" id="{0095A550-183D-459A-88CC-D96686B3AE7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440000" y="4913858"/>
            <a:ext cx="2376487" cy="387350"/>
          </a:xfrm>
          <a:prstGeom prst="rect">
            <a:avLst/>
          </a:prstGeom>
        </p:spPr>
        <p:txBody>
          <a:bodyPr/>
          <a:lstStyle>
            <a:lvl1pPr>
              <a:lnSpc>
                <a:spcPct val="90000"/>
              </a:lnSpc>
              <a:defRPr sz="2400">
                <a:solidFill>
                  <a:schemeClr val="accent4"/>
                </a:solidFill>
                <a:latin typeface="Segoe UI Semibold" panose="020B0702040204020203" pitchFamily="34" charset="0"/>
              </a:defRPr>
            </a:lvl1pPr>
          </a:lstStyle>
          <a:p>
            <a:pPr lvl="0"/>
            <a:r>
              <a:rPr lang="en-AU" noProof="0" dirty="0"/>
              <a:t>Title</a:t>
            </a:r>
          </a:p>
        </p:txBody>
      </p:sp>
      <p:sp>
        <p:nvSpPr>
          <p:cNvPr id="40" name="Text Placeholder 4">
            <a:extLst>
              <a:ext uri="{FF2B5EF4-FFF2-40B4-BE49-F238E27FC236}">
                <a16:creationId xmlns:a16="http://schemas.microsoft.com/office/drawing/2014/main" id="{E6FF01E6-12EF-4CD6-8180-0FB273040358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440000" y="5300415"/>
            <a:ext cx="2376487" cy="313918"/>
          </a:xfrm>
          <a:prstGeom prst="rect">
            <a:avLst/>
          </a:prstGeom>
        </p:spPr>
        <p:txBody>
          <a:bodyPr>
            <a:spAutoFit/>
          </a:bodyPr>
          <a:lstStyle>
            <a:lvl1pPr>
              <a:lnSpc>
                <a:spcPct val="90000"/>
              </a:lnSpc>
              <a:defRPr sz="1600">
                <a:solidFill>
                  <a:schemeClr val="accent4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AU" noProof="0" dirty="0"/>
              <a:t>Sub title</a:t>
            </a:r>
          </a:p>
        </p:txBody>
      </p:sp>
      <p:sp>
        <p:nvSpPr>
          <p:cNvPr id="41" name="Text Placeholder 7">
            <a:extLst>
              <a:ext uri="{FF2B5EF4-FFF2-40B4-BE49-F238E27FC236}">
                <a16:creationId xmlns:a16="http://schemas.microsoft.com/office/drawing/2014/main" id="{11CB449C-8B66-46CF-BDFD-27D46DB22B5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952669" y="766242"/>
            <a:ext cx="4466107" cy="1220833"/>
          </a:xfrm>
          <a:prstGeom prst="rect">
            <a:avLst/>
          </a:prstGeom>
        </p:spPr>
        <p:txBody>
          <a:bodyPr anchor="t">
            <a:spAutoFit/>
          </a:bodyPr>
          <a:lstStyle>
            <a:lvl1pPr>
              <a:defRPr sz="1200">
                <a:solidFill>
                  <a:schemeClr val="bg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  <a:lvl2pPr>
              <a:buClrTx/>
              <a:defRPr sz="1200">
                <a:solidFill>
                  <a:schemeClr val="bg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2pPr>
            <a:lvl3pPr>
              <a:buClrTx/>
              <a:defRPr sz="1200">
                <a:solidFill>
                  <a:schemeClr val="bg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3pPr>
            <a:lvl4pPr>
              <a:buClrTx/>
              <a:defRPr sz="1200">
                <a:solidFill>
                  <a:schemeClr val="bg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4pPr>
            <a:lvl5pPr>
              <a:buClrTx/>
              <a:defRPr sz="1200">
                <a:solidFill>
                  <a:schemeClr val="bg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en-AU" noProof="0" dirty="0"/>
          </a:p>
        </p:txBody>
      </p:sp>
      <p:sp>
        <p:nvSpPr>
          <p:cNvPr id="42" name="Text Placeholder 7">
            <a:extLst>
              <a:ext uri="{FF2B5EF4-FFF2-40B4-BE49-F238E27FC236}">
                <a16:creationId xmlns:a16="http://schemas.microsoft.com/office/drawing/2014/main" id="{727F2B71-EF06-4DD8-8BAD-D06FD4082E7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952669" y="2841139"/>
            <a:ext cx="4466107" cy="1220833"/>
          </a:xfrm>
          <a:prstGeom prst="rect">
            <a:avLst/>
          </a:prstGeom>
        </p:spPr>
        <p:txBody>
          <a:bodyPr anchor="ctr" anchorCtr="0">
            <a:spAutoFit/>
          </a:bodyPr>
          <a:lstStyle>
            <a:lvl1pPr>
              <a:defRPr sz="1200">
                <a:solidFill>
                  <a:schemeClr val="bg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  <a:lvl2pPr>
              <a:buClrTx/>
              <a:defRPr sz="1200">
                <a:solidFill>
                  <a:schemeClr val="bg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2pPr>
            <a:lvl3pPr>
              <a:buClrTx/>
              <a:defRPr sz="1200">
                <a:solidFill>
                  <a:schemeClr val="bg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3pPr>
            <a:lvl4pPr>
              <a:buClrTx/>
              <a:defRPr sz="1200">
                <a:solidFill>
                  <a:schemeClr val="bg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4pPr>
            <a:lvl5pPr>
              <a:buClrTx/>
              <a:defRPr sz="1200">
                <a:solidFill>
                  <a:schemeClr val="bg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en-AU" noProof="0" dirty="0"/>
          </a:p>
        </p:txBody>
      </p:sp>
      <p:sp>
        <p:nvSpPr>
          <p:cNvPr id="43" name="Text Placeholder 7">
            <a:extLst>
              <a:ext uri="{FF2B5EF4-FFF2-40B4-BE49-F238E27FC236}">
                <a16:creationId xmlns:a16="http://schemas.microsoft.com/office/drawing/2014/main" id="{F8479EC0-E919-42CE-9E11-CEDE84C209E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952669" y="4910169"/>
            <a:ext cx="4466107" cy="1220833"/>
          </a:xfrm>
          <a:prstGeom prst="rect">
            <a:avLst/>
          </a:prstGeom>
        </p:spPr>
        <p:txBody>
          <a:bodyPr anchor="ctr" anchorCtr="0">
            <a:spAutoFit/>
          </a:bodyPr>
          <a:lstStyle>
            <a:lvl1pPr>
              <a:defRPr sz="1200">
                <a:solidFill>
                  <a:schemeClr val="bg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  <a:lvl2pPr>
              <a:buClrTx/>
              <a:defRPr sz="1200">
                <a:solidFill>
                  <a:schemeClr val="bg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2pPr>
            <a:lvl3pPr>
              <a:buClrTx/>
              <a:defRPr sz="1200">
                <a:solidFill>
                  <a:schemeClr val="bg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3pPr>
            <a:lvl4pPr>
              <a:buClrTx/>
              <a:defRPr sz="1200">
                <a:solidFill>
                  <a:schemeClr val="bg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4pPr>
            <a:lvl5pPr>
              <a:buClrTx/>
              <a:defRPr sz="1200">
                <a:solidFill>
                  <a:schemeClr val="bg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en-AU" noProof="0" dirty="0"/>
          </a:p>
        </p:txBody>
      </p:sp>
    </p:spTree>
    <p:extLst>
      <p:ext uri="{BB962C8B-B14F-4D97-AF65-F5344CB8AC3E}">
        <p14:creationId xmlns:p14="http://schemas.microsoft.com/office/powerpoint/2010/main" val="1812571650"/>
      </p:ext>
    </p:extLst>
  </p:cSld>
  <p:clrMapOvr>
    <a:masterClrMapping/>
  </p:clrMapOvr>
</p:sldLayout>
</file>

<file path=ppt/slideLayouts/slideLayout1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/>
          <p:cNvPicPr>
            <a:picLocks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5339" cy="109703"/>
          </a:xfrm>
          <a:prstGeom prst="rect">
            <a:avLst/>
          </a:prstGeom>
        </p:spPr>
      </p:pic>
      <p:sp>
        <p:nvSpPr>
          <p:cNvPr id="16" name="TextBox 15"/>
          <p:cNvSpPr txBox="1"/>
          <p:nvPr userDrawn="1"/>
        </p:nvSpPr>
        <p:spPr>
          <a:xfrm>
            <a:off x="8841432" y="6392361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E8856DA-B77A-4A94-8E84-45BF77D9376B}" type="slidenum">
              <a:rPr lang="en-AU" sz="1200" noProof="0" smtClean="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AU" sz="1200" noProof="0" dirty="0">
              <a:solidFill>
                <a:schemeClr val="accent3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B5E5304-04E7-46B3-9316-7431E15B869A}"/>
              </a:ext>
            </a:extLst>
          </p:cNvPr>
          <p:cNvSpPr/>
          <p:nvPr userDrawn="1"/>
        </p:nvSpPr>
        <p:spPr>
          <a:xfrm>
            <a:off x="27" y="107999"/>
            <a:ext cx="4520925" cy="67536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AU" noProof="0"/>
          </a:p>
        </p:txBody>
      </p:sp>
      <p:sp>
        <p:nvSpPr>
          <p:cNvPr id="29" name="Picture Placeholder 2">
            <a:extLst>
              <a:ext uri="{FF2B5EF4-FFF2-40B4-BE49-F238E27FC236}">
                <a16:creationId xmlns:a16="http://schemas.microsoft.com/office/drawing/2014/main" id="{24EC9722-6BA8-43D0-9D68-BAD0F9DE0219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540000" y="697443"/>
            <a:ext cx="540000" cy="540000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chemeClr val="bg2"/>
                </a:solidFill>
              </a:defRPr>
            </a:lvl1pPr>
          </a:lstStyle>
          <a:p>
            <a:r>
              <a:rPr lang="en-AU" noProof="0" dirty="0"/>
              <a:t>Icon</a:t>
            </a:r>
          </a:p>
        </p:txBody>
      </p:sp>
      <p:sp>
        <p:nvSpPr>
          <p:cNvPr id="30" name="Picture Placeholder 2">
            <a:extLst>
              <a:ext uri="{FF2B5EF4-FFF2-40B4-BE49-F238E27FC236}">
                <a16:creationId xmlns:a16="http://schemas.microsoft.com/office/drawing/2014/main" id="{0D67318D-F85D-42FC-9252-F87EC0D9251E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540000" y="2772948"/>
            <a:ext cx="540000" cy="540000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chemeClr val="bg2"/>
                </a:solidFill>
              </a:defRPr>
            </a:lvl1pPr>
          </a:lstStyle>
          <a:p>
            <a:r>
              <a:rPr lang="en-AU" noProof="0"/>
              <a:t>Icon</a:t>
            </a:r>
          </a:p>
        </p:txBody>
      </p:sp>
      <p:sp>
        <p:nvSpPr>
          <p:cNvPr id="32" name="Picture Placeholder 2">
            <a:extLst>
              <a:ext uri="{FF2B5EF4-FFF2-40B4-BE49-F238E27FC236}">
                <a16:creationId xmlns:a16="http://schemas.microsoft.com/office/drawing/2014/main" id="{885FDA96-1159-404B-9DBF-54A7CBC2A4E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540000" y="4841850"/>
            <a:ext cx="540000" cy="540000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chemeClr val="bg2"/>
                </a:solidFill>
              </a:defRPr>
            </a:lvl1pPr>
          </a:lstStyle>
          <a:p>
            <a:r>
              <a:rPr lang="en-AU" noProof="0" dirty="0"/>
              <a:t>Icon</a:t>
            </a:r>
          </a:p>
        </p:txBody>
      </p:sp>
      <p:sp>
        <p:nvSpPr>
          <p:cNvPr id="33" name="Text Placeholder 4">
            <a:extLst>
              <a:ext uri="{FF2B5EF4-FFF2-40B4-BE49-F238E27FC236}">
                <a16:creationId xmlns:a16="http://schemas.microsoft.com/office/drawing/2014/main" id="{AB58DC58-16E0-4411-B9CE-051FF0CB0CB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440000" y="769451"/>
            <a:ext cx="2376487" cy="387350"/>
          </a:xfrm>
          <a:prstGeom prst="rect">
            <a:avLst/>
          </a:prstGeom>
        </p:spPr>
        <p:txBody>
          <a:bodyPr/>
          <a:lstStyle>
            <a:lvl1pPr>
              <a:lnSpc>
                <a:spcPct val="90000"/>
              </a:lnSpc>
              <a:defRPr sz="2400">
                <a:solidFill>
                  <a:schemeClr val="tx2"/>
                </a:solidFill>
                <a:latin typeface="Segoe UI Semibold" panose="020B0702040204020203" pitchFamily="34" charset="0"/>
              </a:defRPr>
            </a:lvl1pPr>
          </a:lstStyle>
          <a:p>
            <a:pPr lvl="0"/>
            <a:r>
              <a:rPr lang="en-AU" noProof="0" dirty="0"/>
              <a:t>Title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2090E9C3-9848-465D-BA3A-4C452C5ADBE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440000" y="1156008"/>
            <a:ext cx="2376487" cy="313918"/>
          </a:xfrm>
          <a:prstGeom prst="rect">
            <a:avLst/>
          </a:prstGeom>
        </p:spPr>
        <p:txBody>
          <a:bodyPr>
            <a:spAutoFit/>
          </a:bodyPr>
          <a:lstStyle>
            <a:lvl1pPr>
              <a:lnSpc>
                <a:spcPct val="90000"/>
              </a:lnSpc>
              <a:defRPr sz="1600">
                <a:solidFill>
                  <a:schemeClr val="tx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AU" noProof="0" dirty="0"/>
              <a:t>Sub title</a:t>
            </a:r>
          </a:p>
        </p:txBody>
      </p:sp>
      <p:sp>
        <p:nvSpPr>
          <p:cNvPr id="35" name="Text Placeholder 4">
            <a:extLst>
              <a:ext uri="{FF2B5EF4-FFF2-40B4-BE49-F238E27FC236}">
                <a16:creationId xmlns:a16="http://schemas.microsoft.com/office/drawing/2014/main" id="{0C26969D-6B5D-458B-8028-E7EF21E847F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440000" y="2844857"/>
            <a:ext cx="2376487" cy="387350"/>
          </a:xfrm>
          <a:prstGeom prst="rect">
            <a:avLst/>
          </a:prstGeom>
        </p:spPr>
        <p:txBody>
          <a:bodyPr/>
          <a:lstStyle>
            <a:lvl1pPr>
              <a:lnSpc>
                <a:spcPct val="90000"/>
              </a:lnSpc>
              <a:defRPr sz="2400">
                <a:solidFill>
                  <a:srgbClr val="2C71B5"/>
                </a:solidFill>
                <a:latin typeface="Segoe UI Semibold" panose="020B0702040204020203" pitchFamily="34" charset="0"/>
              </a:defRPr>
            </a:lvl1pPr>
          </a:lstStyle>
          <a:p>
            <a:pPr lvl="0"/>
            <a:r>
              <a:rPr lang="en-AU" noProof="0" dirty="0"/>
              <a:t>Title</a:t>
            </a:r>
          </a:p>
        </p:txBody>
      </p:sp>
      <p:sp>
        <p:nvSpPr>
          <p:cNvPr id="36" name="Text Placeholder 4">
            <a:extLst>
              <a:ext uri="{FF2B5EF4-FFF2-40B4-BE49-F238E27FC236}">
                <a16:creationId xmlns:a16="http://schemas.microsoft.com/office/drawing/2014/main" id="{D8073ABE-37CF-4ADE-AB24-A4635CBBFA3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440000" y="3231414"/>
            <a:ext cx="2376487" cy="313918"/>
          </a:xfrm>
          <a:prstGeom prst="rect">
            <a:avLst/>
          </a:prstGeom>
        </p:spPr>
        <p:txBody>
          <a:bodyPr>
            <a:spAutoFit/>
          </a:bodyPr>
          <a:lstStyle>
            <a:lvl1pPr>
              <a:lnSpc>
                <a:spcPct val="90000"/>
              </a:lnSpc>
              <a:defRPr sz="1600">
                <a:solidFill>
                  <a:srgbClr val="2C71B5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AU" noProof="0" dirty="0"/>
              <a:t>Sub title</a:t>
            </a:r>
          </a:p>
        </p:txBody>
      </p:sp>
      <p:sp>
        <p:nvSpPr>
          <p:cNvPr id="37" name="Text Placeholder 4">
            <a:extLst>
              <a:ext uri="{FF2B5EF4-FFF2-40B4-BE49-F238E27FC236}">
                <a16:creationId xmlns:a16="http://schemas.microsoft.com/office/drawing/2014/main" id="{6A9EC94B-F83C-4453-872D-A6AB259E46C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440000" y="4913858"/>
            <a:ext cx="2376487" cy="387350"/>
          </a:xfrm>
          <a:prstGeom prst="rect">
            <a:avLst/>
          </a:prstGeom>
        </p:spPr>
        <p:txBody>
          <a:bodyPr/>
          <a:lstStyle>
            <a:lvl1pPr>
              <a:lnSpc>
                <a:spcPct val="90000"/>
              </a:lnSpc>
              <a:defRPr sz="2400">
                <a:solidFill>
                  <a:schemeClr val="accent6"/>
                </a:solidFill>
                <a:latin typeface="Segoe UI Semibold" panose="020B0702040204020203" pitchFamily="34" charset="0"/>
              </a:defRPr>
            </a:lvl1pPr>
          </a:lstStyle>
          <a:p>
            <a:pPr lvl="0"/>
            <a:r>
              <a:rPr lang="en-AU" noProof="0" dirty="0"/>
              <a:t>Title</a:t>
            </a:r>
          </a:p>
        </p:txBody>
      </p:sp>
      <p:sp>
        <p:nvSpPr>
          <p:cNvPr id="38" name="Text Placeholder 4">
            <a:extLst>
              <a:ext uri="{FF2B5EF4-FFF2-40B4-BE49-F238E27FC236}">
                <a16:creationId xmlns:a16="http://schemas.microsoft.com/office/drawing/2014/main" id="{8E2A4FF4-55EA-4128-A063-E8DAE8F7DA7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440000" y="5300415"/>
            <a:ext cx="2376487" cy="313918"/>
          </a:xfrm>
          <a:prstGeom prst="rect">
            <a:avLst/>
          </a:prstGeom>
        </p:spPr>
        <p:txBody>
          <a:bodyPr>
            <a:spAutoFit/>
          </a:bodyPr>
          <a:lstStyle>
            <a:lvl1pPr>
              <a:lnSpc>
                <a:spcPct val="90000"/>
              </a:lnSpc>
              <a:defRPr sz="1600">
                <a:solidFill>
                  <a:schemeClr val="accent6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AU" noProof="0" dirty="0"/>
              <a:t>Sub title</a:t>
            </a:r>
          </a:p>
        </p:txBody>
      </p:sp>
      <p:sp>
        <p:nvSpPr>
          <p:cNvPr id="39" name="Text Placeholder 7">
            <a:extLst>
              <a:ext uri="{FF2B5EF4-FFF2-40B4-BE49-F238E27FC236}">
                <a16:creationId xmlns:a16="http://schemas.microsoft.com/office/drawing/2014/main" id="{DD7E8F7E-A8E5-494B-8AD9-B084421A27D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952669" y="766242"/>
            <a:ext cx="4466107" cy="1220833"/>
          </a:xfrm>
          <a:prstGeom prst="rect">
            <a:avLst/>
          </a:prstGeom>
        </p:spPr>
        <p:txBody>
          <a:bodyPr anchor="t">
            <a:spAutoFit/>
          </a:bodyPr>
          <a:lstStyle>
            <a:lvl1pPr>
              <a:defRPr sz="1200">
                <a:solidFill>
                  <a:schemeClr val="bg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  <a:lvl2pPr>
              <a:buClrTx/>
              <a:defRPr sz="1200">
                <a:solidFill>
                  <a:schemeClr val="bg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2pPr>
            <a:lvl3pPr>
              <a:buClrTx/>
              <a:defRPr sz="1200">
                <a:solidFill>
                  <a:schemeClr val="bg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3pPr>
            <a:lvl4pPr>
              <a:buClrTx/>
              <a:defRPr sz="1200">
                <a:solidFill>
                  <a:schemeClr val="bg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4pPr>
            <a:lvl5pPr>
              <a:buClrTx/>
              <a:defRPr sz="1200">
                <a:solidFill>
                  <a:schemeClr val="bg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en-AU" noProof="0" dirty="0"/>
          </a:p>
        </p:txBody>
      </p:sp>
      <p:sp>
        <p:nvSpPr>
          <p:cNvPr id="40" name="Text Placeholder 7">
            <a:extLst>
              <a:ext uri="{FF2B5EF4-FFF2-40B4-BE49-F238E27FC236}">
                <a16:creationId xmlns:a16="http://schemas.microsoft.com/office/drawing/2014/main" id="{8E7D0BA1-B5F8-4EA0-9F12-DA5E2D3E6A3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952669" y="2841139"/>
            <a:ext cx="4466107" cy="1220833"/>
          </a:xfrm>
          <a:prstGeom prst="rect">
            <a:avLst/>
          </a:prstGeom>
        </p:spPr>
        <p:txBody>
          <a:bodyPr anchor="ctr" anchorCtr="0">
            <a:spAutoFit/>
          </a:bodyPr>
          <a:lstStyle>
            <a:lvl1pPr>
              <a:defRPr sz="1200">
                <a:solidFill>
                  <a:schemeClr val="bg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  <a:lvl2pPr>
              <a:buClrTx/>
              <a:defRPr sz="1200">
                <a:solidFill>
                  <a:schemeClr val="bg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2pPr>
            <a:lvl3pPr>
              <a:buClrTx/>
              <a:defRPr sz="1200">
                <a:solidFill>
                  <a:schemeClr val="bg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3pPr>
            <a:lvl4pPr>
              <a:buClrTx/>
              <a:defRPr sz="1200">
                <a:solidFill>
                  <a:schemeClr val="bg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4pPr>
            <a:lvl5pPr>
              <a:buClrTx/>
              <a:defRPr sz="1200">
                <a:solidFill>
                  <a:schemeClr val="bg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en-AU" noProof="0" dirty="0"/>
          </a:p>
        </p:txBody>
      </p:sp>
      <p:sp>
        <p:nvSpPr>
          <p:cNvPr id="41" name="Text Placeholder 7">
            <a:extLst>
              <a:ext uri="{FF2B5EF4-FFF2-40B4-BE49-F238E27FC236}">
                <a16:creationId xmlns:a16="http://schemas.microsoft.com/office/drawing/2014/main" id="{E54C256E-9354-4AF5-AE00-7C2E114E960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952669" y="4910169"/>
            <a:ext cx="4466107" cy="1220833"/>
          </a:xfrm>
          <a:prstGeom prst="rect">
            <a:avLst/>
          </a:prstGeom>
        </p:spPr>
        <p:txBody>
          <a:bodyPr anchor="ctr" anchorCtr="0">
            <a:spAutoFit/>
          </a:bodyPr>
          <a:lstStyle>
            <a:lvl1pPr>
              <a:defRPr sz="1200">
                <a:solidFill>
                  <a:schemeClr val="bg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  <a:lvl2pPr>
              <a:buClrTx/>
              <a:defRPr sz="1200">
                <a:solidFill>
                  <a:schemeClr val="bg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2pPr>
            <a:lvl3pPr>
              <a:buClrTx/>
              <a:defRPr sz="1200">
                <a:solidFill>
                  <a:schemeClr val="bg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3pPr>
            <a:lvl4pPr>
              <a:buClrTx/>
              <a:defRPr sz="1200">
                <a:solidFill>
                  <a:schemeClr val="bg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4pPr>
            <a:lvl5pPr>
              <a:buClrTx/>
              <a:defRPr sz="1200">
                <a:solidFill>
                  <a:schemeClr val="bg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en-AU" noProof="0" dirty="0"/>
          </a:p>
        </p:txBody>
      </p:sp>
    </p:spTree>
    <p:extLst>
      <p:ext uri="{BB962C8B-B14F-4D97-AF65-F5344CB8AC3E}">
        <p14:creationId xmlns:p14="http://schemas.microsoft.com/office/powerpoint/2010/main" val="280329344"/>
      </p:ext>
    </p:extLst>
  </p:cSld>
  <p:clrMapOvr>
    <a:masterClrMapping/>
  </p:clrMapOvr>
</p:sldLayout>
</file>

<file path=ppt/slideLayouts/slideLayout1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hree key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12025801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5410" name="think-cell Slide" r:id="rId5" imgW="270" imgH="270" progId="TCLayout.ActiveDocument.1">
                  <p:embed/>
                </p:oleObj>
              </mc:Choice>
              <mc:Fallback>
                <p:oleObj name="think-cell Slide" r:id="rId5" imgW="270" imgH="270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AU" sz="2800" b="0" i="0" baseline="0" dirty="0">
              <a:latin typeface="Segoe UI Semibold"/>
              <a:ea typeface="+mj-ea"/>
              <a:cs typeface="+mj-cs"/>
              <a:sym typeface="Segoe UI Semibold"/>
            </a:endParaRPr>
          </a:p>
        </p:txBody>
      </p:sp>
      <p:pic>
        <p:nvPicPr>
          <p:cNvPr id="4" name="Picture 3"/>
          <p:cNvPicPr>
            <a:picLocks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5339" cy="109703"/>
          </a:xfrm>
          <a:prstGeom prst="rect">
            <a:avLst/>
          </a:prstGeom>
        </p:spPr>
      </p:pic>
      <p:sp>
        <p:nvSpPr>
          <p:cNvPr id="6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920428" y="1557338"/>
            <a:ext cx="8496622" cy="1439862"/>
          </a:xfrm>
        </p:spPr>
        <p:txBody>
          <a:bodyPr anchor="ctr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920552" y="3284984"/>
            <a:ext cx="8496622" cy="1439862"/>
          </a:xfrm>
        </p:spPr>
        <p:txBody>
          <a:bodyPr anchor="ctr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10" name="Text Placeholder 5"/>
          <p:cNvSpPr>
            <a:spLocks noGrp="1"/>
          </p:cNvSpPr>
          <p:nvPr>
            <p:ph type="body" sz="quarter" idx="13"/>
          </p:nvPr>
        </p:nvSpPr>
        <p:spPr>
          <a:xfrm>
            <a:off x="920874" y="5013176"/>
            <a:ext cx="8496622" cy="1439862"/>
          </a:xfrm>
        </p:spPr>
        <p:txBody>
          <a:bodyPr anchor="ctr"/>
          <a:lstStyle>
            <a:lvl5pPr>
              <a:defRPr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11" name="Rectangle 10"/>
          <p:cNvSpPr/>
          <p:nvPr userDrawn="1"/>
        </p:nvSpPr>
        <p:spPr>
          <a:xfrm>
            <a:off x="0" y="109728"/>
            <a:ext cx="347303" cy="674986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AU" noProof="0"/>
          </a:p>
        </p:txBody>
      </p:sp>
      <p:sp>
        <p:nvSpPr>
          <p:cNvPr id="12" name="Oval 11"/>
          <p:cNvSpPr>
            <a:spLocks noChangeAspect="1"/>
          </p:cNvSpPr>
          <p:nvPr userDrawn="1"/>
        </p:nvSpPr>
        <p:spPr>
          <a:xfrm>
            <a:off x="200472" y="2133269"/>
            <a:ext cx="288000" cy="288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AU" noProof="0"/>
          </a:p>
        </p:txBody>
      </p:sp>
      <p:sp>
        <p:nvSpPr>
          <p:cNvPr id="13" name="Oval 12"/>
          <p:cNvSpPr>
            <a:spLocks noChangeAspect="1"/>
          </p:cNvSpPr>
          <p:nvPr userDrawn="1"/>
        </p:nvSpPr>
        <p:spPr>
          <a:xfrm>
            <a:off x="200472" y="3860915"/>
            <a:ext cx="288000" cy="288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AU" noProof="0"/>
          </a:p>
        </p:txBody>
      </p:sp>
      <p:sp>
        <p:nvSpPr>
          <p:cNvPr id="14" name="Oval 13"/>
          <p:cNvSpPr>
            <a:spLocks noChangeAspect="1"/>
          </p:cNvSpPr>
          <p:nvPr userDrawn="1"/>
        </p:nvSpPr>
        <p:spPr>
          <a:xfrm>
            <a:off x="200472" y="5589107"/>
            <a:ext cx="288000" cy="288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AU" noProof="0"/>
          </a:p>
        </p:txBody>
      </p:sp>
      <p:sp>
        <p:nvSpPr>
          <p:cNvPr id="15" name="TextBox 14"/>
          <p:cNvSpPr txBox="1"/>
          <p:nvPr userDrawn="1"/>
        </p:nvSpPr>
        <p:spPr>
          <a:xfrm>
            <a:off x="8841432" y="6392361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E8856DA-B77A-4A94-8E84-45BF77D9376B}" type="slidenum">
              <a:rPr lang="en-AU" sz="1200" noProof="0" smtClean="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AU" sz="1200" noProof="0" dirty="0">
              <a:solidFill>
                <a:schemeClr val="accent3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7AB501AE-F039-4178-84EE-E86A2D4149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20428" y="504000"/>
            <a:ext cx="8439572" cy="504056"/>
          </a:xfrm>
        </p:spPr>
        <p:txBody>
          <a:bodyPr anchor="ctr" anchorCtr="0"/>
          <a:lstStyle>
            <a:lvl1pPr marL="0" marR="0" indent="0" algn="l" defTabSz="914349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/>
            </a:lvl1pPr>
          </a:lstStyle>
          <a:p>
            <a:pPr lvl="0"/>
            <a:r>
              <a:rPr lang="en-AU" noProof="0" dirty="0"/>
              <a:t>Governing thought</a:t>
            </a:r>
          </a:p>
        </p:txBody>
      </p:sp>
    </p:spTree>
    <p:extLst>
      <p:ext uri="{BB962C8B-B14F-4D97-AF65-F5344CB8AC3E}">
        <p14:creationId xmlns:p14="http://schemas.microsoft.com/office/powerpoint/2010/main" val="3745145751"/>
      </p:ext>
    </p:extLst>
  </p:cSld>
  <p:clrMapOvr>
    <a:masterClrMapping/>
  </p:clrMapOvr>
</p:sldLayout>
</file>

<file path=ppt/slideLayouts/slideLayout2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Key points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415885075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6434" name="think-cell Slide" r:id="rId5" imgW="270" imgH="270" progId="TCLayout.ActiveDocument.1">
                  <p:embed/>
                </p:oleObj>
              </mc:Choice>
              <mc:Fallback>
                <p:oleObj name="think-cell Slide" r:id="rId5" imgW="270" imgH="270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AU" sz="2800" b="0" i="0" baseline="0" dirty="0">
              <a:latin typeface="Segoe UI Semibold"/>
              <a:ea typeface="+mj-ea"/>
              <a:cs typeface="+mj-cs"/>
              <a:sym typeface="Segoe UI Semibold"/>
            </a:endParaRPr>
          </a:p>
        </p:txBody>
      </p:sp>
      <p:pic>
        <p:nvPicPr>
          <p:cNvPr id="4" name="Picture 3"/>
          <p:cNvPicPr>
            <a:picLocks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5339" cy="109703"/>
          </a:xfrm>
          <a:prstGeom prst="rect">
            <a:avLst/>
          </a:prstGeom>
        </p:spPr>
      </p:pic>
      <p:sp>
        <p:nvSpPr>
          <p:cNvPr id="6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920428" y="1557338"/>
            <a:ext cx="8496622" cy="1008112"/>
          </a:xfrm>
        </p:spPr>
        <p:txBody>
          <a:bodyPr anchor="ctr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920552" y="2780928"/>
            <a:ext cx="8496622" cy="1008112"/>
          </a:xfrm>
        </p:spPr>
        <p:txBody>
          <a:bodyPr anchor="ctr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10" name="Text Placeholder 5"/>
          <p:cNvSpPr>
            <a:spLocks noGrp="1"/>
          </p:cNvSpPr>
          <p:nvPr>
            <p:ph type="body" sz="quarter" idx="13"/>
          </p:nvPr>
        </p:nvSpPr>
        <p:spPr>
          <a:xfrm>
            <a:off x="920552" y="4006144"/>
            <a:ext cx="8496622" cy="1008112"/>
          </a:xfrm>
        </p:spPr>
        <p:txBody>
          <a:bodyPr anchor="ctr"/>
          <a:lstStyle>
            <a:lvl5pPr>
              <a:defRPr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11" name="Rectangle 10"/>
          <p:cNvSpPr/>
          <p:nvPr userDrawn="1"/>
        </p:nvSpPr>
        <p:spPr>
          <a:xfrm>
            <a:off x="0" y="109728"/>
            <a:ext cx="347303" cy="674986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AU" noProof="0"/>
          </a:p>
        </p:txBody>
      </p:sp>
      <p:sp>
        <p:nvSpPr>
          <p:cNvPr id="12" name="Oval 11"/>
          <p:cNvSpPr>
            <a:spLocks noChangeAspect="1"/>
          </p:cNvSpPr>
          <p:nvPr userDrawn="1"/>
        </p:nvSpPr>
        <p:spPr>
          <a:xfrm>
            <a:off x="198855" y="1917394"/>
            <a:ext cx="288000" cy="288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AU" noProof="0"/>
          </a:p>
        </p:txBody>
      </p:sp>
      <p:sp>
        <p:nvSpPr>
          <p:cNvPr id="13" name="Oval 12"/>
          <p:cNvSpPr>
            <a:spLocks noChangeAspect="1"/>
          </p:cNvSpPr>
          <p:nvPr userDrawn="1"/>
        </p:nvSpPr>
        <p:spPr>
          <a:xfrm>
            <a:off x="198855" y="3140984"/>
            <a:ext cx="288000" cy="288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AU" noProof="0"/>
          </a:p>
        </p:txBody>
      </p:sp>
      <p:sp>
        <p:nvSpPr>
          <p:cNvPr id="14" name="Oval 13"/>
          <p:cNvSpPr>
            <a:spLocks noChangeAspect="1"/>
          </p:cNvSpPr>
          <p:nvPr userDrawn="1"/>
        </p:nvSpPr>
        <p:spPr>
          <a:xfrm>
            <a:off x="198855" y="5589256"/>
            <a:ext cx="288000" cy="288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AU" noProof="0"/>
          </a:p>
        </p:txBody>
      </p:sp>
      <p:sp>
        <p:nvSpPr>
          <p:cNvPr id="15" name="TextBox 14"/>
          <p:cNvSpPr txBox="1"/>
          <p:nvPr userDrawn="1"/>
        </p:nvSpPr>
        <p:spPr>
          <a:xfrm>
            <a:off x="8841432" y="6392361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E8856DA-B77A-4A94-8E84-45BF77D9376B}" type="slidenum">
              <a:rPr lang="en-AU" sz="1200" noProof="0" smtClean="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AU" sz="1200" noProof="0" dirty="0">
              <a:solidFill>
                <a:schemeClr val="accent3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6" name="Text Placeholder 5"/>
          <p:cNvSpPr>
            <a:spLocks noGrp="1"/>
          </p:cNvSpPr>
          <p:nvPr>
            <p:ph type="body" sz="quarter" idx="14"/>
          </p:nvPr>
        </p:nvSpPr>
        <p:spPr>
          <a:xfrm>
            <a:off x="920552" y="5229200"/>
            <a:ext cx="8496622" cy="1008112"/>
          </a:xfrm>
        </p:spPr>
        <p:txBody>
          <a:bodyPr anchor="ctr"/>
          <a:lstStyle>
            <a:lvl5pPr>
              <a:defRPr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17" name="Oval 16"/>
          <p:cNvSpPr>
            <a:spLocks noChangeAspect="1"/>
          </p:cNvSpPr>
          <p:nvPr userDrawn="1"/>
        </p:nvSpPr>
        <p:spPr>
          <a:xfrm>
            <a:off x="198855" y="4366200"/>
            <a:ext cx="288000" cy="288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AU" noProof="0"/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B79A85B6-62F8-499C-B696-A7E5A2EF85A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20428" y="504000"/>
            <a:ext cx="8439572" cy="504056"/>
          </a:xfrm>
        </p:spPr>
        <p:txBody>
          <a:bodyPr anchor="ctr" anchorCtr="0"/>
          <a:lstStyle>
            <a:lvl1pPr marL="0" marR="0" indent="0" algn="l" defTabSz="914349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/>
            </a:lvl1pPr>
          </a:lstStyle>
          <a:p>
            <a:pPr lvl="0"/>
            <a:r>
              <a:rPr lang="en-AU" noProof="0" dirty="0"/>
              <a:t>Governing thought</a:t>
            </a:r>
          </a:p>
        </p:txBody>
      </p:sp>
    </p:spTree>
    <p:extLst>
      <p:ext uri="{BB962C8B-B14F-4D97-AF65-F5344CB8AC3E}">
        <p14:creationId xmlns:p14="http://schemas.microsoft.com/office/powerpoint/2010/main" val="548023990"/>
      </p:ext>
    </p:extLst>
  </p:cSld>
  <p:clrMapOvr>
    <a:masterClrMapping/>
  </p:clrMapOvr>
</p:sldLayout>
</file>

<file path=ppt/slideLayouts/slideLayout2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key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B416D58B-920C-4CFC-AE71-0495B69B6578}"/>
              </a:ext>
            </a:extLst>
          </p:cNvPr>
          <p:cNvSpPr/>
          <p:nvPr userDrawn="1"/>
        </p:nvSpPr>
        <p:spPr>
          <a:xfrm>
            <a:off x="0" y="1728000"/>
            <a:ext cx="9906000" cy="4572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AU" noProof="0"/>
          </a:p>
        </p:txBody>
      </p:sp>
      <p:pic>
        <p:nvPicPr>
          <p:cNvPr id="4" name="Picture 3"/>
          <p:cNvPicPr>
            <a:picLocks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5339" cy="109703"/>
          </a:xfrm>
          <a:prstGeom prst="rect">
            <a:avLst/>
          </a:prstGeom>
        </p:spPr>
      </p:pic>
      <p:sp>
        <p:nvSpPr>
          <p:cNvPr id="8" name="Text Placeholder 3"/>
          <p:cNvSpPr>
            <a:spLocks noGrp="1"/>
          </p:cNvSpPr>
          <p:nvPr>
            <p:ph type="body" sz="quarter" idx="19"/>
          </p:nvPr>
        </p:nvSpPr>
        <p:spPr>
          <a:xfrm>
            <a:off x="1126703" y="2096283"/>
            <a:ext cx="8245898" cy="721854"/>
          </a:xfrm>
          <a:noFill/>
        </p:spPr>
        <p:txBody>
          <a:bodyPr lIns="252000" tIns="180000" rIns="252000" bIns="180000" anchor="ctr"/>
          <a:lstStyle>
            <a:lvl1pPr>
              <a:defRPr sz="1400">
                <a:solidFill>
                  <a:schemeClr val="bg2"/>
                </a:solidFill>
              </a:defRPr>
            </a:lvl1pPr>
            <a:lvl2pPr>
              <a:defRPr sz="1400">
                <a:solidFill>
                  <a:schemeClr val="bg2"/>
                </a:solidFill>
              </a:defRPr>
            </a:lvl2pPr>
            <a:lvl3pPr>
              <a:defRPr>
                <a:solidFill>
                  <a:schemeClr val="bg2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11" name="Text Placeholder 3"/>
          <p:cNvSpPr>
            <a:spLocks noGrp="1"/>
          </p:cNvSpPr>
          <p:nvPr>
            <p:ph type="body" sz="quarter" idx="20"/>
          </p:nvPr>
        </p:nvSpPr>
        <p:spPr>
          <a:xfrm>
            <a:off x="1126655" y="3124678"/>
            <a:ext cx="8245122" cy="721854"/>
          </a:xfrm>
          <a:noFill/>
        </p:spPr>
        <p:txBody>
          <a:bodyPr lIns="252000" tIns="180000" rIns="252000" bIns="180000" anchor="ctr"/>
          <a:lstStyle>
            <a:lvl1pPr>
              <a:defRPr sz="1400">
                <a:solidFill>
                  <a:schemeClr val="bg2"/>
                </a:solidFill>
              </a:defRPr>
            </a:lvl1pPr>
            <a:lvl2pPr>
              <a:defRPr sz="1400">
                <a:solidFill>
                  <a:schemeClr val="bg2"/>
                </a:solidFill>
              </a:defRPr>
            </a:lvl2pPr>
            <a:lvl3pPr>
              <a:defRPr>
                <a:solidFill>
                  <a:schemeClr val="bg2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quarter" idx="21"/>
          </p:nvPr>
        </p:nvSpPr>
        <p:spPr>
          <a:xfrm>
            <a:off x="1126800" y="4153073"/>
            <a:ext cx="8244977" cy="721854"/>
          </a:xfrm>
          <a:noFill/>
        </p:spPr>
        <p:txBody>
          <a:bodyPr lIns="252000" tIns="180000" rIns="252000" bIns="180000" anchor="ctr"/>
          <a:lstStyle>
            <a:lvl1pPr>
              <a:defRPr sz="1400">
                <a:solidFill>
                  <a:schemeClr val="bg2"/>
                </a:solidFill>
              </a:defRPr>
            </a:lvl1pPr>
            <a:lvl2pPr>
              <a:defRPr sz="1400">
                <a:solidFill>
                  <a:schemeClr val="bg2"/>
                </a:solidFill>
              </a:defRPr>
            </a:lvl2pPr>
            <a:lvl3pPr>
              <a:defRPr>
                <a:solidFill>
                  <a:schemeClr val="bg2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13" name="Rectangle 12"/>
          <p:cNvSpPr/>
          <p:nvPr userDrawn="1"/>
        </p:nvSpPr>
        <p:spPr>
          <a:xfrm>
            <a:off x="531591" y="1728000"/>
            <a:ext cx="36000" cy="4571999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50000">
                <a:schemeClr val="accent3"/>
              </a:gs>
              <a:gs pos="100000">
                <a:schemeClr val="accent4"/>
              </a:gs>
            </a:gsLst>
            <a:lin ang="5400000" scaled="1"/>
            <a:tileRect/>
          </a:gra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AU" noProof="0" dirty="0"/>
          </a:p>
        </p:txBody>
      </p:sp>
      <p:sp>
        <p:nvSpPr>
          <p:cNvPr id="14" name="Oval 13"/>
          <p:cNvSpPr/>
          <p:nvPr userDrawn="1"/>
        </p:nvSpPr>
        <p:spPr>
          <a:xfrm>
            <a:off x="435291" y="2342910"/>
            <a:ext cx="228600" cy="228600"/>
          </a:xfrm>
          <a:prstGeom prst="ellipse">
            <a:avLst/>
          </a:prstGeom>
          <a:solidFill>
            <a:schemeClr val="accent5"/>
          </a:solidFill>
          <a:ln w="254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AU" noProof="0"/>
          </a:p>
        </p:txBody>
      </p:sp>
      <p:sp>
        <p:nvSpPr>
          <p:cNvPr id="15" name="Oval 14"/>
          <p:cNvSpPr/>
          <p:nvPr userDrawn="1"/>
        </p:nvSpPr>
        <p:spPr>
          <a:xfrm>
            <a:off x="435291" y="3371305"/>
            <a:ext cx="228600" cy="228600"/>
          </a:xfrm>
          <a:prstGeom prst="ellipse">
            <a:avLst/>
          </a:prstGeom>
          <a:solidFill>
            <a:schemeClr val="accent5"/>
          </a:solidFill>
          <a:ln w="254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AU" noProof="0"/>
          </a:p>
        </p:txBody>
      </p:sp>
      <p:sp>
        <p:nvSpPr>
          <p:cNvPr id="16" name="Oval 15"/>
          <p:cNvSpPr/>
          <p:nvPr userDrawn="1"/>
        </p:nvSpPr>
        <p:spPr>
          <a:xfrm>
            <a:off x="435291" y="4399700"/>
            <a:ext cx="228600" cy="228600"/>
          </a:xfrm>
          <a:prstGeom prst="ellipse">
            <a:avLst/>
          </a:prstGeom>
          <a:solidFill>
            <a:schemeClr val="accent5"/>
          </a:solidFill>
          <a:ln w="254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AU" noProof="0"/>
          </a:p>
        </p:txBody>
      </p:sp>
      <p:sp>
        <p:nvSpPr>
          <p:cNvPr id="17" name="Text Placeholder 3"/>
          <p:cNvSpPr>
            <a:spLocks noGrp="1"/>
          </p:cNvSpPr>
          <p:nvPr>
            <p:ph type="body" sz="quarter" idx="22"/>
          </p:nvPr>
        </p:nvSpPr>
        <p:spPr>
          <a:xfrm>
            <a:off x="1126800" y="5181469"/>
            <a:ext cx="8244977" cy="721854"/>
          </a:xfrm>
          <a:noFill/>
        </p:spPr>
        <p:txBody>
          <a:bodyPr lIns="252000" tIns="180000" rIns="252000" bIns="180000" anchor="ctr"/>
          <a:lstStyle>
            <a:lvl1pPr>
              <a:defRPr sz="1400">
                <a:solidFill>
                  <a:schemeClr val="bg2"/>
                </a:solidFill>
              </a:defRPr>
            </a:lvl1pPr>
            <a:lvl2pPr>
              <a:defRPr sz="1400">
                <a:solidFill>
                  <a:schemeClr val="bg2"/>
                </a:solidFill>
              </a:defRPr>
            </a:lvl2pPr>
            <a:lvl3pPr>
              <a:defRPr>
                <a:solidFill>
                  <a:schemeClr val="bg2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18" name="Oval 17"/>
          <p:cNvSpPr/>
          <p:nvPr userDrawn="1"/>
        </p:nvSpPr>
        <p:spPr>
          <a:xfrm>
            <a:off x="435291" y="5428096"/>
            <a:ext cx="228600" cy="228600"/>
          </a:xfrm>
          <a:prstGeom prst="ellipse">
            <a:avLst/>
          </a:prstGeom>
          <a:solidFill>
            <a:schemeClr val="accent5"/>
          </a:solidFill>
          <a:ln w="254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AU" noProof="0"/>
          </a:p>
        </p:txBody>
      </p:sp>
      <p:sp>
        <p:nvSpPr>
          <p:cNvPr id="19" name="TextBox 18"/>
          <p:cNvSpPr txBox="1"/>
          <p:nvPr userDrawn="1"/>
        </p:nvSpPr>
        <p:spPr>
          <a:xfrm>
            <a:off x="8841432" y="6392361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E8856DA-B77A-4A94-8E84-45BF77D9376B}" type="slidenum">
              <a:rPr lang="en-AU" sz="1200" noProof="0" smtClean="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AU" sz="1200" noProof="0" dirty="0">
              <a:solidFill>
                <a:schemeClr val="accent3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8143C4AD-44D1-4E44-9783-09068D5ECA2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504000"/>
            <a:ext cx="8820000" cy="504056"/>
          </a:xfrm>
        </p:spPr>
        <p:txBody>
          <a:bodyPr anchor="ctr" anchorCtr="0"/>
          <a:lstStyle>
            <a:lvl1pPr marL="0" marR="0" indent="0" algn="l" defTabSz="914349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/>
            </a:lvl1pPr>
          </a:lstStyle>
          <a:p>
            <a:pPr lvl="0"/>
            <a:r>
              <a:rPr lang="en-AU" noProof="0" dirty="0"/>
              <a:t>Governing thought</a:t>
            </a:r>
          </a:p>
        </p:txBody>
      </p:sp>
      <p:sp>
        <p:nvSpPr>
          <p:cNvPr id="23" name="Text Placeholder 10">
            <a:extLst>
              <a:ext uri="{FF2B5EF4-FFF2-40B4-BE49-F238E27FC236}">
                <a16:creationId xmlns:a16="http://schemas.microsoft.com/office/drawing/2014/main" id="{53D3DC2A-C1DA-4A91-8EF0-1E047BE41864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40000" y="1008000"/>
            <a:ext cx="8820000" cy="504056"/>
          </a:xfrm>
          <a:prstGeom prst="rect">
            <a:avLst/>
          </a:prstGeom>
        </p:spPr>
        <p:txBody>
          <a:bodyPr anchor="t"/>
          <a:lstStyle>
            <a:lvl1pPr>
              <a:lnSpc>
                <a:spcPct val="90000"/>
              </a:lnSpc>
              <a:defRPr sz="1800">
                <a:solidFill>
                  <a:schemeClr val="bg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  <a:lvl5pPr>
              <a:defRPr/>
            </a:lvl5pPr>
          </a:lstStyle>
          <a:p>
            <a:pPr lvl="0"/>
            <a:r>
              <a:rPr lang="en-AU" noProof="0" dirty="0"/>
              <a:t>Sub title</a:t>
            </a:r>
          </a:p>
        </p:txBody>
      </p:sp>
    </p:spTree>
    <p:extLst>
      <p:ext uri="{BB962C8B-B14F-4D97-AF65-F5344CB8AC3E}">
        <p14:creationId xmlns:p14="http://schemas.microsoft.com/office/powerpoint/2010/main" val="3933073932"/>
      </p:ext>
    </p:extLst>
  </p:cSld>
  <p:clrMapOvr>
    <a:masterClrMapping/>
  </p:clrMapOvr>
</p:sldLayout>
</file>

<file path=ppt/slideLayouts/slideLayout2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key points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5339" cy="109703"/>
          </a:xfrm>
          <a:prstGeom prst="rect">
            <a:avLst/>
          </a:prstGeom>
        </p:spPr>
      </p:pic>
      <p:sp>
        <p:nvSpPr>
          <p:cNvPr id="12" name="TextBox 11"/>
          <p:cNvSpPr txBox="1"/>
          <p:nvPr userDrawn="1"/>
        </p:nvSpPr>
        <p:spPr>
          <a:xfrm>
            <a:off x="8841432" y="6392361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E8856DA-B77A-4A94-8E84-45BF77D9376B}" type="slidenum">
              <a:rPr lang="en-AU" sz="1200" noProof="0" smtClean="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AU" sz="1200" noProof="0" dirty="0">
              <a:solidFill>
                <a:schemeClr val="accent3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A2B318CE-9697-4712-A5D4-C8E2EABBFBD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504000"/>
            <a:ext cx="8820000" cy="504056"/>
          </a:xfrm>
        </p:spPr>
        <p:txBody>
          <a:bodyPr anchor="ctr" anchorCtr="0"/>
          <a:lstStyle>
            <a:lvl1pPr marL="0" marR="0" indent="0" algn="l" defTabSz="914349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/>
            </a:lvl1pPr>
          </a:lstStyle>
          <a:p>
            <a:pPr lvl="0"/>
            <a:r>
              <a:rPr lang="en-AU" noProof="0" dirty="0"/>
              <a:t>Governing thought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D0D7852-5F7F-40D5-B8FB-2B9409039E5E}"/>
              </a:ext>
            </a:extLst>
          </p:cNvPr>
          <p:cNvSpPr/>
          <p:nvPr userDrawn="1"/>
        </p:nvSpPr>
        <p:spPr>
          <a:xfrm>
            <a:off x="0" y="1728000"/>
            <a:ext cx="9906000" cy="4572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AU" noProof="0"/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DD344F46-ED31-4BB8-A4E3-7730C6B1F13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126703" y="2564904"/>
            <a:ext cx="8245898" cy="721854"/>
          </a:xfrm>
          <a:noFill/>
        </p:spPr>
        <p:txBody>
          <a:bodyPr lIns="252000" tIns="180000" rIns="252000" bIns="180000" anchor="ctr"/>
          <a:lstStyle>
            <a:lvl1pPr>
              <a:defRPr sz="1400">
                <a:solidFill>
                  <a:schemeClr val="bg2"/>
                </a:solidFill>
              </a:defRPr>
            </a:lvl1pPr>
            <a:lvl2pPr>
              <a:defRPr sz="1400">
                <a:solidFill>
                  <a:schemeClr val="bg2"/>
                </a:solidFill>
              </a:defRPr>
            </a:lvl2pPr>
            <a:lvl3pPr>
              <a:defRPr>
                <a:solidFill>
                  <a:schemeClr val="bg2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8CF95009-315F-445F-BE38-3942ACE6440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126655" y="3593299"/>
            <a:ext cx="8245122" cy="721854"/>
          </a:xfrm>
          <a:noFill/>
        </p:spPr>
        <p:txBody>
          <a:bodyPr lIns="252000" tIns="180000" rIns="252000" bIns="180000" anchor="ctr"/>
          <a:lstStyle>
            <a:lvl1pPr>
              <a:defRPr sz="1400">
                <a:solidFill>
                  <a:schemeClr val="bg2"/>
                </a:solidFill>
              </a:defRPr>
            </a:lvl1pPr>
            <a:lvl2pPr>
              <a:defRPr sz="1400">
                <a:solidFill>
                  <a:schemeClr val="bg2"/>
                </a:solidFill>
              </a:defRPr>
            </a:lvl2pPr>
            <a:lvl3pPr>
              <a:defRPr>
                <a:solidFill>
                  <a:schemeClr val="bg2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55DC81ED-55D9-4EF4-8929-79E4A703EAE2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126800" y="4621694"/>
            <a:ext cx="8244977" cy="721854"/>
          </a:xfrm>
          <a:noFill/>
        </p:spPr>
        <p:txBody>
          <a:bodyPr lIns="252000" tIns="180000" rIns="252000" bIns="180000" anchor="ctr"/>
          <a:lstStyle>
            <a:lvl1pPr>
              <a:defRPr sz="1400">
                <a:solidFill>
                  <a:schemeClr val="bg2"/>
                </a:solidFill>
              </a:defRPr>
            </a:lvl1pPr>
            <a:lvl2pPr>
              <a:defRPr sz="1400">
                <a:solidFill>
                  <a:schemeClr val="bg2"/>
                </a:solidFill>
              </a:defRPr>
            </a:lvl2pPr>
            <a:lvl3pPr>
              <a:defRPr>
                <a:solidFill>
                  <a:schemeClr val="bg2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7C3C23C-F16F-4A9D-8FDF-F0314A9005C2}"/>
              </a:ext>
            </a:extLst>
          </p:cNvPr>
          <p:cNvSpPr/>
          <p:nvPr userDrawn="1"/>
        </p:nvSpPr>
        <p:spPr>
          <a:xfrm>
            <a:off x="531591" y="1728000"/>
            <a:ext cx="36000" cy="4571999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50000">
                <a:schemeClr val="accent3"/>
              </a:gs>
              <a:gs pos="100000">
                <a:schemeClr val="accent4"/>
              </a:gs>
            </a:gsLst>
            <a:lin ang="5400000" scaled="1"/>
            <a:tileRect/>
          </a:gra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AU" noProof="0" dirty="0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D264E8D8-319B-4979-93E9-4FA1E4DD3F3B}"/>
              </a:ext>
            </a:extLst>
          </p:cNvPr>
          <p:cNvSpPr/>
          <p:nvPr userDrawn="1"/>
        </p:nvSpPr>
        <p:spPr>
          <a:xfrm>
            <a:off x="435291" y="2811531"/>
            <a:ext cx="228600" cy="228600"/>
          </a:xfrm>
          <a:prstGeom prst="ellipse">
            <a:avLst/>
          </a:prstGeom>
          <a:solidFill>
            <a:schemeClr val="accent5"/>
          </a:solidFill>
          <a:ln w="254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AU" noProof="0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A4BE9461-180C-4C51-8A0F-DD26F3C701ED}"/>
              </a:ext>
            </a:extLst>
          </p:cNvPr>
          <p:cNvSpPr/>
          <p:nvPr userDrawn="1"/>
        </p:nvSpPr>
        <p:spPr>
          <a:xfrm>
            <a:off x="435291" y="3839926"/>
            <a:ext cx="228600" cy="228600"/>
          </a:xfrm>
          <a:prstGeom prst="ellipse">
            <a:avLst/>
          </a:prstGeom>
          <a:solidFill>
            <a:schemeClr val="accent5"/>
          </a:solidFill>
          <a:ln w="254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AU" noProof="0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B608E0FD-AA66-4AAA-9242-1276EE889CB5}"/>
              </a:ext>
            </a:extLst>
          </p:cNvPr>
          <p:cNvSpPr/>
          <p:nvPr userDrawn="1"/>
        </p:nvSpPr>
        <p:spPr>
          <a:xfrm>
            <a:off x="435291" y="4868321"/>
            <a:ext cx="228600" cy="228600"/>
          </a:xfrm>
          <a:prstGeom prst="ellipse">
            <a:avLst/>
          </a:prstGeom>
          <a:solidFill>
            <a:schemeClr val="accent5"/>
          </a:solidFill>
          <a:ln w="254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AU" noProof="0"/>
          </a:p>
        </p:txBody>
      </p:sp>
      <p:sp>
        <p:nvSpPr>
          <p:cNvPr id="33" name="Text Placeholder 10">
            <a:extLst>
              <a:ext uri="{FF2B5EF4-FFF2-40B4-BE49-F238E27FC236}">
                <a16:creationId xmlns:a16="http://schemas.microsoft.com/office/drawing/2014/main" id="{4C4B2D6A-3227-46BE-A311-7A717FCCF27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40000" y="1008000"/>
            <a:ext cx="8820000" cy="504056"/>
          </a:xfrm>
          <a:prstGeom prst="rect">
            <a:avLst/>
          </a:prstGeom>
        </p:spPr>
        <p:txBody>
          <a:bodyPr anchor="t"/>
          <a:lstStyle>
            <a:lvl1pPr>
              <a:lnSpc>
                <a:spcPct val="90000"/>
              </a:lnSpc>
              <a:defRPr sz="1800">
                <a:solidFill>
                  <a:schemeClr val="bg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  <a:lvl5pPr>
              <a:defRPr/>
            </a:lvl5pPr>
          </a:lstStyle>
          <a:p>
            <a:pPr lvl="0"/>
            <a:r>
              <a:rPr lang="en-AU" noProof="0" dirty="0"/>
              <a:t>Sub title</a:t>
            </a:r>
          </a:p>
        </p:txBody>
      </p:sp>
    </p:spTree>
    <p:extLst>
      <p:ext uri="{BB962C8B-B14F-4D97-AF65-F5344CB8AC3E}">
        <p14:creationId xmlns:p14="http://schemas.microsoft.com/office/powerpoint/2010/main" val="2435812254"/>
      </p:ext>
    </p:extLst>
  </p:cSld>
  <p:clrMapOvr>
    <a:masterClrMapping/>
  </p:clrMapOvr>
</p:sldLayout>
</file>

<file path=ppt/slideLayouts/slideLayout2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 panel small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25037745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7458" name="think-cell Slide" r:id="rId5" imgW="270" imgH="270" progId="TCLayout.ActiveDocument.1">
                  <p:embed/>
                </p:oleObj>
              </mc:Choice>
              <mc:Fallback>
                <p:oleObj name="think-cell Slide" r:id="rId5" imgW="270" imgH="270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AU" sz="2800" b="0" i="0" baseline="0" dirty="0">
              <a:latin typeface="Segoe UI Semibold"/>
              <a:ea typeface="+mj-ea"/>
              <a:cs typeface="+mj-cs"/>
              <a:sym typeface="Segoe UI Semibold"/>
            </a:endParaRPr>
          </a:p>
        </p:txBody>
      </p:sp>
      <p:pic>
        <p:nvPicPr>
          <p:cNvPr id="4" name="Picture 3"/>
          <p:cNvPicPr>
            <a:picLocks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5339" cy="109703"/>
          </a:xfrm>
          <a:prstGeom prst="rect">
            <a:avLst/>
          </a:prstGeom>
        </p:spPr>
      </p:pic>
      <p:sp>
        <p:nvSpPr>
          <p:cNvPr id="6" name="Rectangle 5"/>
          <p:cNvSpPr/>
          <p:nvPr userDrawn="1"/>
        </p:nvSpPr>
        <p:spPr>
          <a:xfrm>
            <a:off x="0" y="108000"/>
            <a:ext cx="2292080" cy="6748297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7" name="Content Placeholder 5"/>
          <p:cNvSpPr>
            <a:spLocks noGrp="1"/>
          </p:cNvSpPr>
          <p:nvPr>
            <p:ph sz="quarter" idx="14"/>
          </p:nvPr>
        </p:nvSpPr>
        <p:spPr>
          <a:xfrm>
            <a:off x="2648744" y="1412776"/>
            <a:ext cx="6768876" cy="4536504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8" name="Text Placeholder 8"/>
          <p:cNvSpPr>
            <a:spLocks noGrp="1"/>
          </p:cNvSpPr>
          <p:nvPr>
            <p:ph type="body" sz="quarter" idx="31"/>
          </p:nvPr>
        </p:nvSpPr>
        <p:spPr>
          <a:xfrm>
            <a:off x="287999" y="548680"/>
            <a:ext cx="1692000" cy="5688632"/>
          </a:xfrm>
        </p:spPr>
        <p:txBody>
          <a:bodyPr anchor="ctr"/>
          <a:lstStyle>
            <a:lvl1pPr>
              <a:defRPr sz="1400">
                <a:solidFill>
                  <a:schemeClr val="bg2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>
              <a:buClr>
                <a:schemeClr val="bg2"/>
              </a:buClr>
              <a:defRPr sz="1400">
                <a:solidFill>
                  <a:schemeClr val="bg2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2pPr>
            <a:lvl3pPr>
              <a:buClr>
                <a:schemeClr val="bg2"/>
              </a:buClr>
              <a:defRPr sz="1400">
                <a:solidFill>
                  <a:schemeClr val="bg2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3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9" name="Text Placeholder 2"/>
          <p:cNvSpPr>
            <a:spLocks noGrp="1"/>
          </p:cNvSpPr>
          <p:nvPr>
            <p:ph type="body" sz="quarter" idx="32" hasCustomPrompt="1"/>
          </p:nvPr>
        </p:nvSpPr>
        <p:spPr>
          <a:xfrm>
            <a:off x="2660300" y="6021288"/>
            <a:ext cx="6685313" cy="287214"/>
          </a:xfrm>
        </p:spPr>
        <p:txBody>
          <a:bodyPr anchor="ctr"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 lvl="0"/>
            <a:r>
              <a:rPr lang="en-AU" noProof="0" dirty="0"/>
              <a:t>Source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8841432" y="6392361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E8856DA-B77A-4A94-8E84-45BF77D9376B}" type="slidenum">
              <a:rPr lang="en-AU" sz="1200" noProof="0" smtClean="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AU" sz="1200" noProof="0" dirty="0">
              <a:solidFill>
                <a:schemeClr val="accent3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B944E3E9-E0D7-48BD-AA61-C9C9011FD8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49600" y="504000"/>
            <a:ext cx="6711256" cy="504056"/>
          </a:xfrm>
        </p:spPr>
        <p:txBody>
          <a:bodyPr anchor="ctr" anchorCtr="0"/>
          <a:lstStyle>
            <a:lvl1pPr marL="0" marR="0" indent="0" algn="l" defTabSz="914349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/>
            </a:lvl1pPr>
          </a:lstStyle>
          <a:p>
            <a:pPr lvl="0"/>
            <a:r>
              <a:rPr lang="en-AU" noProof="0" dirty="0"/>
              <a:t>Governing thought</a:t>
            </a:r>
          </a:p>
        </p:txBody>
      </p:sp>
    </p:spTree>
    <p:extLst>
      <p:ext uri="{BB962C8B-B14F-4D97-AF65-F5344CB8AC3E}">
        <p14:creationId xmlns:p14="http://schemas.microsoft.com/office/powerpoint/2010/main" val="600436479"/>
      </p:ext>
    </p:extLst>
  </p:cSld>
  <p:clrMapOvr>
    <a:masterClrMapping/>
  </p:clrMapOvr>
</p:sldLayout>
</file>

<file path=ppt/slideLayouts/slideLayout2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 panel small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50910695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8482" name="think-cell Slide" r:id="rId5" imgW="270" imgH="270" progId="TCLayout.ActiveDocument.1">
                  <p:embed/>
                </p:oleObj>
              </mc:Choice>
              <mc:Fallback>
                <p:oleObj name="think-cell Slide" r:id="rId5" imgW="270" imgH="270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AU" sz="2800" b="0" i="0" baseline="0" dirty="0">
              <a:latin typeface="Segoe UI Semibold"/>
              <a:ea typeface="+mj-ea"/>
              <a:cs typeface="+mj-cs"/>
              <a:sym typeface="Segoe UI Semibold"/>
            </a:endParaRPr>
          </a:p>
        </p:txBody>
      </p:sp>
      <p:pic>
        <p:nvPicPr>
          <p:cNvPr id="4" name="Picture 3"/>
          <p:cNvPicPr>
            <a:picLocks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5339" cy="109703"/>
          </a:xfrm>
          <a:prstGeom prst="rect">
            <a:avLst/>
          </a:prstGeom>
        </p:spPr>
      </p:pic>
      <p:sp>
        <p:nvSpPr>
          <p:cNvPr id="6" name="Rectangle 5"/>
          <p:cNvSpPr/>
          <p:nvPr userDrawn="1"/>
        </p:nvSpPr>
        <p:spPr>
          <a:xfrm>
            <a:off x="-3376" y="108000"/>
            <a:ext cx="2292080" cy="674829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7" name="Content Placeholder 5"/>
          <p:cNvSpPr>
            <a:spLocks noGrp="1"/>
          </p:cNvSpPr>
          <p:nvPr>
            <p:ph sz="quarter" idx="14"/>
          </p:nvPr>
        </p:nvSpPr>
        <p:spPr>
          <a:xfrm>
            <a:off x="2648744" y="1412776"/>
            <a:ext cx="6768876" cy="4536504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8" name="Text Placeholder 8"/>
          <p:cNvSpPr>
            <a:spLocks noGrp="1"/>
          </p:cNvSpPr>
          <p:nvPr>
            <p:ph type="body" sz="quarter" idx="31"/>
          </p:nvPr>
        </p:nvSpPr>
        <p:spPr>
          <a:xfrm>
            <a:off x="288000" y="548680"/>
            <a:ext cx="1692000" cy="5688632"/>
          </a:xfrm>
        </p:spPr>
        <p:txBody>
          <a:bodyPr anchor="ctr"/>
          <a:lstStyle>
            <a:lvl1pPr>
              <a:defRPr sz="140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>
              <a:buClr>
                <a:schemeClr val="bg1"/>
              </a:buClr>
              <a:defRPr sz="140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2pPr>
            <a:lvl3pPr>
              <a:buClr>
                <a:schemeClr val="bg1"/>
              </a:buClr>
              <a:defRPr sz="140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3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9" name="Text Placeholder 2"/>
          <p:cNvSpPr>
            <a:spLocks noGrp="1"/>
          </p:cNvSpPr>
          <p:nvPr>
            <p:ph type="body" sz="quarter" idx="32" hasCustomPrompt="1"/>
          </p:nvPr>
        </p:nvSpPr>
        <p:spPr>
          <a:xfrm>
            <a:off x="2660300" y="6021288"/>
            <a:ext cx="6685313" cy="287214"/>
          </a:xfrm>
        </p:spPr>
        <p:txBody>
          <a:bodyPr anchor="ctr"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 lvl="0"/>
            <a:r>
              <a:rPr lang="en-AU" noProof="0" dirty="0"/>
              <a:t>Source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8841432" y="6392361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E8856DA-B77A-4A94-8E84-45BF77D9376B}" type="slidenum">
              <a:rPr lang="en-AU" sz="1200" noProof="0" smtClean="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AU" sz="1200" noProof="0" dirty="0">
              <a:solidFill>
                <a:schemeClr val="accent3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D5280923-8894-493F-AA72-DC795FA2B9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49600" y="504000"/>
            <a:ext cx="6711256" cy="504056"/>
          </a:xfrm>
        </p:spPr>
        <p:txBody>
          <a:bodyPr anchor="ctr" anchorCtr="0"/>
          <a:lstStyle>
            <a:lvl1pPr marL="0" marR="0" indent="0" algn="l" defTabSz="914349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/>
            </a:lvl1pPr>
          </a:lstStyle>
          <a:p>
            <a:pPr lvl="0"/>
            <a:r>
              <a:rPr lang="en-AU" noProof="0" dirty="0"/>
              <a:t>Governing thought</a:t>
            </a:r>
          </a:p>
        </p:txBody>
      </p:sp>
    </p:spTree>
    <p:extLst>
      <p:ext uri="{BB962C8B-B14F-4D97-AF65-F5344CB8AC3E}">
        <p14:creationId xmlns:p14="http://schemas.microsoft.com/office/powerpoint/2010/main" val="2119218420"/>
      </p:ext>
    </p:extLst>
  </p:cSld>
  <p:clrMapOvr>
    <a:masterClrMapping/>
  </p:clrMapOvr>
</p:sldLayout>
</file>

<file path=ppt/slideLayouts/slideLayout2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 panel small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96412882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9506" name="think-cell Slide" r:id="rId5" imgW="270" imgH="270" progId="TCLayout.ActiveDocument.1">
                  <p:embed/>
                </p:oleObj>
              </mc:Choice>
              <mc:Fallback>
                <p:oleObj name="think-cell Slide" r:id="rId5" imgW="270" imgH="270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AU" sz="2800" b="0" i="0" baseline="0" dirty="0">
              <a:latin typeface="Segoe UI Semibold"/>
              <a:ea typeface="+mj-ea"/>
              <a:cs typeface="+mj-cs"/>
              <a:sym typeface="Segoe UI Semibold"/>
            </a:endParaRPr>
          </a:p>
        </p:txBody>
      </p:sp>
      <p:pic>
        <p:nvPicPr>
          <p:cNvPr id="4" name="Picture 3"/>
          <p:cNvPicPr>
            <a:picLocks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5339" cy="109703"/>
          </a:xfrm>
          <a:prstGeom prst="rect">
            <a:avLst/>
          </a:prstGeom>
        </p:spPr>
      </p:pic>
      <p:sp>
        <p:nvSpPr>
          <p:cNvPr id="6" name="Rectangle 5"/>
          <p:cNvSpPr/>
          <p:nvPr userDrawn="1"/>
        </p:nvSpPr>
        <p:spPr>
          <a:xfrm>
            <a:off x="7618543" y="108000"/>
            <a:ext cx="2292080" cy="6748297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7" name="Content Placeholder 5"/>
          <p:cNvSpPr>
            <a:spLocks noGrp="1"/>
          </p:cNvSpPr>
          <p:nvPr>
            <p:ph sz="quarter" idx="14"/>
          </p:nvPr>
        </p:nvSpPr>
        <p:spPr>
          <a:xfrm>
            <a:off x="560388" y="1412776"/>
            <a:ext cx="6732000" cy="4536504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8" name="Text Placeholder 8"/>
          <p:cNvSpPr>
            <a:spLocks noGrp="1"/>
          </p:cNvSpPr>
          <p:nvPr>
            <p:ph type="body" sz="quarter" idx="31"/>
          </p:nvPr>
        </p:nvSpPr>
        <p:spPr>
          <a:xfrm>
            <a:off x="7920000" y="562159"/>
            <a:ext cx="1692000" cy="5688632"/>
          </a:xfrm>
        </p:spPr>
        <p:txBody>
          <a:bodyPr anchor="ctr"/>
          <a:lstStyle>
            <a:lvl1pPr>
              <a:defRPr sz="1400">
                <a:solidFill>
                  <a:schemeClr val="bg2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>
              <a:buClr>
                <a:schemeClr val="bg2"/>
              </a:buClr>
              <a:defRPr sz="1400">
                <a:solidFill>
                  <a:schemeClr val="bg2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2pPr>
            <a:lvl3pPr>
              <a:buClr>
                <a:schemeClr val="bg2"/>
              </a:buClr>
              <a:defRPr sz="1400">
                <a:solidFill>
                  <a:schemeClr val="bg2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3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9" name="Text Placeholder 2"/>
          <p:cNvSpPr>
            <a:spLocks noGrp="1"/>
          </p:cNvSpPr>
          <p:nvPr>
            <p:ph type="body" sz="quarter" idx="32" hasCustomPrompt="1"/>
          </p:nvPr>
        </p:nvSpPr>
        <p:spPr>
          <a:xfrm>
            <a:off x="571944" y="6021288"/>
            <a:ext cx="6685313" cy="287214"/>
          </a:xfrm>
        </p:spPr>
        <p:txBody>
          <a:bodyPr anchor="ctr"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 lvl="0"/>
            <a:r>
              <a:rPr lang="en-AU" noProof="0" dirty="0"/>
              <a:t>Source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8841432" y="6392361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E8856DA-B77A-4A94-8E84-45BF77D9376B}" type="slidenum">
              <a:rPr lang="en-AU" sz="1200" noProof="0" smtClean="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AU" sz="1200" noProof="0" dirty="0">
              <a:solidFill>
                <a:schemeClr val="accent3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F491780B-65F6-41A7-81F8-5AB541FCD5E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504000"/>
            <a:ext cx="6732000" cy="504056"/>
          </a:xfrm>
        </p:spPr>
        <p:txBody>
          <a:bodyPr anchor="ctr" anchorCtr="0"/>
          <a:lstStyle>
            <a:lvl1pPr marL="0" marR="0" indent="0" algn="l" defTabSz="914349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/>
            </a:lvl1pPr>
          </a:lstStyle>
          <a:p>
            <a:pPr lvl="0"/>
            <a:r>
              <a:rPr lang="en-AU" noProof="0" dirty="0"/>
              <a:t>Governing thought</a:t>
            </a:r>
          </a:p>
        </p:txBody>
      </p:sp>
    </p:spTree>
    <p:extLst>
      <p:ext uri="{BB962C8B-B14F-4D97-AF65-F5344CB8AC3E}">
        <p14:creationId xmlns:p14="http://schemas.microsoft.com/office/powerpoint/2010/main" val="2863254381"/>
      </p:ext>
    </p:extLst>
  </p:cSld>
  <p:clrMapOvr>
    <a:masterClrMapping/>
  </p:clrMapOvr>
</p:sldLayout>
</file>

<file path=ppt/slideLayouts/slideLayout2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 panel small right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90383384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0530" name="think-cell Slide" r:id="rId5" imgW="270" imgH="270" progId="TCLayout.ActiveDocument.1">
                  <p:embed/>
                </p:oleObj>
              </mc:Choice>
              <mc:Fallback>
                <p:oleObj name="think-cell Slide" r:id="rId5" imgW="270" imgH="270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AU" sz="2800" b="0" i="0" baseline="0" dirty="0">
              <a:latin typeface="Segoe UI Semibold"/>
              <a:ea typeface="+mj-ea"/>
              <a:cs typeface="+mj-cs"/>
              <a:sym typeface="Segoe UI Semibold"/>
            </a:endParaRPr>
          </a:p>
        </p:txBody>
      </p:sp>
      <p:pic>
        <p:nvPicPr>
          <p:cNvPr id="4" name="Picture 3"/>
          <p:cNvPicPr>
            <a:picLocks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5339" cy="109703"/>
          </a:xfrm>
          <a:prstGeom prst="rect">
            <a:avLst/>
          </a:prstGeom>
        </p:spPr>
      </p:pic>
      <p:sp>
        <p:nvSpPr>
          <p:cNvPr id="6" name="Rectangle 5"/>
          <p:cNvSpPr/>
          <p:nvPr userDrawn="1"/>
        </p:nvSpPr>
        <p:spPr>
          <a:xfrm>
            <a:off x="7613920" y="108000"/>
            <a:ext cx="2292080" cy="674829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7" name="Content Placeholder 5"/>
          <p:cNvSpPr>
            <a:spLocks noGrp="1"/>
          </p:cNvSpPr>
          <p:nvPr>
            <p:ph sz="quarter" idx="14"/>
          </p:nvPr>
        </p:nvSpPr>
        <p:spPr>
          <a:xfrm>
            <a:off x="560388" y="1412776"/>
            <a:ext cx="6732000" cy="4536504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8" name="Text Placeholder 8"/>
          <p:cNvSpPr>
            <a:spLocks noGrp="1"/>
          </p:cNvSpPr>
          <p:nvPr>
            <p:ph type="body" sz="quarter" idx="31"/>
          </p:nvPr>
        </p:nvSpPr>
        <p:spPr>
          <a:xfrm>
            <a:off x="7920000" y="562159"/>
            <a:ext cx="1692000" cy="5688632"/>
          </a:xfrm>
        </p:spPr>
        <p:txBody>
          <a:bodyPr anchor="ctr"/>
          <a:lstStyle>
            <a:lvl1pPr>
              <a:defRPr sz="140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>
              <a:buClr>
                <a:schemeClr val="bg1"/>
              </a:buClr>
              <a:defRPr sz="140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2pPr>
            <a:lvl3pPr>
              <a:buClr>
                <a:schemeClr val="bg1"/>
              </a:buClr>
              <a:defRPr sz="140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3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9" name="Text Placeholder 2"/>
          <p:cNvSpPr>
            <a:spLocks noGrp="1"/>
          </p:cNvSpPr>
          <p:nvPr>
            <p:ph type="body" sz="quarter" idx="32" hasCustomPrompt="1"/>
          </p:nvPr>
        </p:nvSpPr>
        <p:spPr>
          <a:xfrm>
            <a:off x="571944" y="6021288"/>
            <a:ext cx="6685313" cy="287214"/>
          </a:xfrm>
        </p:spPr>
        <p:txBody>
          <a:bodyPr anchor="ctr"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 lvl="0"/>
            <a:r>
              <a:rPr lang="en-AU" noProof="0" dirty="0"/>
              <a:t>Source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8841432" y="6392361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E8856DA-B77A-4A94-8E84-45BF77D9376B}" type="slidenum">
              <a:rPr lang="en-AU" sz="1200" noProof="0" smtClean="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AU" sz="1200" noProof="0" dirty="0">
              <a:solidFill>
                <a:schemeClr val="accent3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16A63C25-28D2-44C9-9114-36F511FB493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504000"/>
            <a:ext cx="6732000" cy="504056"/>
          </a:xfrm>
        </p:spPr>
        <p:txBody>
          <a:bodyPr anchor="ctr" anchorCtr="0"/>
          <a:lstStyle>
            <a:lvl1pPr marL="0" marR="0" indent="0" algn="l" defTabSz="914349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/>
            </a:lvl1pPr>
          </a:lstStyle>
          <a:p>
            <a:pPr lvl="0"/>
            <a:r>
              <a:rPr lang="en-AU" noProof="0" dirty="0"/>
              <a:t>Governing thought</a:t>
            </a:r>
          </a:p>
        </p:txBody>
      </p:sp>
    </p:spTree>
    <p:extLst>
      <p:ext uri="{BB962C8B-B14F-4D97-AF65-F5344CB8AC3E}">
        <p14:creationId xmlns:p14="http://schemas.microsoft.com/office/powerpoint/2010/main" val="38193394"/>
      </p:ext>
    </p:extLst>
  </p:cSld>
  <p:clrMapOvr>
    <a:masterClrMapping/>
  </p:clrMapOvr>
</p:sldLayout>
</file>

<file path=ppt/slideLayouts/slideLayout2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 panel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9462456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1554" name="think-cell Slide" r:id="rId5" imgW="270" imgH="270" progId="TCLayout.ActiveDocument.1">
                  <p:embed/>
                </p:oleObj>
              </mc:Choice>
              <mc:Fallback>
                <p:oleObj name="think-cell Slide" r:id="rId5" imgW="270" imgH="270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AU" sz="2800" b="0" i="0" baseline="0" dirty="0">
              <a:latin typeface="Segoe UI Semibold"/>
              <a:ea typeface="+mj-ea"/>
              <a:cs typeface="+mj-cs"/>
              <a:sym typeface="Segoe UI Semibold"/>
            </a:endParaRPr>
          </a:p>
        </p:txBody>
      </p:sp>
      <p:pic>
        <p:nvPicPr>
          <p:cNvPr id="4" name="Picture 3"/>
          <p:cNvPicPr>
            <a:picLocks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5339" cy="109703"/>
          </a:xfrm>
          <a:prstGeom prst="rect">
            <a:avLst/>
          </a:prstGeom>
        </p:spPr>
      </p:pic>
      <p:sp>
        <p:nvSpPr>
          <p:cNvPr id="6" name="Rectangle 5"/>
          <p:cNvSpPr/>
          <p:nvPr userDrawn="1"/>
        </p:nvSpPr>
        <p:spPr>
          <a:xfrm>
            <a:off x="-3376" y="108000"/>
            <a:ext cx="3270094" cy="674829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AU" noProof="0"/>
          </a:p>
        </p:txBody>
      </p:sp>
      <p:sp>
        <p:nvSpPr>
          <p:cNvPr id="7" name="Content Placeholder 5"/>
          <p:cNvSpPr>
            <a:spLocks noGrp="1"/>
          </p:cNvSpPr>
          <p:nvPr>
            <p:ph sz="quarter" idx="14"/>
          </p:nvPr>
        </p:nvSpPr>
        <p:spPr>
          <a:xfrm>
            <a:off x="3636000" y="1412776"/>
            <a:ext cx="5760000" cy="4536504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8" name="Text Placeholder 8"/>
          <p:cNvSpPr>
            <a:spLocks noGrp="1"/>
          </p:cNvSpPr>
          <p:nvPr>
            <p:ph type="body" sz="quarter" idx="31"/>
          </p:nvPr>
        </p:nvSpPr>
        <p:spPr>
          <a:xfrm>
            <a:off x="396000" y="548680"/>
            <a:ext cx="2448271" cy="5688632"/>
          </a:xfrm>
        </p:spPr>
        <p:txBody>
          <a:bodyPr anchor="ctr"/>
          <a:lstStyle>
            <a:lvl1pPr>
              <a:defRPr sz="160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>
              <a:buClr>
                <a:schemeClr val="bg1"/>
              </a:buClr>
              <a:defRPr sz="160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2pPr>
            <a:lvl3pPr>
              <a:buClr>
                <a:schemeClr val="bg1"/>
              </a:buClr>
              <a:defRPr sz="160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3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9" name="Text Placeholder 2"/>
          <p:cNvSpPr>
            <a:spLocks noGrp="1"/>
          </p:cNvSpPr>
          <p:nvPr>
            <p:ph type="body" sz="quarter" idx="32" hasCustomPrompt="1"/>
          </p:nvPr>
        </p:nvSpPr>
        <p:spPr>
          <a:xfrm>
            <a:off x="3636000" y="6021288"/>
            <a:ext cx="5760765" cy="287214"/>
          </a:xfrm>
        </p:spPr>
        <p:txBody>
          <a:bodyPr anchor="ctr"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 lvl="0"/>
            <a:r>
              <a:rPr lang="en-AU" noProof="0" dirty="0"/>
              <a:t>Source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8841432" y="6392361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E8856DA-B77A-4A94-8E84-45BF77D9376B}" type="slidenum">
              <a:rPr lang="en-AU" sz="1200" noProof="0" smtClean="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AU" sz="1200" noProof="0" dirty="0">
              <a:solidFill>
                <a:schemeClr val="accent3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1858477"/>
      </p:ext>
    </p:extLst>
  </p:cSld>
  <p:clrMapOvr>
    <a:masterClrMapping/>
  </p:clrMapOvr>
</p:sldLayout>
</file>

<file path=ppt/slideLayouts/slideLayout2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ide panel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66501837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2578" name="think-cell Slide" r:id="rId5" imgW="270" imgH="270" progId="TCLayout.ActiveDocument.1">
                  <p:embed/>
                </p:oleObj>
              </mc:Choice>
              <mc:Fallback>
                <p:oleObj name="think-cell Slide" r:id="rId5" imgW="270" imgH="270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AU" sz="2800" b="0" i="0" baseline="0" dirty="0">
              <a:latin typeface="Segoe UI Semibold"/>
              <a:ea typeface="+mj-ea"/>
              <a:cs typeface="+mj-cs"/>
              <a:sym typeface="Segoe UI Semibold"/>
            </a:endParaRPr>
          </a:p>
        </p:txBody>
      </p:sp>
      <p:pic>
        <p:nvPicPr>
          <p:cNvPr id="4" name="Picture 3"/>
          <p:cNvPicPr>
            <a:picLocks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5339" cy="109703"/>
          </a:xfrm>
          <a:prstGeom prst="rect">
            <a:avLst/>
          </a:prstGeom>
        </p:spPr>
      </p:pic>
      <p:sp>
        <p:nvSpPr>
          <p:cNvPr id="6" name="Rectangle 5"/>
          <p:cNvSpPr/>
          <p:nvPr userDrawn="1"/>
        </p:nvSpPr>
        <p:spPr>
          <a:xfrm>
            <a:off x="-3376" y="108000"/>
            <a:ext cx="3270094" cy="674829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AU" noProof="0"/>
          </a:p>
        </p:txBody>
      </p:sp>
      <p:sp>
        <p:nvSpPr>
          <p:cNvPr id="9" name="Text Placeholder 3"/>
          <p:cNvSpPr>
            <a:spLocks noGrp="1"/>
          </p:cNvSpPr>
          <p:nvPr>
            <p:ph type="body" sz="quarter" idx="15" hasCustomPrompt="1"/>
          </p:nvPr>
        </p:nvSpPr>
        <p:spPr>
          <a:xfrm>
            <a:off x="432000" y="1600610"/>
            <a:ext cx="2376264" cy="3700598"/>
          </a:xfrm>
        </p:spPr>
        <p:txBody>
          <a:bodyPr anchor="ctr"/>
          <a:lstStyle>
            <a:lvl1pPr algn="ctr">
              <a:defRPr sz="1800" i="0">
                <a:solidFill>
                  <a:schemeClr val="bg1"/>
                </a:solidFill>
                <a:latin typeface="Segoe UI Semilight" panose="020B0402040204020203" pitchFamily="34" charset="0"/>
                <a:ea typeface="Segoe UI" panose="020B0502040204020203" pitchFamily="34" charset="0"/>
                <a:cs typeface="Segoe UI Semilight" panose="020B0402040204020203" pitchFamily="34" charset="0"/>
              </a:defRPr>
            </a:lvl1pPr>
            <a:lvl2pPr>
              <a:defRPr>
                <a:solidFill>
                  <a:schemeClr val="bg1"/>
                </a:solidFill>
                <a:latin typeface="Segoe UI Semibold" panose="020B0702040204020203" pitchFamily="34" charset="0"/>
              </a:defRPr>
            </a:lvl2pPr>
            <a:lvl3pPr>
              <a:defRPr>
                <a:solidFill>
                  <a:schemeClr val="bg1"/>
                </a:solidFill>
                <a:latin typeface="Segoe UI Semibold" panose="020B0702040204020203" pitchFamily="34" charset="0"/>
              </a:defRPr>
            </a:lvl3pPr>
            <a:lvl4pPr>
              <a:defRPr>
                <a:solidFill>
                  <a:schemeClr val="bg1"/>
                </a:solidFill>
                <a:latin typeface="Segoe UI Semibold" panose="020B0702040204020203" pitchFamily="34" charset="0"/>
              </a:defRPr>
            </a:lvl4pPr>
            <a:lvl5pPr>
              <a:defRPr>
                <a:solidFill>
                  <a:schemeClr val="bg1"/>
                </a:solidFill>
                <a:latin typeface="Segoe UI Semibold" panose="020B0702040204020203" pitchFamily="34" charset="0"/>
              </a:defRPr>
            </a:lvl5pPr>
          </a:lstStyle>
          <a:p>
            <a:pPr lvl="0"/>
            <a:r>
              <a:rPr lang="en-AU" noProof="0" dirty="0"/>
              <a:t>Pull Quote</a:t>
            </a:r>
          </a:p>
        </p:txBody>
      </p:sp>
      <p:sp>
        <p:nvSpPr>
          <p:cNvPr id="10" name="Freeform 9"/>
          <p:cNvSpPr>
            <a:spLocks noChangeAspect="1" noEditPoints="1"/>
          </p:cNvSpPr>
          <p:nvPr userDrawn="1"/>
        </p:nvSpPr>
        <p:spPr bwMode="auto">
          <a:xfrm>
            <a:off x="443539" y="980728"/>
            <a:ext cx="422362" cy="339258"/>
          </a:xfrm>
          <a:custGeom>
            <a:avLst/>
            <a:gdLst>
              <a:gd name="T0" fmla="*/ 170 w 285"/>
              <a:gd name="T1" fmla="*/ 229 h 229"/>
              <a:gd name="T2" fmla="*/ 163 w 285"/>
              <a:gd name="T3" fmla="*/ 183 h 229"/>
              <a:gd name="T4" fmla="*/ 165 w 285"/>
              <a:gd name="T5" fmla="*/ 99 h 229"/>
              <a:gd name="T6" fmla="*/ 186 w 285"/>
              <a:gd name="T7" fmla="*/ 29 h 229"/>
              <a:gd name="T8" fmla="*/ 251 w 285"/>
              <a:gd name="T9" fmla="*/ 0 h 229"/>
              <a:gd name="T10" fmla="*/ 284 w 285"/>
              <a:gd name="T11" fmla="*/ 57 h 229"/>
              <a:gd name="T12" fmla="*/ 278 w 285"/>
              <a:gd name="T13" fmla="*/ 66 h 229"/>
              <a:gd name="T14" fmla="*/ 231 w 285"/>
              <a:gd name="T15" fmla="*/ 108 h 229"/>
              <a:gd name="T16" fmla="*/ 284 w 285"/>
              <a:gd name="T17" fmla="*/ 114 h 229"/>
              <a:gd name="T18" fmla="*/ 278 w 285"/>
              <a:gd name="T19" fmla="*/ 229 h 229"/>
              <a:gd name="T20" fmla="*/ 272 w 285"/>
              <a:gd name="T21" fmla="*/ 217 h 229"/>
              <a:gd name="T22" fmla="*/ 224 w 285"/>
              <a:gd name="T23" fmla="*/ 120 h 229"/>
              <a:gd name="T24" fmla="*/ 233 w 285"/>
              <a:gd name="T25" fmla="*/ 68 h 229"/>
              <a:gd name="T26" fmla="*/ 248 w 285"/>
              <a:gd name="T27" fmla="*/ 12 h 229"/>
              <a:gd name="T28" fmla="*/ 196 w 285"/>
              <a:gd name="T29" fmla="*/ 36 h 229"/>
              <a:gd name="T30" fmla="*/ 176 w 285"/>
              <a:gd name="T31" fmla="*/ 100 h 229"/>
              <a:gd name="T32" fmla="*/ 175 w 285"/>
              <a:gd name="T33" fmla="*/ 182 h 229"/>
              <a:gd name="T34" fmla="*/ 116 w 285"/>
              <a:gd name="T35" fmla="*/ 229 h 229"/>
              <a:gd name="T36" fmla="*/ 1 w 285"/>
              <a:gd name="T37" fmla="*/ 223 h 229"/>
              <a:gd name="T38" fmla="*/ 0 w 285"/>
              <a:gd name="T39" fmla="*/ 143 h 229"/>
              <a:gd name="T40" fmla="*/ 9 w 285"/>
              <a:gd name="T41" fmla="*/ 61 h 229"/>
              <a:gd name="T42" fmla="*/ 50 w 285"/>
              <a:gd name="T43" fmla="*/ 8 h 229"/>
              <a:gd name="T44" fmla="*/ 94 w 285"/>
              <a:gd name="T45" fmla="*/ 3 h 229"/>
              <a:gd name="T46" fmla="*/ 121 w 285"/>
              <a:gd name="T47" fmla="*/ 63 h 229"/>
              <a:gd name="T48" fmla="*/ 78 w 285"/>
              <a:gd name="T49" fmla="*/ 77 h 229"/>
              <a:gd name="T50" fmla="*/ 116 w 285"/>
              <a:gd name="T51" fmla="*/ 108 h 229"/>
              <a:gd name="T52" fmla="*/ 122 w 285"/>
              <a:gd name="T53" fmla="*/ 223 h 229"/>
              <a:gd name="T54" fmla="*/ 13 w 285"/>
              <a:gd name="T55" fmla="*/ 217 h 229"/>
              <a:gd name="T56" fmla="*/ 110 w 285"/>
              <a:gd name="T57" fmla="*/ 120 h 229"/>
              <a:gd name="T58" fmla="*/ 55 w 285"/>
              <a:gd name="T59" fmla="*/ 114 h 229"/>
              <a:gd name="T60" fmla="*/ 106 w 285"/>
              <a:gd name="T61" fmla="*/ 54 h 229"/>
              <a:gd name="T62" fmla="*/ 55 w 285"/>
              <a:gd name="T63" fmla="*/ 18 h 229"/>
              <a:gd name="T64" fmla="*/ 20 w 285"/>
              <a:gd name="T65" fmla="*/ 64 h 229"/>
              <a:gd name="T66" fmla="*/ 12 w 285"/>
              <a:gd name="T67" fmla="*/ 143 h 229"/>
              <a:gd name="T68" fmla="*/ 13 w 285"/>
              <a:gd name="T69" fmla="*/ 217 h 22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285" h="229">
                <a:moveTo>
                  <a:pt x="278" y="229"/>
                </a:moveTo>
                <a:cubicBezTo>
                  <a:pt x="170" y="229"/>
                  <a:pt x="170" y="229"/>
                  <a:pt x="170" y="229"/>
                </a:cubicBezTo>
                <a:cubicBezTo>
                  <a:pt x="167" y="229"/>
                  <a:pt x="164" y="226"/>
                  <a:pt x="164" y="223"/>
                </a:cubicBezTo>
                <a:cubicBezTo>
                  <a:pt x="164" y="214"/>
                  <a:pt x="164" y="201"/>
                  <a:pt x="163" y="183"/>
                </a:cubicBezTo>
                <a:cubicBezTo>
                  <a:pt x="163" y="143"/>
                  <a:pt x="163" y="143"/>
                  <a:pt x="163" y="143"/>
                </a:cubicBezTo>
                <a:cubicBezTo>
                  <a:pt x="163" y="126"/>
                  <a:pt x="163" y="112"/>
                  <a:pt x="165" y="99"/>
                </a:cubicBezTo>
                <a:cubicBezTo>
                  <a:pt x="165" y="88"/>
                  <a:pt x="167" y="77"/>
                  <a:pt x="171" y="62"/>
                </a:cubicBezTo>
                <a:cubicBezTo>
                  <a:pt x="174" y="49"/>
                  <a:pt x="179" y="38"/>
                  <a:pt x="186" y="29"/>
                </a:cubicBezTo>
                <a:cubicBezTo>
                  <a:pt x="192" y="20"/>
                  <a:pt x="201" y="13"/>
                  <a:pt x="213" y="8"/>
                </a:cubicBezTo>
                <a:cubicBezTo>
                  <a:pt x="224" y="3"/>
                  <a:pt x="237" y="0"/>
                  <a:pt x="251" y="0"/>
                </a:cubicBezTo>
                <a:cubicBezTo>
                  <a:pt x="254" y="0"/>
                  <a:pt x="256" y="1"/>
                  <a:pt x="257" y="3"/>
                </a:cubicBezTo>
                <a:cubicBezTo>
                  <a:pt x="284" y="57"/>
                  <a:pt x="284" y="57"/>
                  <a:pt x="284" y="57"/>
                </a:cubicBezTo>
                <a:cubicBezTo>
                  <a:pt x="285" y="59"/>
                  <a:pt x="285" y="61"/>
                  <a:pt x="283" y="63"/>
                </a:cubicBezTo>
                <a:cubicBezTo>
                  <a:pt x="282" y="65"/>
                  <a:pt x="280" y="66"/>
                  <a:pt x="278" y="66"/>
                </a:cubicBezTo>
                <a:cubicBezTo>
                  <a:pt x="261" y="66"/>
                  <a:pt x="249" y="70"/>
                  <a:pt x="241" y="77"/>
                </a:cubicBezTo>
                <a:cubicBezTo>
                  <a:pt x="235" y="83"/>
                  <a:pt x="231" y="94"/>
                  <a:pt x="231" y="108"/>
                </a:cubicBezTo>
                <a:cubicBezTo>
                  <a:pt x="278" y="108"/>
                  <a:pt x="278" y="108"/>
                  <a:pt x="278" y="108"/>
                </a:cubicBezTo>
                <a:cubicBezTo>
                  <a:pt x="282" y="108"/>
                  <a:pt x="284" y="111"/>
                  <a:pt x="284" y="114"/>
                </a:cubicBezTo>
                <a:cubicBezTo>
                  <a:pt x="284" y="223"/>
                  <a:pt x="284" y="223"/>
                  <a:pt x="284" y="223"/>
                </a:cubicBezTo>
                <a:cubicBezTo>
                  <a:pt x="284" y="226"/>
                  <a:pt x="282" y="229"/>
                  <a:pt x="278" y="229"/>
                </a:cubicBezTo>
                <a:close/>
                <a:moveTo>
                  <a:pt x="176" y="217"/>
                </a:moveTo>
                <a:cubicBezTo>
                  <a:pt x="272" y="217"/>
                  <a:pt x="272" y="217"/>
                  <a:pt x="272" y="217"/>
                </a:cubicBezTo>
                <a:cubicBezTo>
                  <a:pt x="272" y="120"/>
                  <a:pt x="272" y="120"/>
                  <a:pt x="272" y="120"/>
                </a:cubicBezTo>
                <a:cubicBezTo>
                  <a:pt x="224" y="120"/>
                  <a:pt x="224" y="120"/>
                  <a:pt x="224" y="120"/>
                </a:cubicBezTo>
                <a:cubicBezTo>
                  <a:pt x="221" y="120"/>
                  <a:pt x="218" y="118"/>
                  <a:pt x="218" y="114"/>
                </a:cubicBezTo>
                <a:cubicBezTo>
                  <a:pt x="218" y="94"/>
                  <a:pt x="223" y="78"/>
                  <a:pt x="233" y="68"/>
                </a:cubicBezTo>
                <a:cubicBezTo>
                  <a:pt x="241" y="60"/>
                  <a:pt x="253" y="56"/>
                  <a:pt x="269" y="54"/>
                </a:cubicBezTo>
                <a:cubicBezTo>
                  <a:pt x="248" y="12"/>
                  <a:pt x="248" y="12"/>
                  <a:pt x="248" y="12"/>
                </a:cubicBezTo>
                <a:cubicBezTo>
                  <a:pt x="236" y="12"/>
                  <a:pt x="226" y="15"/>
                  <a:pt x="218" y="18"/>
                </a:cubicBezTo>
                <a:cubicBezTo>
                  <a:pt x="208" y="23"/>
                  <a:pt x="201" y="29"/>
                  <a:pt x="196" y="36"/>
                </a:cubicBezTo>
                <a:cubicBezTo>
                  <a:pt x="190" y="44"/>
                  <a:pt x="185" y="54"/>
                  <a:pt x="183" y="64"/>
                </a:cubicBezTo>
                <a:cubicBezTo>
                  <a:pt x="179" y="79"/>
                  <a:pt x="177" y="90"/>
                  <a:pt x="176" y="100"/>
                </a:cubicBezTo>
                <a:cubicBezTo>
                  <a:pt x="175" y="112"/>
                  <a:pt x="175" y="126"/>
                  <a:pt x="175" y="143"/>
                </a:cubicBezTo>
                <a:cubicBezTo>
                  <a:pt x="175" y="182"/>
                  <a:pt x="175" y="182"/>
                  <a:pt x="175" y="182"/>
                </a:cubicBezTo>
                <a:cubicBezTo>
                  <a:pt x="176" y="197"/>
                  <a:pt x="176" y="208"/>
                  <a:pt x="176" y="217"/>
                </a:cubicBezTo>
                <a:close/>
                <a:moveTo>
                  <a:pt x="116" y="229"/>
                </a:moveTo>
                <a:cubicBezTo>
                  <a:pt x="7" y="229"/>
                  <a:pt x="7" y="229"/>
                  <a:pt x="7" y="229"/>
                </a:cubicBezTo>
                <a:cubicBezTo>
                  <a:pt x="4" y="229"/>
                  <a:pt x="1" y="226"/>
                  <a:pt x="1" y="223"/>
                </a:cubicBezTo>
                <a:cubicBezTo>
                  <a:pt x="1" y="214"/>
                  <a:pt x="1" y="201"/>
                  <a:pt x="1" y="183"/>
                </a:cubicBezTo>
                <a:cubicBezTo>
                  <a:pt x="0" y="165"/>
                  <a:pt x="0" y="151"/>
                  <a:pt x="0" y="143"/>
                </a:cubicBezTo>
                <a:cubicBezTo>
                  <a:pt x="0" y="126"/>
                  <a:pt x="1" y="112"/>
                  <a:pt x="1" y="99"/>
                </a:cubicBezTo>
                <a:cubicBezTo>
                  <a:pt x="3" y="84"/>
                  <a:pt x="5" y="72"/>
                  <a:pt x="9" y="61"/>
                </a:cubicBezTo>
                <a:cubicBezTo>
                  <a:pt x="12" y="48"/>
                  <a:pt x="17" y="37"/>
                  <a:pt x="23" y="29"/>
                </a:cubicBezTo>
                <a:cubicBezTo>
                  <a:pt x="31" y="20"/>
                  <a:pt x="39" y="13"/>
                  <a:pt x="50" y="8"/>
                </a:cubicBezTo>
                <a:cubicBezTo>
                  <a:pt x="61" y="2"/>
                  <a:pt x="75" y="0"/>
                  <a:pt x="89" y="0"/>
                </a:cubicBezTo>
                <a:cubicBezTo>
                  <a:pt x="91" y="0"/>
                  <a:pt x="93" y="1"/>
                  <a:pt x="94" y="3"/>
                </a:cubicBezTo>
                <a:cubicBezTo>
                  <a:pt x="121" y="57"/>
                  <a:pt x="121" y="57"/>
                  <a:pt x="121" y="57"/>
                </a:cubicBezTo>
                <a:cubicBezTo>
                  <a:pt x="122" y="59"/>
                  <a:pt x="122" y="61"/>
                  <a:pt x="121" y="63"/>
                </a:cubicBezTo>
                <a:cubicBezTo>
                  <a:pt x="120" y="65"/>
                  <a:pt x="118" y="66"/>
                  <a:pt x="116" y="66"/>
                </a:cubicBezTo>
                <a:cubicBezTo>
                  <a:pt x="99" y="66"/>
                  <a:pt x="86" y="70"/>
                  <a:pt x="78" y="77"/>
                </a:cubicBezTo>
                <a:cubicBezTo>
                  <a:pt x="72" y="83"/>
                  <a:pt x="68" y="94"/>
                  <a:pt x="68" y="108"/>
                </a:cubicBezTo>
                <a:cubicBezTo>
                  <a:pt x="116" y="108"/>
                  <a:pt x="116" y="108"/>
                  <a:pt x="116" y="108"/>
                </a:cubicBezTo>
                <a:cubicBezTo>
                  <a:pt x="119" y="108"/>
                  <a:pt x="122" y="111"/>
                  <a:pt x="122" y="114"/>
                </a:cubicBezTo>
                <a:cubicBezTo>
                  <a:pt x="122" y="223"/>
                  <a:pt x="122" y="223"/>
                  <a:pt x="122" y="223"/>
                </a:cubicBezTo>
                <a:cubicBezTo>
                  <a:pt x="122" y="226"/>
                  <a:pt x="119" y="229"/>
                  <a:pt x="116" y="229"/>
                </a:cubicBezTo>
                <a:close/>
                <a:moveTo>
                  <a:pt x="13" y="217"/>
                </a:moveTo>
                <a:cubicBezTo>
                  <a:pt x="110" y="217"/>
                  <a:pt x="110" y="217"/>
                  <a:pt x="110" y="217"/>
                </a:cubicBezTo>
                <a:cubicBezTo>
                  <a:pt x="110" y="120"/>
                  <a:pt x="110" y="120"/>
                  <a:pt x="110" y="120"/>
                </a:cubicBezTo>
                <a:cubicBezTo>
                  <a:pt x="61" y="120"/>
                  <a:pt x="61" y="120"/>
                  <a:pt x="61" y="120"/>
                </a:cubicBezTo>
                <a:cubicBezTo>
                  <a:pt x="58" y="120"/>
                  <a:pt x="55" y="118"/>
                  <a:pt x="55" y="114"/>
                </a:cubicBezTo>
                <a:cubicBezTo>
                  <a:pt x="55" y="94"/>
                  <a:pt x="60" y="78"/>
                  <a:pt x="70" y="68"/>
                </a:cubicBezTo>
                <a:cubicBezTo>
                  <a:pt x="78" y="60"/>
                  <a:pt x="90" y="56"/>
                  <a:pt x="106" y="54"/>
                </a:cubicBezTo>
                <a:cubicBezTo>
                  <a:pt x="85" y="12"/>
                  <a:pt x="85" y="12"/>
                  <a:pt x="85" y="12"/>
                </a:cubicBezTo>
                <a:cubicBezTo>
                  <a:pt x="74" y="12"/>
                  <a:pt x="64" y="15"/>
                  <a:pt x="55" y="18"/>
                </a:cubicBezTo>
                <a:cubicBezTo>
                  <a:pt x="46" y="23"/>
                  <a:pt x="39" y="28"/>
                  <a:pt x="33" y="36"/>
                </a:cubicBezTo>
                <a:cubicBezTo>
                  <a:pt x="28" y="43"/>
                  <a:pt x="23" y="52"/>
                  <a:pt x="20" y="64"/>
                </a:cubicBezTo>
                <a:cubicBezTo>
                  <a:pt x="17" y="75"/>
                  <a:pt x="15" y="86"/>
                  <a:pt x="13" y="100"/>
                </a:cubicBezTo>
                <a:cubicBezTo>
                  <a:pt x="13" y="113"/>
                  <a:pt x="12" y="126"/>
                  <a:pt x="12" y="143"/>
                </a:cubicBezTo>
                <a:cubicBezTo>
                  <a:pt x="12" y="151"/>
                  <a:pt x="12" y="164"/>
                  <a:pt x="13" y="182"/>
                </a:cubicBezTo>
                <a:cubicBezTo>
                  <a:pt x="13" y="197"/>
                  <a:pt x="13" y="208"/>
                  <a:pt x="13" y="217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50000">
                <a:schemeClr val="accent2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/>
            <a:endParaRPr lang="en-AU" noProof="0"/>
          </a:p>
        </p:txBody>
      </p:sp>
      <p:sp>
        <p:nvSpPr>
          <p:cNvPr id="11" name="Freeform 10"/>
          <p:cNvSpPr>
            <a:spLocks noChangeAspect="1" noEditPoints="1"/>
          </p:cNvSpPr>
          <p:nvPr userDrawn="1"/>
        </p:nvSpPr>
        <p:spPr bwMode="auto">
          <a:xfrm rot="10800000">
            <a:off x="2397441" y="5589240"/>
            <a:ext cx="422362" cy="339258"/>
          </a:xfrm>
          <a:custGeom>
            <a:avLst/>
            <a:gdLst>
              <a:gd name="T0" fmla="*/ 170 w 285"/>
              <a:gd name="T1" fmla="*/ 229 h 229"/>
              <a:gd name="T2" fmla="*/ 163 w 285"/>
              <a:gd name="T3" fmla="*/ 183 h 229"/>
              <a:gd name="T4" fmla="*/ 165 w 285"/>
              <a:gd name="T5" fmla="*/ 99 h 229"/>
              <a:gd name="T6" fmla="*/ 186 w 285"/>
              <a:gd name="T7" fmla="*/ 29 h 229"/>
              <a:gd name="T8" fmla="*/ 251 w 285"/>
              <a:gd name="T9" fmla="*/ 0 h 229"/>
              <a:gd name="T10" fmla="*/ 284 w 285"/>
              <a:gd name="T11" fmla="*/ 57 h 229"/>
              <a:gd name="T12" fmla="*/ 278 w 285"/>
              <a:gd name="T13" fmla="*/ 66 h 229"/>
              <a:gd name="T14" fmla="*/ 231 w 285"/>
              <a:gd name="T15" fmla="*/ 108 h 229"/>
              <a:gd name="T16" fmla="*/ 284 w 285"/>
              <a:gd name="T17" fmla="*/ 114 h 229"/>
              <a:gd name="T18" fmla="*/ 278 w 285"/>
              <a:gd name="T19" fmla="*/ 229 h 229"/>
              <a:gd name="T20" fmla="*/ 272 w 285"/>
              <a:gd name="T21" fmla="*/ 217 h 229"/>
              <a:gd name="T22" fmla="*/ 224 w 285"/>
              <a:gd name="T23" fmla="*/ 120 h 229"/>
              <a:gd name="T24" fmla="*/ 233 w 285"/>
              <a:gd name="T25" fmla="*/ 68 h 229"/>
              <a:gd name="T26" fmla="*/ 248 w 285"/>
              <a:gd name="T27" fmla="*/ 12 h 229"/>
              <a:gd name="T28" fmla="*/ 196 w 285"/>
              <a:gd name="T29" fmla="*/ 36 h 229"/>
              <a:gd name="T30" fmla="*/ 176 w 285"/>
              <a:gd name="T31" fmla="*/ 100 h 229"/>
              <a:gd name="T32" fmla="*/ 175 w 285"/>
              <a:gd name="T33" fmla="*/ 182 h 229"/>
              <a:gd name="T34" fmla="*/ 116 w 285"/>
              <a:gd name="T35" fmla="*/ 229 h 229"/>
              <a:gd name="T36" fmla="*/ 1 w 285"/>
              <a:gd name="T37" fmla="*/ 223 h 229"/>
              <a:gd name="T38" fmla="*/ 0 w 285"/>
              <a:gd name="T39" fmla="*/ 143 h 229"/>
              <a:gd name="T40" fmla="*/ 9 w 285"/>
              <a:gd name="T41" fmla="*/ 61 h 229"/>
              <a:gd name="T42" fmla="*/ 50 w 285"/>
              <a:gd name="T43" fmla="*/ 8 h 229"/>
              <a:gd name="T44" fmla="*/ 94 w 285"/>
              <a:gd name="T45" fmla="*/ 3 h 229"/>
              <a:gd name="T46" fmla="*/ 121 w 285"/>
              <a:gd name="T47" fmla="*/ 63 h 229"/>
              <a:gd name="T48" fmla="*/ 78 w 285"/>
              <a:gd name="T49" fmla="*/ 77 h 229"/>
              <a:gd name="T50" fmla="*/ 116 w 285"/>
              <a:gd name="T51" fmla="*/ 108 h 229"/>
              <a:gd name="T52" fmla="*/ 122 w 285"/>
              <a:gd name="T53" fmla="*/ 223 h 229"/>
              <a:gd name="T54" fmla="*/ 13 w 285"/>
              <a:gd name="T55" fmla="*/ 217 h 229"/>
              <a:gd name="T56" fmla="*/ 110 w 285"/>
              <a:gd name="T57" fmla="*/ 120 h 229"/>
              <a:gd name="T58" fmla="*/ 55 w 285"/>
              <a:gd name="T59" fmla="*/ 114 h 229"/>
              <a:gd name="T60" fmla="*/ 106 w 285"/>
              <a:gd name="T61" fmla="*/ 54 h 229"/>
              <a:gd name="T62" fmla="*/ 55 w 285"/>
              <a:gd name="T63" fmla="*/ 18 h 229"/>
              <a:gd name="T64" fmla="*/ 20 w 285"/>
              <a:gd name="T65" fmla="*/ 64 h 229"/>
              <a:gd name="T66" fmla="*/ 12 w 285"/>
              <a:gd name="T67" fmla="*/ 143 h 229"/>
              <a:gd name="T68" fmla="*/ 13 w 285"/>
              <a:gd name="T69" fmla="*/ 217 h 22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285" h="229">
                <a:moveTo>
                  <a:pt x="278" y="229"/>
                </a:moveTo>
                <a:cubicBezTo>
                  <a:pt x="170" y="229"/>
                  <a:pt x="170" y="229"/>
                  <a:pt x="170" y="229"/>
                </a:cubicBezTo>
                <a:cubicBezTo>
                  <a:pt x="167" y="229"/>
                  <a:pt x="164" y="226"/>
                  <a:pt x="164" y="223"/>
                </a:cubicBezTo>
                <a:cubicBezTo>
                  <a:pt x="164" y="214"/>
                  <a:pt x="164" y="201"/>
                  <a:pt x="163" y="183"/>
                </a:cubicBezTo>
                <a:cubicBezTo>
                  <a:pt x="163" y="143"/>
                  <a:pt x="163" y="143"/>
                  <a:pt x="163" y="143"/>
                </a:cubicBezTo>
                <a:cubicBezTo>
                  <a:pt x="163" y="126"/>
                  <a:pt x="163" y="112"/>
                  <a:pt x="165" y="99"/>
                </a:cubicBezTo>
                <a:cubicBezTo>
                  <a:pt x="165" y="88"/>
                  <a:pt x="167" y="77"/>
                  <a:pt x="171" y="62"/>
                </a:cubicBezTo>
                <a:cubicBezTo>
                  <a:pt x="174" y="49"/>
                  <a:pt x="179" y="38"/>
                  <a:pt x="186" y="29"/>
                </a:cubicBezTo>
                <a:cubicBezTo>
                  <a:pt x="192" y="20"/>
                  <a:pt x="201" y="13"/>
                  <a:pt x="213" y="8"/>
                </a:cubicBezTo>
                <a:cubicBezTo>
                  <a:pt x="224" y="3"/>
                  <a:pt x="237" y="0"/>
                  <a:pt x="251" y="0"/>
                </a:cubicBezTo>
                <a:cubicBezTo>
                  <a:pt x="254" y="0"/>
                  <a:pt x="256" y="1"/>
                  <a:pt x="257" y="3"/>
                </a:cubicBezTo>
                <a:cubicBezTo>
                  <a:pt x="284" y="57"/>
                  <a:pt x="284" y="57"/>
                  <a:pt x="284" y="57"/>
                </a:cubicBezTo>
                <a:cubicBezTo>
                  <a:pt x="285" y="59"/>
                  <a:pt x="285" y="61"/>
                  <a:pt x="283" y="63"/>
                </a:cubicBezTo>
                <a:cubicBezTo>
                  <a:pt x="282" y="65"/>
                  <a:pt x="280" y="66"/>
                  <a:pt x="278" y="66"/>
                </a:cubicBezTo>
                <a:cubicBezTo>
                  <a:pt x="261" y="66"/>
                  <a:pt x="249" y="70"/>
                  <a:pt x="241" y="77"/>
                </a:cubicBezTo>
                <a:cubicBezTo>
                  <a:pt x="235" y="83"/>
                  <a:pt x="231" y="94"/>
                  <a:pt x="231" y="108"/>
                </a:cubicBezTo>
                <a:cubicBezTo>
                  <a:pt x="278" y="108"/>
                  <a:pt x="278" y="108"/>
                  <a:pt x="278" y="108"/>
                </a:cubicBezTo>
                <a:cubicBezTo>
                  <a:pt x="282" y="108"/>
                  <a:pt x="284" y="111"/>
                  <a:pt x="284" y="114"/>
                </a:cubicBezTo>
                <a:cubicBezTo>
                  <a:pt x="284" y="223"/>
                  <a:pt x="284" y="223"/>
                  <a:pt x="284" y="223"/>
                </a:cubicBezTo>
                <a:cubicBezTo>
                  <a:pt x="284" y="226"/>
                  <a:pt x="282" y="229"/>
                  <a:pt x="278" y="229"/>
                </a:cubicBezTo>
                <a:close/>
                <a:moveTo>
                  <a:pt x="176" y="217"/>
                </a:moveTo>
                <a:cubicBezTo>
                  <a:pt x="272" y="217"/>
                  <a:pt x="272" y="217"/>
                  <a:pt x="272" y="217"/>
                </a:cubicBezTo>
                <a:cubicBezTo>
                  <a:pt x="272" y="120"/>
                  <a:pt x="272" y="120"/>
                  <a:pt x="272" y="120"/>
                </a:cubicBezTo>
                <a:cubicBezTo>
                  <a:pt x="224" y="120"/>
                  <a:pt x="224" y="120"/>
                  <a:pt x="224" y="120"/>
                </a:cubicBezTo>
                <a:cubicBezTo>
                  <a:pt x="221" y="120"/>
                  <a:pt x="218" y="118"/>
                  <a:pt x="218" y="114"/>
                </a:cubicBezTo>
                <a:cubicBezTo>
                  <a:pt x="218" y="94"/>
                  <a:pt x="223" y="78"/>
                  <a:pt x="233" y="68"/>
                </a:cubicBezTo>
                <a:cubicBezTo>
                  <a:pt x="241" y="60"/>
                  <a:pt x="253" y="56"/>
                  <a:pt x="269" y="54"/>
                </a:cubicBezTo>
                <a:cubicBezTo>
                  <a:pt x="248" y="12"/>
                  <a:pt x="248" y="12"/>
                  <a:pt x="248" y="12"/>
                </a:cubicBezTo>
                <a:cubicBezTo>
                  <a:pt x="236" y="12"/>
                  <a:pt x="226" y="15"/>
                  <a:pt x="218" y="18"/>
                </a:cubicBezTo>
                <a:cubicBezTo>
                  <a:pt x="208" y="23"/>
                  <a:pt x="201" y="29"/>
                  <a:pt x="196" y="36"/>
                </a:cubicBezTo>
                <a:cubicBezTo>
                  <a:pt x="190" y="44"/>
                  <a:pt x="185" y="54"/>
                  <a:pt x="183" y="64"/>
                </a:cubicBezTo>
                <a:cubicBezTo>
                  <a:pt x="179" y="79"/>
                  <a:pt x="177" y="90"/>
                  <a:pt x="176" y="100"/>
                </a:cubicBezTo>
                <a:cubicBezTo>
                  <a:pt x="175" y="112"/>
                  <a:pt x="175" y="126"/>
                  <a:pt x="175" y="143"/>
                </a:cubicBezTo>
                <a:cubicBezTo>
                  <a:pt x="175" y="182"/>
                  <a:pt x="175" y="182"/>
                  <a:pt x="175" y="182"/>
                </a:cubicBezTo>
                <a:cubicBezTo>
                  <a:pt x="176" y="197"/>
                  <a:pt x="176" y="208"/>
                  <a:pt x="176" y="217"/>
                </a:cubicBezTo>
                <a:close/>
                <a:moveTo>
                  <a:pt x="116" y="229"/>
                </a:moveTo>
                <a:cubicBezTo>
                  <a:pt x="7" y="229"/>
                  <a:pt x="7" y="229"/>
                  <a:pt x="7" y="229"/>
                </a:cubicBezTo>
                <a:cubicBezTo>
                  <a:pt x="4" y="229"/>
                  <a:pt x="1" y="226"/>
                  <a:pt x="1" y="223"/>
                </a:cubicBezTo>
                <a:cubicBezTo>
                  <a:pt x="1" y="214"/>
                  <a:pt x="1" y="201"/>
                  <a:pt x="1" y="183"/>
                </a:cubicBezTo>
                <a:cubicBezTo>
                  <a:pt x="0" y="165"/>
                  <a:pt x="0" y="151"/>
                  <a:pt x="0" y="143"/>
                </a:cubicBezTo>
                <a:cubicBezTo>
                  <a:pt x="0" y="126"/>
                  <a:pt x="1" y="112"/>
                  <a:pt x="1" y="99"/>
                </a:cubicBezTo>
                <a:cubicBezTo>
                  <a:pt x="3" y="84"/>
                  <a:pt x="5" y="72"/>
                  <a:pt x="9" y="61"/>
                </a:cubicBezTo>
                <a:cubicBezTo>
                  <a:pt x="12" y="48"/>
                  <a:pt x="17" y="37"/>
                  <a:pt x="23" y="29"/>
                </a:cubicBezTo>
                <a:cubicBezTo>
                  <a:pt x="31" y="20"/>
                  <a:pt x="39" y="13"/>
                  <a:pt x="50" y="8"/>
                </a:cubicBezTo>
                <a:cubicBezTo>
                  <a:pt x="61" y="2"/>
                  <a:pt x="75" y="0"/>
                  <a:pt x="89" y="0"/>
                </a:cubicBezTo>
                <a:cubicBezTo>
                  <a:pt x="91" y="0"/>
                  <a:pt x="93" y="1"/>
                  <a:pt x="94" y="3"/>
                </a:cubicBezTo>
                <a:cubicBezTo>
                  <a:pt x="121" y="57"/>
                  <a:pt x="121" y="57"/>
                  <a:pt x="121" y="57"/>
                </a:cubicBezTo>
                <a:cubicBezTo>
                  <a:pt x="122" y="59"/>
                  <a:pt x="122" y="61"/>
                  <a:pt x="121" y="63"/>
                </a:cubicBezTo>
                <a:cubicBezTo>
                  <a:pt x="120" y="65"/>
                  <a:pt x="118" y="66"/>
                  <a:pt x="116" y="66"/>
                </a:cubicBezTo>
                <a:cubicBezTo>
                  <a:pt x="99" y="66"/>
                  <a:pt x="86" y="70"/>
                  <a:pt x="78" y="77"/>
                </a:cubicBezTo>
                <a:cubicBezTo>
                  <a:pt x="72" y="83"/>
                  <a:pt x="68" y="94"/>
                  <a:pt x="68" y="108"/>
                </a:cubicBezTo>
                <a:cubicBezTo>
                  <a:pt x="116" y="108"/>
                  <a:pt x="116" y="108"/>
                  <a:pt x="116" y="108"/>
                </a:cubicBezTo>
                <a:cubicBezTo>
                  <a:pt x="119" y="108"/>
                  <a:pt x="122" y="111"/>
                  <a:pt x="122" y="114"/>
                </a:cubicBezTo>
                <a:cubicBezTo>
                  <a:pt x="122" y="223"/>
                  <a:pt x="122" y="223"/>
                  <a:pt x="122" y="223"/>
                </a:cubicBezTo>
                <a:cubicBezTo>
                  <a:pt x="122" y="226"/>
                  <a:pt x="119" y="229"/>
                  <a:pt x="116" y="229"/>
                </a:cubicBezTo>
                <a:close/>
                <a:moveTo>
                  <a:pt x="13" y="217"/>
                </a:moveTo>
                <a:cubicBezTo>
                  <a:pt x="110" y="217"/>
                  <a:pt x="110" y="217"/>
                  <a:pt x="110" y="217"/>
                </a:cubicBezTo>
                <a:cubicBezTo>
                  <a:pt x="110" y="120"/>
                  <a:pt x="110" y="120"/>
                  <a:pt x="110" y="120"/>
                </a:cubicBezTo>
                <a:cubicBezTo>
                  <a:pt x="61" y="120"/>
                  <a:pt x="61" y="120"/>
                  <a:pt x="61" y="120"/>
                </a:cubicBezTo>
                <a:cubicBezTo>
                  <a:pt x="58" y="120"/>
                  <a:pt x="55" y="118"/>
                  <a:pt x="55" y="114"/>
                </a:cubicBezTo>
                <a:cubicBezTo>
                  <a:pt x="55" y="94"/>
                  <a:pt x="60" y="78"/>
                  <a:pt x="70" y="68"/>
                </a:cubicBezTo>
                <a:cubicBezTo>
                  <a:pt x="78" y="60"/>
                  <a:pt x="90" y="56"/>
                  <a:pt x="106" y="54"/>
                </a:cubicBezTo>
                <a:cubicBezTo>
                  <a:pt x="85" y="12"/>
                  <a:pt x="85" y="12"/>
                  <a:pt x="85" y="12"/>
                </a:cubicBezTo>
                <a:cubicBezTo>
                  <a:pt x="74" y="12"/>
                  <a:pt x="64" y="15"/>
                  <a:pt x="55" y="18"/>
                </a:cubicBezTo>
                <a:cubicBezTo>
                  <a:pt x="46" y="23"/>
                  <a:pt x="39" y="28"/>
                  <a:pt x="33" y="36"/>
                </a:cubicBezTo>
                <a:cubicBezTo>
                  <a:pt x="28" y="43"/>
                  <a:pt x="23" y="52"/>
                  <a:pt x="20" y="64"/>
                </a:cubicBezTo>
                <a:cubicBezTo>
                  <a:pt x="17" y="75"/>
                  <a:pt x="15" y="86"/>
                  <a:pt x="13" y="100"/>
                </a:cubicBezTo>
                <a:cubicBezTo>
                  <a:pt x="13" y="113"/>
                  <a:pt x="12" y="126"/>
                  <a:pt x="12" y="143"/>
                </a:cubicBezTo>
                <a:cubicBezTo>
                  <a:pt x="12" y="151"/>
                  <a:pt x="12" y="164"/>
                  <a:pt x="13" y="182"/>
                </a:cubicBezTo>
                <a:cubicBezTo>
                  <a:pt x="13" y="197"/>
                  <a:pt x="13" y="208"/>
                  <a:pt x="13" y="217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50000">
                <a:schemeClr val="accent2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/>
            <a:endParaRPr lang="en-AU" noProof="0"/>
          </a:p>
        </p:txBody>
      </p:sp>
      <p:sp>
        <p:nvSpPr>
          <p:cNvPr id="13" name="TextBox 12"/>
          <p:cNvSpPr txBox="1"/>
          <p:nvPr userDrawn="1"/>
        </p:nvSpPr>
        <p:spPr>
          <a:xfrm>
            <a:off x="8841432" y="6392361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E8856DA-B77A-4A94-8E84-45BF77D9376B}" type="slidenum">
              <a:rPr lang="en-AU" sz="1200" noProof="0" smtClean="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AU" sz="1200" noProof="0" dirty="0">
              <a:solidFill>
                <a:schemeClr val="accent3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9810F382-8A4C-462A-9276-BB30CEE50F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36000" y="504000"/>
            <a:ext cx="5760000" cy="504056"/>
          </a:xfrm>
        </p:spPr>
        <p:txBody>
          <a:bodyPr anchor="ctr" anchorCtr="0"/>
          <a:lstStyle>
            <a:lvl1pPr marL="0" marR="0" indent="0" algn="l" defTabSz="914349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/>
            </a:lvl1pPr>
          </a:lstStyle>
          <a:p>
            <a:pPr lvl="0"/>
            <a:r>
              <a:rPr lang="en-AU" noProof="0" dirty="0"/>
              <a:t>Governing thought</a:t>
            </a:r>
          </a:p>
        </p:txBody>
      </p:sp>
      <p:sp>
        <p:nvSpPr>
          <p:cNvPr id="15" name="Content Placeholder 5"/>
          <p:cNvSpPr>
            <a:spLocks noGrp="1"/>
          </p:cNvSpPr>
          <p:nvPr>
            <p:ph sz="quarter" idx="14"/>
          </p:nvPr>
        </p:nvSpPr>
        <p:spPr>
          <a:xfrm>
            <a:off x="3636000" y="1412776"/>
            <a:ext cx="5760000" cy="4536504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16" name="Text Placeholder 2"/>
          <p:cNvSpPr>
            <a:spLocks noGrp="1"/>
          </p:cNvSpPr>
          <p:nvPr>
            <p:ph type="body" sz="quarter" idx="32" hasCustomPrompt="1"/>
          </p:nvPr>
        </p:nvSpPr>
        <p:spPr>
          <a:xfrm>
            <a:off x="3636000" y="6021288"/>
            <a:ext cx="5760765" cy="287214"/>
          </a:xfrm>
        </p:spPr>
        <p:txBody>
          <a:bodyPr anchor="ctr"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 lvl="0"/>
            <a:r>
              <a:rPr lang="en-AU" noProof="0" dirty="0"/>
              <a:t>Source</a:t>
            </a:r>
          </a:p>
        </p:txBody>
      </p:sp>
    </p:spTree>
    <p:extLst>
      <p:ext uri="{BB962C8B-B14F-4D97-AF65-F5344CB8AC3E}">
        <p14:creationId xmlns:p14="http://schemas.microsoft.com/office/powerpoint/2010/main" val="639769745"/>
      </p:ext>
    </p:extLst>
  </p:cSld>
  <p:clrMapOvr>
    <a:masterClrMapping/>
  </p:clrMapOvr>
</p:sldLayout>
</file>

<file path=ppt/slideLayouts/slideLayout2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ight side panel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76334815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602" name="think-cell Slide" r:id="rId5" imgW="270" imgH="270" progId="TCLayout.ActiveDocument.1">
                  <p:embed/>
                </p:oleObj>
              </mc:Choice>
              <mc:Fallback>
                <p:oleObj name="think-cell Slide" r:id="rId5" imgW="270" imgH="270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AU" sz="2800" b="0" i="0" baseline="0" dirty="0">
              <a:latin typeface="Segoe UI Semibold"/>
              <a:ea typeface="+mj-ea"/>
              <a:cs typeface="+mj-cs"/>
              <a:sym typeface="Segoe UI Semibold"/>
            </a:endParaRPr>
          </a:p>
        </p:txBody>
      </p:sp>
      <p:pic>
        <p:nvPicPr>
          <p:cNvPr id="4" name="Picture 3"/>
          <p:cNvPicPr>
            <a:picLocks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5339" cy="109703"/>
          </a:xfrm>
          <a:prstGeom prst="rect">
            <a:avLst/>
          </a:prstGeom>
        </p:spPr>
      </p:pic>
      <p:sp>
        <p:nvSpPr>
          <p:cNvPr id="6" name="Rectangle 5"/>
          <p:cNvSpPr/>
          <p:nvPr userDrawn="1"/>
        </p:nvSpPr>
        <p:spPr>
          <a:xfrm>
            <a:off x="6635906" y="108000"/>
            <a:ext cx="3270094" cy="674829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AU" noProof="0"/>
          </a:p>
        </p:txBody>
      </p:sp>
      <p:sp>
        <p:nvSpPr>
          <p:cNvPr id="7" name="Content Placeholder 5"/>
          <p:cNvSpPr>
            <a:spLocks noGrp="1"/>
          </p:cNvSpPr>
          <p:nvPr>
            <p:ph sz="quarter" idx="14"/>
          </p:nvPr>
        </p:nvSpPr>
        <p:spPr>
          <a:xfrm>
            <a:off x="540000" y="1412776"/>
            <a:ext cx="5688000" cy="4536504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8" name="Text Placeholder 8"/>
          <p:cNvSpPr>
            <a:spLocks noGrp="1"/>
          </p:cNvSpPr>
          <p:nvPr>
            <p:ph type="body" sz="quarter" idx="31"/>
          </p:nvPr>
        </p:nvSpPr>
        <p:spPr>
          <a:xfrm>
            <a:off x="7041232" y="548680"/>
            <a:ext cx="2448271" cy="5688632"/>
          </a:xfrm>
        </p:spPr>
        <p:txBody>
          <a:bodyPr anchor="ctr"/>
          <a:lstStyle>
            <a:lvl1pPr>
              <a:defRPr sz="160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>
              <a:buClr>
                <a:schemeClr val="bg1"/>
              </a:buClr>
              <a:defRPr sz="160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2pPr>
            <a:lvl3pPr>
              <a:buClr>
                <a:schemeClr val="bg1"/>
              </a:buClr>
              <a:defRPr sz="160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3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10" name="Text Placeholder 2"/>
          <p:cNvSpPr>
            <a:spLocks noGrp="1"/>
          </p:cNvSpPr>
          <p:nvPr>
            <p:ph type="body" sz="quarter" idx="32" hasCustomPrompt="1"/>
          </p:nvPr>
        </p:nvSpPr>
        <p:spPr>
          <a:xfrm>
            <a:off x="540000" y="6021288"/>
            <a:ext cx="5688000" cy="287214"/>
          </a:xfrm>
        </p:spPr>
        <p:txBody>
          <a:bodyPr anchor="ctr"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 lvl="0"/>
            <a:r>
              <a:rPr lang="en-AU" noProof="0" dirty="0"/>
              <a:t>Source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8841432" y="6392361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E8856DA-B77A-4A94-8E84-45BF77D9376B}" type="slidenum">
              <a:rPr lang="en-AU" sz="1200" noProof="0" smtClean="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AU" sz="1200" noProof="0" dirty="0">
              <a:solidFill>
                <a:schemeClr val="accent3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7B25BDAC-B44C-4EDF-995C-27811BB9944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504000"/>
            <a:ext cx="5688000" cy="504056"/>
          </a:xfrm>
        </p:spPr>
        <p:txBody>
          <a:bodyPr anchor="ctr" anchorCtr="0"/>
          <a:lstStyle>
            <a:lvl1pPr marL="0" marR="0" indent="0" algn="l" defTabSz="914349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/>
            </a:lvl1pPr>
          </a:lstStyle>
          <a:p>
            <a:pPr lvl="0"/>
            <a:r>
              <a:rPr lang="en-AU" noProof="0" dirty="0"/>
              <a:t>Governing thought</a:t>
            </a:r>
          </a:p>
        </p:txBody>
      </p:sp>
    </p:spTree>
    <p:extLst>
      <p:ext uri="{BB962C8B-B14F-4D97-AF65-F5344CB8AC3E}">
        <p14:creationId xmlns:p14="http://schemas.microsoft.com/office/powerpoint/2010/main" val="4194990465"/>
      </p:ext>
    </p:extLst>
  </p:cSld>
  <p:clrMapOvr>
    <a:masterClrMapping/>
  </p:clrMapOvr>
</p:sldLayout>
</file>

<file path=ppt/slideLayouts/slideLayout2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ull quote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9526930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626" name="think-cell Slide" r:id="rId5" imgW="270" imgH="270" progId="TCLayout.ActiveDocument.1">
                  <p:embed/>
                </p:oleObj>
              </mc:Choice>
              <mc:Fallback>
                <p:oleObj name="think-cell Slide" r:id="rId5" imgW="270" imgH="270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AU" sz="2800" b="0" i="0" baseline="0" dirty="0">
              <a:latin typeface="Segoe UI Semibold"/>
              <a:ea typeface="+mj-ea"/>
              <a:cs typeface="+mj-cs"/>
              <a:sym typeface="Segoe UI Semibold"/>
            </a:endParaRPr>
          </a:p>
        </p:txBody>
      </p:sp>
      <p:pic>
        <p:nvPicPr>
          <p:cNvPr id="4" name="Picture 3"/>
          <p:cNvPicPr>
            <a:picLocks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5339" cy="109703"/>
          </a:xfrm>
          <a:prstGeom prst="rect">
            <a:avLst/>
          </a:prstGeom>
        </p:spPr>
      </p:pic>
      <p:sp>
        <p:nvSpPr>
          <p:cNvPr id="6" name="Rectangle 5"/>
          <p:cNvSpPr/>
          <p:nvPr userDrawn="1"/>
        </p:nvSpPr>
        <p:spPr>
          <a:xfrm>
            <a:off x="6635906" y="108000"/>
            <a:ext cx="3270094" cy="674829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AU" noProof="0"/>
          </a:p>
        </p:txBody>
      </p:sp>
      <p:sp>
        <p:nvSpPr>
          <p:cNvPr id="7" name="Content Placeholder 5"/>
          <p:cNvSpPr>
            <a:spLocks noGrp="1"/>
          </p:cNvSpPr>
          <p:nvPr>
            <p:ph sz="quarter" idx="14"/>
          </p:nvPr>
        </p:nvSpPr>
        <p:spPr>
          <a:xfrm>
            <a:off x="540000" y="1412776"/>
            <a:ext cx="5688000" cy="4515723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12" name="Text Placeholder 2"/>
          <p:cNvSpPr>
            <a:spLocks noGrp="1"/>
          </p:cNvSpPr>
          <p:nvPr>
            <p:ph type="body" sz="quarter" idx="32" hasCustomPrompt="1"/>
          </p:nvPr>
        </p:nvSpPr>
        <p:spPr>
          <a:xfrm>
            <a:off x="540000" y="6021288"/>
            <a:ext cx="5688000" cy="287214"/>
          </a:xfrm>
        </p:spPr>
        <p:txBody>
          <a:bodyPr anchor="ctr"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 lvl="0"/>
            <a:r>
              <a:rPr lang="en-AU" noProof="0" dirty="0"/>
              <a:t>Source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8841432" y="6392361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E8856DA-B77A-4A94-8E84-45BF77D9376B}" type="slidenum">
              <a:rPr lang="en-AU" sz="1200" noProof="0" smtClean="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AU" sz="1200" noProof="0" dirty="0">
              <a:solidFill>
                <a:schemeClr val="accent3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17AB7F47-602E-4EE6-8314-BEBDF4A47D7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504000"/>
            <a:ext cx="5688000" cy="504056"/>
          </a:xfrm>
        </p:spPr>
        <p:txBody>
          <a:bodyPr anchor="ctr" anchorCtr="0"/>
          <a:lstStyle>
            <a:lvl1pPr marL="0" marR="0" indent="0" algn="l" defTabSz="914349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/>
            </a:lvl1pPr>
          </a:lstStyle>
          <a:p>
            <a:pPr lvl="0"/>
            <a:r>
              <a:rPr lang="en-AU" noProof="0" dirty="0"/>
              <a:t>Governing thought</a:t>
            </a:r>
          </a:p>
        </p:txBody>
      </p:sp>
      <p:sp>
        <p:nvSpPr>
          <p:cNvPr id="14" name="Text Placeholder 3"/>
          <p:cNvSpPr>
            <a:spLocks noGrp="1"/>
          </p:cNvSpPr>
          <p:nvPr>
            <p:ph type="body" sz="quarter" idx="15" hasCustomPrompt="1"/>
          </p:nvPr>
        </p:nvSpPr>
        <p:spPr>
          <a:xfrm>
            <a:off x="7082821" y="1600610"/>
            <a:ext cx="2376264" cy="3700598"/>
          </a:xfrm>
        </p:spPr>
        <p:txBody>
          <a:bodyPr anchor="ctr"/>
          <a:lstStyle>
            <a:lvl1pPr algn="ctr">
              <a:defRPr sz="1800" i="0">
                <a:solidFill>
                  <a:schemeClr val="bg1"/>
                </a:solidFill>
                <a:latin typeface="Segoe UI Semilight" panose="020B0402040204020203" pitchFamily="34" charset="0"/>
                <a:ea typeface="Segoe UI" panose="020B0502040204020203" pitchFamily="34" charset="0"/>
                <a:cs typeface="Segoe UI Semilight" panose="020B0402040204020203" pitchFamily="34" charset="0"/>
              </a:defRPr>
            </a:lvl1pPr>
            <a:lvl2pPr>
              <a:defRPr>
                <a:solidFill>
                  <a:schemeClr val="bg1"/>
                </a:solidFill>
                <a:latin typeface="Segoe UI Semibold" panose="020B0702040204020203" pitchFamily="34" charset="0"/>
              </a:defRPr>
            </a:lvl2pPr>
            <a:lvl3pPr>
              <a:defRPr>
                <a:solidFill>
                  <a:schemeClr val="bg1"/>
                </a:solidFill>
                <a:latin typeface="Segoe UI Semibold" panose="020B0702040204020203" pitchFamily="34" charset="0"/>
              </a:defRPr>
            </a:lvl3pPr>
            <a:lvl4pPr>
              <a:defRPr>
                <a:solidFill>
                  <a:schemeClr val="bg1"/>
                </a:solidFill>
                <a:latin typeface="Segoe UI Semibold" panose="020B0702040204020203" pitchFamily="34" charset="0"/>
              </a:defRPr>
            </a:lvl4pPr>
            <a:lvl5pPr>
              <a:defRPr>
                <a:solidFill>
                  <a:schemeClr val="bg1"/>
                </a:solidFill>
                <a:latin typeface="Segoe UI Semibold" panose="020B0702040204020203" pitchFamily="34" charset="0"/>
              </a:defRPr>
            </a:lvl5pPr>
          </a:lstStyle>
          <a:p>
            <a:pPr lvl="0"/>
            <a:r>
              <a:rPr lang="en-AU" noProof="0" dirty="0"/>
              <a:t>Pull Quote</a:t>
            </a:r>
          </a:p>
        </p:txBody>
      </p:sp>
      <p:sp>
        <p:nvSpPr>
          <p:cNvPr id="15" name="Freeform 14"/>
          <p:cNvSpPr>
            <a:spLocks noChangeAspect="1" noEditPoints="1"/>
          </p:cNvSpPr>
          <p:nvPr userDrawn="1"/>
        </p:nvSpPr>
        <p:spPr bwMode="auto">
          <a:xfrm>
            <a:off x="7094360" y="980728"/>
            <a:ext cx="422362" cy="339258"/>
          </a:xfrm>
          <a:custGeom>
            <a:avLst/>
            <a:gdLst>
              <a:gd name="T0" fmla="*/ 170 w 285"/>
              <a:gd name="T1" fmla="*/ 229 h 229"/>
              <a:gd name="T2" fmla="*/ 163 w 285"/>
              <a:gd name="T3" fmla="*/ 183 h 229"/>
              <a:gd name="T4" fmla="*/ 165 w 285"/>
              <a:gd name="T5" fmla="*/ 99 h 229"/>
              <a:gd name="T6" fmla="*/ 186 w 285"/>
              <a:gd name="T7" fmla="*/ 29 h 229"/>
              <a:gd name="T8" fmla="*/ 251 w 285"/>
              <a:gd name="T9" fmla="*/ 0 h 229"/>
              <a:gd name="T10" fmla="*/ 284 w 285"/>
              <a:gd name="T11" fmla="*/ 57 h 229"/>
              <a:gd name="T12" fmla="*/ 278 w 285"/>
              <a:gd name="T13" fmla="*/ 66 h 229"/>
              <a:gd name="T14" fmla="*/ 231 w 285"/>
              <a:gd name="T15" fmla="*/ 108 h 229"/>
              <a:gd name="T16" fmla="*/ 284 w 285"/>
              <a:gd name="T17" fmla="*/ 114 h 229"/>
              <a:gd name="T18" fmla="*/ 278 w 285"/>
              <a:gd name="T19" fmla="*/ 229 h 229"/>
              <a:gd name="T20" fmla="*/ 272 w 285"/>
              <a:gd name="T21" fmla="*/ 217 h 229"/>
              <a:gd name="T22" fmla="*/ 224 w 285"/>
              <a:gd name="T23" fmla="*/ 120 h 229"/>
              <a:gd name="T24" fmla="*/ 233 w 285"/>
              <a:gd name="T25" fmla="*/ 68 h 229"/>
              <a:gd name="T26" fmla="*/ 248 w 285"/>
              <a:gd name="T27" fmla="*/ 12 h 229"/>
              <a:gd name="T28" fmla="*/ 196 w 285"/>
              <a:gd name="T29" fmla="*/ 36 h 229"/>
              <a:gd name="T30" fmla="*/ 176 w 285"/>
              <a:gd name="T31" fmla="*/ 100 h 229"/>
              <a:gd name="T32" fmla="*/ 175 w 285"/>
              <a:gd name="T33" fmla="*/ 182 h 229"/>
              <a:gd name="T34" fmla="*/ 116 w 285"/>
              <a:gd name="T35" fmla="*/ 229 h 229"/>
              <a:gd name="T36" fmla="*/ 1 w 285"/>
              <a:gd name="T37" fmla="*/ 223 h 229"/>
              <a:gd name="T38" fmla="*/ 0 w 285"/>
              <a:gd name="T39" fmla="*/ 143 h 229"/>
              <a:gd name="T40" fmla="*/ 9 w 285"/>
              <a:gd name="T41" fmla="*/ 61 h 229"/>
              <a:gd name="T42" fmla="*/ 50 w 285"/>
              <a:gd name="T43" fmla="*/ 8 h 229"/>
              <a:gd name="T44" fmla="*/ 94 w 285"/>
              <a:gd name="T45" fmla="*/ 3 h 229"/>
              <a:gd name="T46" fmla="*/ 121 w 285"/>
              <a:gd name="T47" fmla="*/ 63 h 229"/>
              <a:gd name="T48" fmla="*/ 78 w 285"/>
              <a:gd name="T49" fmla="*/ 77 h 229"/>
              <a:gd name="T50" fmla="*/ 116 w 285"/>
              <a:gd name="T51" fmla="*/ 108 h 229"/>
              <a:gd name="T52" fmla="*/ 122 w 285"/>
              <a:gd name="T53" fmla="*/ 223 h 229"/>
              <a:gd name="T54" fmla="*/ 13 w 285"/>
              <a:gd name="T55" fmla="*/ 217 h 229"/>
              <a:gd name="T56" fmla="*/ 110 w 285"/>
              <a:gd name="T57" fmla="*/ 120 h 229"/>
              <a:gd name="T58" fmla="*/ 55 w 285"/>
              <a:gd name="T59" fmla="*/ 114 h 229"/>
              <a:gd name="T60" fmla="*/ 106 w 285"/>
              <a:gd name="T61" fmla="*/ 54 h 229"/>
              <a:gd name="T62" fmla="*/ 55 w 285"/>
              <a:gd name="T63" fmla="*/ 18 h 229"/>
              <a:gd name="T64" fmla="*/ 20 w 285"/>
              <a:gd name="T65" fmla="*/ 64 h 229"/>
              <a:gd name="T66" fmla="*/ 12 w 285"/>
              <a:gd name="T67" fmla="*/ 143 h 229"/>
              <a:gd name="T68" fmla="*/ 13 w 285"/>
              <a:gd name="T69" fmla="*/ 217 h 22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285" h="229">
                <a:moveTo>
                  <a:pt x="278" y="229"/>
                </a:moveTo>
                <a:cubicBezTo>
                  <a:pt x="170" y="229"/>
                  <a:pt x="170" y="229"/>
                  <a:pt x="170" y="229"/>
                </a:cubicBezTo>
                <a:cubicBezTo>
                  <a:pt x="167" y="229"/>
                  <a:pt x="164" y="226"/>
                  <a:pt x="164" y="223"/>
                </a:cubicBezTo>
                <a:cubicBezTo>
                  <a:pt x="164" y="214"/>
                  <a:pt x="164" y="201"/>
                  <a:pt x="163" y="183"/>
                </a:cubicBezTo>
                <a:cubicBezTo>
                  <a:pt x="163" y="143"/>
                  <a:pt x="163" y="143"/>
                  <a:pt x="163" y="143"/>
                </a:cubicBezTo>
                <a:cubicBezTo>
                  <a:pt x="163" y="126"/>
                  <a:pt x="163" y="112"/>
                  <a:pt x="165" y="99"/>
                </a:cubicBezTo>
                <a:cubicBezTo>
                  <a:pt x="165" y="88"/>
                  <a:pt x="167" y="77"/>
                  <a:pt x="171" y="62"/>
                </a:cubicBezTo>
                <a:cubicBezTo>
                  <a:pt x="174" y="49"/>
                  <a:pt x="179" y="38"/>
                  <a:pt x="186" y="29"/>
                </a:cubicBezTo>
                <a:cubicBezTo>
                  <a:pt x="192" y="20"/>
                  <a:pt x="201" y="13"/>
                  <a:pt x="213" y="8"/>
                </a:cubicBezTo>
                <a:cubicBezTo>
                  <a:pt x="224" y="3"/>
                  <a:pt x="237" y="0"/>
                  <a:pt x="251" y="0"/>
                </a:cubicBezTo>
                <a:cubicBezTo>
                  <a:pt x="254" y="0"/>
                  <a:pt x="256" y="1"/>
                  <a:pt x="257" y="3"/>
                </a:cubicBezTo>
                <a:cubicBezTo>
                  <a:pt x="284" y="57"/>
                  <a:pt x="284" y="57"/>
                  <a:pt x="284" y="57"/>
                </a:cubicBezTo>
                <a:cubicBezTo>
                  <a:pt x="285" y="59"/>
                  <a:pt x="285" y="61"/>
                  <a:pt x="283" y="63"/>
                </a:cubicBezTo>
                <a:cubicBezTo>
                  <a:pt x="282" y="65"/>
                  <a:pt x="280" y="66"/>
                  <a:pt x="278" y="66"/>
                </a:cubicBezTo>
                <a:cubicBezTo>
                  <a:pt x="261" y="66"/>
                  <a:pt x="249" y="70"/>
                  <a:pt x="241" y="77"/>
                </a:cubicBezTo>
                <a:cubicBezTo>
                  <a:pt x="235" y="83"/>
                  <a:pt x="231" y="94"/>
                  <a:pt x="231" y="108"/>
                </a:cubicBezTo>
                <a:cubicBezTo>
                  <a:pt x="278" y="108"/>
                  <a:pt x="278" y="108"/>
                  <a:pt x="278" y="108"/>
                </a:cubicBezTo>
                <a:cubicBezTo>
                  <a:pt x="282" y="108"/>
                  <a:pt x="284" y="111"/>
                  <a:pt x="284" y="114"/>
                </a:cubicBezTo>
                <a:cubicBezTo>
                  <a:pt x="284" y="223"/>
                  <a:pt x="284" y="223"/>
                  <a:pt x="284" y="223"/>
                </a:cubicBezTo>
                <a:cubicBezTo>
                  <a:pt x="284" y="226"/>
                  <a:pt x="282" y="229"/>
                  <a:pt x="278" y="229"/>
                </a:cubicBezTo>
                <a:close/>
                <a:moveTo>
                  <a:pt x="176" y="217"/>
                </a:moveTo>
                <a:cubicBezTo>
                  <a:pt x="272" y="217"/>
                  <a:pt x="272" y="217"/>
                  <a:pt x="272" y="217"/>
                </a:cubicBezTo>
                <a:cubicBezTo>
                  <a:pt x="272" y="120"/>
                  <a:pt x="272" y="120"/>
                  <a:pt x="272" y="120"/>
                </a:cubicBezTo>
                <a:cubicBezTo>
                  <a:pt x="224" y="120"/>
                  <a:pt x="224" y="120"/>
                  <a:pt x="224" y="120"/>
                </a:cubicBezTo>
                <a:cubicBezTo>
                  <a:pt x="221" y="120"/>
                  <a:pt x="218" y="118"/>
                  <a:pt x="218" y="114"/>
                </a:cubicBezTo>
                <a:cubicBezTo>
                  <a:pt x="218" y="94"/>
                  <a:pt x="223" y="78"/>
                  <a:pt x="233" y="68"/>
                </a:cubicBezTo>
                <a:cubicBezTo>
                  <a:pt x="241" y="60"/>
                  <a:pt x="253" y="56"/>
                  <a:pt x="269" y="54"/>
                </a:cubicBezTo>
                <a:cubicBezTo>
                  <a:pt x="248" y="12"/>
                  <a:pt x="248" y="12"/>
                  <a:pt x="248" y="12"/>
                </a:cubicBezTo>
                <a:cubicBezTo>
                  <a:pt x="236" y="12"/>
                  <a:pt x="226" y="15"/>
                  <a:pt x="218" y="18"/>
                </a:cubicBezTo>
                <a:cubicBezTo>
                  <a:pt x="208" y="23"/>
                  <a:pt x="201" y="29"/>
                  <a:pt x="196" y="36"/>
                </a:cubicBezTo>
                <a:cubicBezTo>
                  <a:pt x="190" y="44"/>
                  <a:pt x="185" y="54"/>
                  <a:pt x="183" y="64"/>
                </a:cubicBezTo>
                <a:cubicBezTo>
                  <a:pt x="179" y="79"/>
                  <a:pt x="177" y="90"/>
                  <a:pt x="176" y="100"/>
                </a:cubicBezTo>
                <a:cubicBezTo>
                  <a:pt x="175" y="112"/>
                  <a:pt x="175" y="126"/>
                  <a:pt x="175" y="143"/>
                </a:cubicBezTo>
                <a:cubicBezTo>
                  <a:pt x="175" y="182"/>
                  <a:pt x="175" y="182"/>
                  <a:pt x="175" y="182"/>
                </a:cubicBezTo>
                <a:cubicBezTo>
                  <a:pt x="176" y="197"/>
                  <a:pt x="176" y="208"/>
                  <a:pt x="176" y="217"/>
                </a:cubicBezTo>
                <a:close/>
                <a:moveTo>
                  <a:pt x="116" y="229"/>
                </a:moveTo>
                <a:cubicBezTo>
                  <a:pt x="7" y="229"/>
                  <a:pt x="7" y="229"/>
                  <a:pt x="7" y="229"/>
                </a:cubicBezTo>
                <a:cubicBezTo>
                  <a:pt x="4" y="229"/>
                  <a:pt x="1" y="226"/>
                  <a:pt x="1" y="223"/>
                </a:cubicBezTo>
                <a:cubicBezTo>
                  <a:pt x="1" y="214"/>
                  <a:pt x="1" y="201"/>
                  <a:pt x="1" y="183"/>
                </a:cubicBezTo>
                <a:cubicBezTo>
                  <a:pt x="0" y="165"/>
                  <a:pt x="0" y="151"/>
                  <a:pt x="0" y="143"/>
                </a:cubicBezTo>
                <a:cubicBezTo>
                  <a:pt x="0" y="126"/>
                  <a:pt x="1" y="112"/>
                  <a:pt x="1" y="99"/>
                </a:cubicBezTo>
                <a:cubicBezTo>
                  <a:pt x="3" y="84"/>
                  <a:pt x="5" y="72"/>
                  <a:pt x="9" y="61"/>
                </a:cubicBezTo>
                <a:cubicBezTo>
                  <a:pt x="12" y="48"/>
                  <a:pt x="17" y="37"/>
                  <a:pt x="23" y="29"/>
                </a:cubicBezTo>
                <a:cubicBezTo>
                  <a:pt x="31" y="20"/>
                  <a:pt x="39" y="13"/>
                  <a:pt x="50" y="8"/>
                </a:cubicBezTo>
                <a:cubicBezTo>
                  <a:pt x="61" y="2"/>
                  <a:pt x="75" y="0"/>
                  <a:pt x="89" y="0"/>
                </a:cubicBezTo>
                <a:cubicBezTo>
                  <a:pt x="91" y="0"/>
                  <a:pt x="93" y="1"/>
                  <a:pt x="94" y="3"/>
                </a:cubicBezTo>
                <a:cubicBezTo>
                  <a:pt x="121" y="57"/>
                  <a:pt x="121" y="57"/>
                  <a:pt x="121" y="57"/>
                </a:cubicBezTo>
                <a:cubicBezTo>
                  <a:pt x="122" y="59"/>
                  <a:pt x="122" y="61"/>
                  <a:pt x="121" y="63"/>
                </a:cubicBezTo>
                <a:cubicBezTo>
                  <a:pt x="120" y="65"/>
                  <a:pt x="118" y="66"/>
                  <a:pt x="116" y="66"/>
                </a:cubicBezTo>
                <a:cubicBezTo>
                  <a:pt x="99" y="66"/>
                  <a:pt x="86" y="70"/>
                  <a:pt x="78" y="77"/>
                </a:cubicBezTo>
                <a:cubicBezTo>
                  <a:pt x="72" y="83"/>
                  <a:pt x="68" y="94"/>
                  <a:pt x="68" y="108"/>
                </a:cubicBezTo>
                <a:cubicBezTo>
                  <a:pt x="116" y="108"/>
                  <a:pt x="116" y="108"/>
                  <a:pt x="116" y="108"/>
                </a:cubicBezTo>
                <a:cubicBezTo>
                  <a:pt x="119" y="108"/>
                  <a:pt x="122" y="111"/>
                  <a:pt x="122" y="114"/>
                </a:cubicBezTo>
                <a:cubicBezTo>
                  <a:pt x="122" y="223"/>
                  <a:pt x="122" y="223"/>
                  <a:pt x="122" y="223"/>
                </a:cubicBezTo>
                <a:cubicBezTo>
                  <a:pt x="122" y="226"/>
                  <a:pt x="119" y="229"/>
                  <a:pt x="116" y="229"/>
                </a:cubicBezTo>
                <a:close/>
                <a:moveTo>
                  <a:pt x="13" y="217"/>
                </a:moveTo>
                <a:cubicBezTo>
                  <a:pt x="110" y="217"/>
                  <a:pt x="110" y="217"/>
                  <a:pt x="110" y="217"/>
                </a:cubicBezTo>
                <a:cubicBezTo>
                  <a:pt x="110" y="120"/>
                  <a:pt x="110" y="120"/>
                  <a:pt x="110" y="120"/>
                </a:cubicBezTo>
                <a:cubicBezTo>
                  <a:pt x="61" y="120"/>
                  <a:pt x="61" y="120"/>
                  <a:pt x="61" y="120"/>
                </a:cubicBezTo>
                <a:cubicBezTo>
                  <a:pt x="58" y="120"/>
                  <a:pt x="55" y="118"/>
                  <a:pt x="55" y="114"/>
                </a:cubicBezTo>
                <a:cubicBezTo>
                  <a:pt x="55" y="94"/>
                  <a:pt x="60" y="78"/>
                  <a:pt x="70" y="68"/>
                </a:cubicBezTo>
                <a:cubicBezTo>
                  <a:pt x="78" y="60"/>
                  <a:pt x="90" y="56"/>
                  <a:pt x="106" y="54"/>
                </a:cubicBezTo>
                <a:cubicBezTo>
                  <a:pt x="85" y="12"/>
                  <a:pt x="85" y="12"/>
                  <a:pt x="85" y="12"/>
                </a:cubicBezTo>
                <a:cubicBezTo>
                  <a:pt x="74" y="12"/>
                  <a:pt x="64" y="15"/>
                  <a:pt x="55" y="18"/>
                </a:cubicBezTo>
                <a:cubicBezTo>
                  <a:pt x="46" y="23"/>
                  <a:pt x="39" y="28"/>
                  <a:pt x="33" y="36"/>
                </a:cubicBezTo>
                <a:cubicBezTo>
                  <a:pt x="28" y="43"/>
                  <a:pt x="23" y="52"/>
                  <a:pt x="20" y="64"/>
                </a:cubicBezTo>
                <a:cubicBezTo>
                  <a:pt x="17" y="75"/>
                  <a:pt x="15" y="86"/>
                  <a:pt x="13" y="100"/>
                </a:cubicBezTo>
                <a:cubicBezTo>
                  <a:pt x="13" y="113"/>
                  <a:pt x="12" y="126"/>
                  <a:pt x="12" y="143"/>
                </a:cubicBezTo>
                <a:cubicBezTo>
                  <a:pt x="12" y="151"/>
                  <a:pt x="12" y="164"/>
                  <a:pt x="13" y="182"/>
                </a:cubicBezTo>
                <a:cubicBezTo>
                  <a:pt x="13" y="197"/>
                  <a:pt x="13" y="208"/>
                  <a:pt x="13" y="217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50000">
                <a:schemeClr val="accent2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/>
            <a:endParaRPr lang="en-AU" noProof="0"/>
          </a:p>
        </p:txBody>
      </p:sp>
      <p:sp>
        <p:nvSpPr>
          <p:cNvPr id="17" name="Freeform 16"/>
          <p:cNvSpPr>
            <a:spLocks noChangeAspect="1" noEditPoints="1"/>
          </p:cNvSpPr>
          <p:nvPr userDrawn="1"/>
        </p:nvSpPr>
        <p:spPr bwMode="auto">
          <a:xfrm rot="10800000">
            <a:off x="9048262" y="5589240"/>
            <a:ext cx="422362" cy="339258"/>
          </a:xfrm>
          <a:custGeom>
            <a:avLst/>
            <a:gdLst>
              <a:gd name="T0" fmla="*/ 170 w 285"/>
              <a:gd name="T1" fmla="*/ 229 h 229"/>
              <a:gd name="T2" fmla="*/ 163 w 285"/>
              <a:gd name="T3" fmla="*/ 183 h 229"/>
              <a:gd name="T4" fmla="*/ 165 w 285"/>
              <a:gd name="T5" fmla="*/ 99 h 229"/>
              <a:gd name="T6" fmla="*/ 186 w 285"/>
              <a:gd name="T7" fmla="*/ 29 h 229"/>
              <a:gd name="T8" fmla="*/ 251 w 285"/>
              <a:gd name="T9" fmla="*/ 0 h 229"/>
              <a:gd name="T10" fmla="*/ 284 w 285"/>
              <a:gd name="T11" fmla="*/ 57 h 229"/>
              <a:gd name="T12" fmla="*/ 278 w 285"/>
              <a:gd name="T13" fmla="*/ 66 h 229"/>
              <a:gd name="T14" fmla="*/ 231 w 285"/>
              <a:gd name="T15" fmla="*/ 108 h 229"/>
              <a:gd name="T16" fmla="*/ 284 w 285"/>
              <a:gd name="T17" fmla="*/ 114 h 229"/>
              <a:gd name="T18" fmla="*/ 278 w 285"/>
              <a:gd name="T19" fmla="*/ 229 h 229"/>
              <a:gd name="T20" fmla="*/ 272 w 285"/>
              <a:gd name="T21" fmla="*/ 217 h 229"/>
              <a:gd name="T22" fmla="*/ 224 w 285"/>
              <a:gd name="T23" fmla="*/ 120 h 229"/>
              <a:gd name="T24" fmla="*/ 233 w 285"/>
              <a:gd name="T25" fmla="*/ 68 h 229"/>
              <a:gd name="T26" fmla="*/ 248 w 285"/>
              <a:gd name="T27" fmla="*/ 12 h 229"/>
              <a:gd name="T28" fmla="*/ 196 w 285"/>
              <a:gd name="T29" fmla="*/ 36 h 229"/>
              <a:gd name="T30" fmla="*/ 176 w 285"/>
              <a:gd name="T31" fmla="*/ 100 h 229"/>
              <a:gd name="T32" fmla="*/ 175 w 285"/>
              <a:gd name="T33" fmla="*/ 182 h 229"/>
              <a:gd name="T34" fmla="*/ 116 w 285"/>
              <a:gd name="T35" fmla="*/ 229 h 229"/>
              <a:gd name="T36" fmla="*/ 1 w 285"/>
              <a:gd name="T37" fmla="*/ 223 h 229"/>
              <a:gd name="T38" fmla="*/ 0 w 285"/>
              <a:gd name="T39" fmla="*/ 143 h 229"/>
              <a:gd name="T40" fmla="*/ 9 w 285"/>
              <a:gd name="T41" fmla="*/ 61 h 229"/>
              <a:gd name="T42" fmla="*/ 50 w 285"/>
              <a:gd name="T43" fmla="*/ 8 h 229"/>
              <a:gd name="T44" fmla="*/ 94 w 285"/>
              <a:gd name="T45" fmla="*/ 3 h 229"/>
              <a:gd name="T46" fmla="*/ 121 w 285"/>
              <a:gd name="T47" fmla="*/ 63 h 229"/>
              <a:gd name="T48" fmla="*/ 78 w 285"/>
              <a:gd name="T49" fmla="*/ 77 h 229"/>
              <a:gd name="T50" fmla="*/ 116 w 285"/>
              <a:gd name="T51" fmla="*/ 108 h 229"/>
              <a:gd name="T52" fmla="*/ 122 w 285"/>
              <a:gd name="T53" fmla="*/ 223 h 229"/>
              <a:gd name="T54" fmla="*/ 13 w 285"/>
              <a:gd name="T55" fmla="*/ 217 h 229"/>
              <a:gd name="T56" fmla="*/ 110 w 285"/>
              <a:gd name="T57" fmla="*/ 120 h 229"/>
              <a:gd name="T58" fmla="*/ 55 w 285"/>
              <a:gd name="T59" fmla="*/ 114 h 229"/>
              <a:gd name="T60" fmla="*/ 106 w 285"/>
              <a:gd name="T61" fmla="*/ 54 h 229"/>
              <a:gd name="T62" fmla="*/ 55 w 285"/>
              <a:gd name="T63" fmla="*/ 18 h 229"/>
              <a:gd name="T64" fmla="*/ 20 w 285"/>
              <a:gd name="T65" fmla="*/ 64 h 229"/>
              <a:gd name="T66" fmla="*/ 12 w 285"/>
              <a:gd name="T67" fmla="*/ 143 h 229"/>
              <a:gd name="T68" fmla="*/ 13 w 285"/>
              <a:gd name="T69" fmla="*/ 217 h 22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285" h="229">
                <a:moveTo>
                  <a:pt x="278" y="229"/>
                </a:moveTo>
                <a:cubicBezTo>
                  <a:pt x="170" y="229"/>
                  <a:pt x="170" y="229"/>
                  <a:pt x="170" y="229"/>
                </a:cubicBezTo>
                <a:cubicBezTo>
                  <a:pt x="167" y="229"/>
                  <a:pt x="164" y="226"/>
                  <a:pt x="164" y="223"/>
                </a:cubicBezTo>
                <a:cubicBezTo>
                  <a:pt x="164" y="214"/>
                  <a:pt x="164" y="201"/>
                  <a:pt x="163" y="183"/>
                </a:cubicBezTo>
                <a:cubicBezTo>
                  <a:pt x="163" y="143"/>
                  <a:pt x="163" y="143"/>
                  <a:pt x="163" y="143"/>
                </a:cubicBezTo>
                <a:cubicBezTo>
                  <a:pt x="163" y="126"/>
                  <a:pt x="163" y="112"/>
                  <a:pt x="165" y="99"/>
                </a:cubicBezTo>
                <a:cubicBezTo>
                  <a:pt x="165" y="88"/>
                  <a:pt x="167" y="77"/>
                  <a:pt x="171" y="62"/>
                </a:cubicBezTo>
                <a:cubicBezTo>
                  <a:pt x="174" y="49"/>
                  <a:pt x="179" y="38"/>
                  <a:pt x="186" y="29"/>
                </a:cubicBezTo>
                <a:cubicBezTo>
                  <a:pt x="192" y="20"/>
                  <a:pt x="201" y="13"/>
                  <a:pt x="213" y="8"/>
                </a:cubicBezTo>
                <a:cubicBezTo>
                  <a:pt x="224" y="3"/>
                  <a:pt x="237" y="0"/>
                  <a:pt x="251" y="0"/>
                </a:cubicBezTo>
                <a:cubicBezTo>
                  <a:pt x="254" y="0"/>
                  <a:pt x="256" y="1"/>
                  <a:pt x="257" y="3"/>
                </a:cubicBezTo>
                <a:cubicBezTo>
                  <a:pt x="284" y="57"/>
                  <a:pt x="284" y="57"/>
                  <a:pt x="284" y="57"/>
                </a:cubicBezTo>
                <a:cubicBezTo>
                  <a:pt x="285" y="59"/>
                  <a:pt x="285" y="61"/>
                  <a:pt x="283" y="63"/>
                </a:cubicBezTo>
                <a:cubicBezTo>
                  <a:pt x="282" y="65"/>
                  <a:pt x="280" y="66"/>
                  <a:pt x="278" y="66"/>
                </a:cubicBezTo>
                <a:cubicBezTo>
                  <a:pt x="261" y="66"/>
                  <a:pt x="249" y="70"/>
                  <a:pt x="241" y="77"/>
                </a:cubicBezTo>
                <a:cubicBezTo>
                  <a:pt x="235" y="83"/>
                  <a:pt x="231" y="94"/>
                  <a:pt x="231" y="108"/>
                </a:cubicBezTo>
                <a:cubicBezTo>
                  <a:pt x="278" y="108"/>
                  <a:pt x="278" y="108"/>
                  <a:pt x="278" y="108"/>
                </a:cubicBezTo>
                <a:cubicBezTo>
                  <a:pt x="282" y="108"/>
                  <a:pt x="284" y="111"/>
                  <a:pt x="284" y="114"/>
                </a:cubicBezTo>
                <a:cubicBezTo>
                  <a:pt x="284" y="223"/>
                  <a:pt x="284" y="223"/>
                  <a:pt x="284" y="223"/>
                </a:cubicBezTo>
                <a:cubicBezTo>
                  <a:pt x="284" y="226"/>
                  <a:pt x="282" y="229"/>
                  <a:pt x="278" y="229"/>
                </a:cubicBezTo>
                <a:close/>
                <a:moveTo>
                  <a:pt x="176" y="217"/>
                </a:moveTo>
                <a:cubicBezTo>
                  <a:pt x="272" y="217"/>
                  <a:pt x="272" y="217"/>
                  <a:pt x="272" y="217"/>
                </a:cubicBezTo>
                <a:cubicBezTo>
                  <a:pt x="272" y="120"/>
                  <a:pt x="272" y="120"/>
                  <a:pt x="272" y="120"/>
                </a:cubicBezTo>
                <a:cubicBezTo>
                  <a:pt x="224" y="120"/>
                  <a:pt x="224" y="120"/>
                  <a:pt x="224" y="120"/>
                </a:cubicBezTo>
                <a:cubicBezTo>
                  <a:pt x="221" y="120"/>
                  <a:pt x="218" y="118"/>
                  <a:pt x="218" y="114"/>
                </a:cubicBezTo>
                <a:cubicBezTo>
                  <a:pt x="218" y="94"/>
                  <a:pt x="223" y="78"/>
                  <a:pt x="233" y="68"/>
                </a:cubicBezTo>
                <a:cubicBezTo>
                  <a:pt x="241" y="60"/>
                  <a:pt x="253" y="56"/>
                  <a:pt x="269" y="54"/>
                </a:cubicBezTo>
                <a:cubicBezTo>
                  <a:pt x="248" y="12"/>
                  <a:pt x="248" y="12"/>
                  <a:pt x="248" y="12"/>
                </a:cubicBezTo>
                <a:cubicBezTo>
                  <a:pt x="236" y="12"/>
                  <a:pt x="226" y="15"/>
                  <a:pt x="218" y="18"/>
                </a:cubicBezTo>
                <a:cubicBezTo>
                  <a:pt x="208" y="23"/>
                  <a:pt x="201" y="29"/>
                  <a:pt x="196" y="36"/>
                </a:cubicBezTo>
                <a:cubicBezTo>
                  <a:pt x="190" y="44"/>
                  <a:pt x="185" y="54"/>
                  <a:pt x="183" y="64"/>
                </a:cubicBezTo>
                <a:cubicBezTo>
                  <a:pt x="179" y="79"/>
                  <a:pt x="177" y="90"/>
                  <a:pt x="176" y="100"/>
                </a:cubicBezTo>
                <a:cubicBezTo>
                  <a:pt x="175" y="112"/>
                  <a:pt x="175" y="126"/>
                  <a:pt x="175" y="143"/>
                </a:cubicBezTo>
                <a:cubicBezTo>
                  <a:pt x="175" y="182"/>
                  <a:pt x="175" y="182"/>
                  <a:pt x="175" y="182"/>
                </a:cubicBezTo>
                <a:cubicBezTo>
                  <a:pt x="176" y="197"/>
                  <a:pt x="176" y="208"/>
                  <a:pt x="176" y="217"/>
                </a:cubicBezTo>
                <a:close/>
                <a:moveTo>
                  <a:pt x="116" y="229"/>
                </a:moveTo>
                <a:cubicBezTo>
                  <a:pt x="7" y="229"/>
                  <a:pt x="7" y="229"/>
                  <a:pt x="7" y="229"/>
                </a:cubicBezTo>
                <a:cubicBezTo>
                  <a:pt x="4" y="229"/>
                  <a:pt x="1" y="226"/>
                  <a:pt x="1" y="223"/>
                </a:cubicBezTo>
                <a:cubicBezTo>
                  <a:pt x="1" y="214"/>
                  <a:pt x="1" y="201"/>
                  <a:pt x="1" y="183"/>
                </a:cubicBezTo>
                <a:cubicBezTo>
                  <a:pt x="0" y="165"/>
                  <a:pt x="0" y="151"/>
                  <a:pt x="0" y="143"/>
                </a:cubicBezTo>
                <a:cubicBezTo>
                  <a:pt x="0" y="126"/>
                  <a:pt x="1" y="112"/>
                  <a:pt x="1" y="99"/>
                </a:cubicBezTo>
                <a:cubicBezTo>
                  <a:pt x="3" y="84"/>
                  <a:pt x="5" y="72"/>
                  <a:pt x="9" y="61"/>
                </a:cubicBezTo>
                <a:cubicBezTo>
                  <a:pt x="12" y="48"/>
                  <a:pt x="17" y="37"/>
                  <a:pt x="23" y="29"/>
                </a:cubicBezTo>
                <a:cubicBezTo>
                  <a:pt x="31" y="20"/>
                  <a:pt x="39" y="13"/>
                  <a:pt x="50" y="8"/>
                </a:cubicBezTo>
                <a:cubicBezTo>
                  <a:pt x="61" y="2"/>
                  <a:pt x="75" y="0"/>
                  <a:pt x="89" y="0"/>
                </a:cubicBezTo>
                <a:cubicBezTo>
                  <a:pt x="91" y="0"/>
                  <a:pt x="93" y="1"/>
                  <a:pt x="94" y="3"/>
                </a:cubicBezTo>
                <a:cubicBezTo>
                  <a:pt x="121" y="57"/>
                  <a:pt x="121" y="57"/>
                  <a:pt x="121" y="57"/>
                </a:cubicBezTo>
                <a:cubicBezTo>
                  <a:pt x="122" y="59"/>
                  <a:pt x="122" y="61"/>
                  <a:pt x="121" y="63"/>
                </a:cubicBezTo>
                <a:cubicBezTo>
                  <a:pt x="120" y="65"/>
                  <a:pt x="118" y="66"/>
                  <a:pt x="116" y="66"/>
                </a:cubicBezTo>
                <a:cubicBezTo>
                  <a:pt x="99" y="66"/>
                  <a:pt x="86" y="70"/>
                  <a:pt x="78" y="77"/>
                </a:cubicBezTo>
                <a:cubicBezTo>
                  <a:pt x="72" y="83"/>
                  <a:pt x="68" y="94"/>
                  <a:pt x="68" y="108"/>
                </a:cubicBezTo>
                <a:cubicBezTo>
                  <a:pt x="116" y="108"/>
                  <a:pt x="116" y="108"/>
                  <a:pt x="116" y="108"/>
                </a:cubicBezTo>
                <a:cubicBezTo>
                  <a:pt x="119" y="108"/>
                  <a:pt x="122" y="111"/>
                  <a:pt x="122" y="114"/>
                </a:cubicBezTo>
                <a:cubicBezTo>
                  <a:pt x="122" y="223"/>
                  <a:pt x="122" y="223"/>
                  <a:pt x="122" y="223"/>
                </a:cubicBezTo>
                <a:cubicBezTo>
                  <a:pt x="122" y="226"/>
                  <a:pt x="119" y="229"/>
                  <a:pt x="116" y="229"/>
                </a:cubicBezTo>
                <a:close/>
                <a:moveTo>
                  <a:pt x="13" y="217"/>
                </a:moveTo>
                <a:cubicBezTo>
                  <a:pt x="110" y="217"/>
                  <a:pt x="110" y="217"/>
                  <a:pt x="110" y="217"/>
                </a:cubicBezTo>
                <a:cubicBezTo>
                  <a:pt x="110" y="120"/>
                  <a:pt x="110" y="120"/>
                  <a:pt x="110" y="120"/>
                </a:cubicBezTo>
                <a:cubicBezTo>
                  <a:pt x="61" y="120"/>
                  <a:pt x="61" y="120"/>
                  <a:pt x="61" y="120"/>
                </a:cubicBezTo>
                <a:cubicBezTo>
                  <a:pt x="58" y="120"/>
                  <a:pt x="55" y="118"/>
                  <a:pt x="55" y="114"/>
                </a:cubicBezTo>
                <a:cubicBezTo>
                  <a:pt x="55" y="94"/>
                  <a:pt x="60" y="78"/>
                  <a:pt x="70" y="68"/>
                </a:cubicBezTo>
                <a:cubicBezTo>
                  <a:pt x="78" y="60"/>
                  <a:pt x="90" y="56"/>
                  <a:pt x="106" y="54"/>
                </a:cubicBezTo>
                <a:cubicBezTo>
                  <a:pt x="85" y="12"/>
                  <a:pt x="85" y="12"/>
                  <a:pt x="85" y="12"/>
                </a:cubicBezTo>
                <a:cubicBezTo>
                  <a:pt x="74" y="12"/>
                  <a:pt x="64" y="15"/>
                  <a:pt x="55" y="18"/>
                </a:cubicBezTo>
                <a:cubicBezTo>
                  <a:pt x="46" y="23"/>
                  <a:pt x="39" y="28"/>
                  <a:pt x="33" y="36"/>
                </a:cubicBezTo>
                <a:cubicBezTo>
                  <a:pt x="28" y="43"/>
                  <a:pt x="23" y="52"/>
                  <a:pt x="20" y="64"/>
                </a:cubicBezTo>
                <a:cubicBezTo>
                  <a:pt x="17" y="75"/>
                  <a:pt x="15" y="86"/>
                  <a:pt x="13" y="100"/>
                </a:cubicBezTo>
                <a:cubicBezTo>
                  <a:pt x="13" y="113"/>
                  <a:pt x="12" y="126"/>
                  <a:pt x="12" y="143"/>
                </a:cubicBezTo>
                <a:cubicBezTo>
                  <a:pt x="12" y="151"/>
                  <a:pt x="12" y="164"/>
                  <a:pt x="13" y="182"/>
                </a:cubicBezTo>
                <a:cubicBezTo>
                  <a:pt x="13" y="197"/>
                  <a:pt x="13" y="208"/>
                  <a:pt x="13" y="217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50000">
                <a:schemeClr val="accent2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/>
            <a:endParaRPr lang="en-AU" noProof="0"/>
          </a:p>
        </p:txBody>
      </p:sp>
    </p:spTree>
    <p:extLst>
      <p:ext uri="{BB962C8B-B14F-4D97-AF65-F5344CB8AC3E}">
        <p14:creationId xmlns:p14="http://schemas.microsoft.com/office/powerpoint/2010/main" val="1723346507"/>
      </p:ext>
    </p:extLst>
  </p:cSld>
  <p:clrMapOvr>
    <a:masterClrMapping/>
  </p:clrMapOvr>
</p:sldLayout>
</file>

<file path=ppt/slideLayouts/slideLayout2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 panel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36378980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5650" name="think-cell Slide" r:id="rId5" imgW="270" imgH="270" progId="TCLayout.ActiveDocument.1">
                  <p:embed/>
                </p:oleObj>
              </mc:Choice>
              <mc:Fallback>
                <p:oleObj name="think-cell Slide" r:id="rId5" imgW="270" imgH="270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AU" sz="2800" b="0" i="0" baseline="0" dirty="0">
              <a:latin typeface="Segoe UI Semibold"/>
              <a:ea typeface="+mj-ea"/>
              <a:cs typeface="+mj-cs"/>
              <a:sym typeface="Segoe UI Semibold"/>
            </a:endParaRPr>
          </a:p>
        </p:txBody>
      </p:sp>
      <p:pic>
        <p:nvPicPr>
          <p:cNvPr id="4" name="Picture 3"/>
          <p:cNvPicPr>
            <a:picLocks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5339" cy="109703"/>
          </a:xfrm>
          <a:prstGeom prst="rect">
            <a:avLst/>
          </a:prstGeom>
        </p:spPr>
      </p:pic>
      <p:sp>
        <p:nvSpPr>
          <p:cNvPr id="6" name="Rectangle 5"/>
          <p:cNvSpPr/>
          <p:nvPr userDrawn="1"/>
        </p:nvSpPr>
        <p:spPr>
          <a:xfrm>
            <a:off x="-3376" y="109703"/>
            <a:ext cx="3270094" cy="6748297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8" name="Text Placeholder 8"/>
          <p:cNvSpPr>
            <a:spLocks noGrp="1"/>
          </p:cNvSpPr>
          <p:nvPr>
            <p:ph type="body" sz="quarter" idx="31"/>
          </p:nvPr>
        </p:nvSpPr>
        <p:spPr>
          <a:xfrm>
            <a:off x="396000" y="548680"/>
            <a:ext cx="2448271" cy="5688632"/>
          </a:xfrm>
        </p:spPr>
        <p:txBody>
          <a:bodyPr anchor="ctr"/>
          <a:lstStyle>
            <a:lvl1pPr>
              <a:defRPr sz="1600">
                <a:solidFill>
                  <a:schemeClr val="bg2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>
              <a:buClr>
                <a:schemeClr val="bg2"/>
              </a:buClr>
              <a:defRPr sz="1600">
                <a:solidFill>
                  <a:schemeClr val="bg2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2pPr>
            <a:lvl3pPr>
              <a:buClr>
                <a:schemeClr val="bg2"/>
              </a:buClr>
              <a:defRPr sz="1600">
                <a:solidFill>
                  <a:schemeClr val="bg2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3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8841432" y="6392361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E8856DA-B77A-4A94-8E84-45BF77D9376B}" type="slidenum">
              <a:rPr lang="en-AU" sz="1200" noProof="0" smtClean="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AU" sz="1200" noProof="0" dirty="0">
              <a:solidFill>
                <a:schemeClr val="accent3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9810F382-8A4C-462A-9276-BB30CEE50F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36000" y="504000"/>
            <a:ext cx="5760000" cy="504056"/>
          </a:xfrm>
        </p:spPr>
        <p:txBody>
          <a:bodyPr anchor="ctr" anchorCtr="0"/>
          <a:lstStyle>
            <a:lvl1pPr marL="0" marR="0" indent="0" algn="l" defTabSz="914349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/>
            </a:lvl1pPr>
          </a:lstStyle>
          <a:p>
            <a:pPr lvl="0"/>
            <a:r>
              <a:rPr lang="en-AU" noProof="0" dirty="0"/>
              <a:t>Governing thought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3636000" y="1412776"/>
            <a:ext cx="5760000" cy="4536504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sz="quarter" idx="32" hasCustomPrompt="1"/>
          </p:nvPr>
        </p:nvSpPr>
        <p:spPr>
          <a:xfrm>
            <a:off x="3636000" y="6021288"/>
            <a:ext cx="5760765" cy="287214"/>
          </a:xfrm>
        </p:spPr>
        <p:txBody>
          <a:bodyPr anchor="ctr"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 lvl="0"/>
            <a:r>
              <a:rPr lang="en-AU" noProof="0" dirty="0"/>
              <a:t>Source</a:t>
            </a:r>
          </a:p>
        </p:txBody>
      </p:sp>
    </p:spTree>
    <p:extLst>
      <p:ext uri="{BB962C8B-B14F-4D97-AF65-F5344CB8AC3E}">
        <p14:creationId xmlns:p14="http://schemas.microsoft.com/office/powerpoint/2010/main" val="1450282247"/>
      </p:ext>
    </p:extLst>
  </p:cSld>
  <p:clrMapOvr>
    <a:masterClrMapping/>
  </p:clrMapOvr>
</p:sldLayout>
</file>

<file path=ppt/slideLayouts/slideLayout2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ight side panel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73714365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6674" name="think-cell Slide" r:id="rId5" imgW="270" imgH="270" progId="TCLayout.ActiveDocument.1">
                  <p:embed/>
                </p:oleObj>
              </mc:Choice>
              <mc:Fallback>
                <p:oleObj name="think-cell Slide" r:id="rId5" imgW="270" imgH="270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AU" sz="2800" b="0" i="0" baseline="0" dirty="0">
              <a:latin typeface="Segoe UI Semibold"/>
              <a:ea typeface="+mj-ea"/>
              <a:cs typeface="+mj-cs"/>
              <a:sym typeface="Segoe UI Semibold"/>
            </a:endParaRPr>
          </a:p>
        </p:txBody>
      </p:sp>
      <p:pic>
        <p:nvPicPr>
          <p:cNvPr id="4" name="Picture 3"/>
          <p:cNvPicPr>
            <a:picLocks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5339" cy="109703"/>
          </a:xfrm>
          <a:prstGeom prst="rect">
            <a:avLst/>
          </a:prstGeom>
        </p:spPr>
      </p:pic>
      <p:sp>
        <p:nvSpPr>
          <p:cNvPr id="6" name="Rectangle 5"/>
          <p:cNvSpPr/>
          <p:nvPr userDrawn="1"/>
        </p:nvSpPr>
        <p:spPr>
          <a:xfrm>
            <a:off x="6635906" y="109703"/>
            <a:ext cx="3270094" cy="6748297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AU" noProof="0"/>
          </a:p>
        </p:txBody>
      </p:sp>
      <p:sp>
        <p:nvSpPr>
          <p:cNvPr id="8" name="Text Placeholder 8"/>
          <p:cNvSpPr>
            <a:spLocks noGrp="1"/>
          </p:cNvSpPr>
          <p:nvPr>
            <p:ph type="body" sz="quarter" idx="31"/>
          </p:nvPr>
        </p:nvSpPr>
        <p:spPr>
          <a:xfrm>
            <a:off x="7041232" y="576064"/>
            <a:ext cx="2448271" cy="5688632"/>
          </a:xfrm>
        </p:spPr>
        <p:txBody>
          <a:bodyPr anchor="ctr"/>
          <a:lstStyle>
            <a:lvl1pPr>
              <a:defRPr sz="1600">
                <a:solidFill>
                  <a:schemeClr val="bg2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>
              <a:buClr>
                <a:schemeClr val="bg2"/>
              </a:buClr>
              <a:defRPr sz="1600">
                <a:solidFill>
                  <a:schemeClr val="bg2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2pPr>
            <a:lvl3pPr>
              <a:buClr>
                <a:schemeClr val="bg2"/>
              </a:buClr>
              <a:defRPr sz="1600">
                <a:solidFill>
                  <a:schemeClr val="bg2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3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8841432" y="6392361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E8856DA-B77A-4A94-8E84-45BF77D9376B}" type="slidenum">
              <a:rPr lang="en-AU" sz="1200" noProof="0" smtClean="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AU" sz="1200" noProof="0" dirty="0">
              <a:solidFill>
                <a:schemeClr val="accent3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2" name="Content Placeholder 5"/>
          <p:cNvSpPr>
            <a:spLocks noGrp="1"/>
          </p:cNvSpPr>
          <p:nvPr>
            <p:ph sz="quarter" idx="14"/>
          </p:nvPr>
        </p:nvSpPr>
        <p:spPr>
          <a:xfrm>
            <a:off x="540000" y="1412776"/>
            <a:ext cx="5688000" cy="4515723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13" name="Text Placeholder 2"/>
          <p:cNvSpPr>
            <a:spLocks noGrp="1"/>
          </p:cNvSpPr>
          <p:nvPr>
            <p:ph type="body" sz="quarter" idx="32" hasCustomPrompt="1"/>
          </p:nvPr>
        </p:nvSpPr>
        <p:spPr>
          <a:xfrm>
            <a:off x="540000" y="6021288"/>
            <a:ext cx="5688000" cy="287214"/>
          </a:xfrm>
        </p:spPr>
        <p:txBody>
          <a:bodyPr anchor="ctr"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 lvl="0"/>
            <a:r>
              <a:rPr lang="en-AU" noProof="0" dirty="0"/>
              <a:t>Source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17AB7F47-602E-4EE6-8314-BEBDF4A47D7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504000"/>
            <a:ext cx="5688000" cy="504056"/>
          </a:xfrm>
        </p:spPr>
        <p:txBody>
          <a:bodyPr anchor="ctr" anchorCtr="0"/>
          <a:lstStyle>
            <a:lvl1pPr marL="0" marR="0" indent="0" algn="l" defTabSz="914349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/>
            </a:lvl1pPr>
          </a:lstStyle>
          <a:p>
            <a:pPr lvl="0"/>
            <a:r>
              <a:rPr lang="en-AU" noProof="0" dirty="0"/>
              <a:t>Governing thought</a:t>
            </a:r>
          </a:p>
        </p:txBody>
      </p:sp>
    </p:spTree>
    <p:extLst>
      <p:ext uri="{BB962C8B-B14F-4D97-AF65-F5344CB8AC3E}">
        <p14:creationId xmlns:p14="http://schemas.microsoft.com/office/powerpoint/2010/main" val="2132718784"/>
      </p:ext>
    </p:extLst>
  </p:cSld>
  <p:clrMapOvr>
    <a:masterClrMapping/>
  </p:clrMapOvr>
</p:sldLayout>
</file>

<file path=ppt/slideLayouts/slideLayout2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ull quote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419163828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7698" name="think-cell Slide" r:id="rId5" imgW="270" imgH="270" progId="TCLayout.ActiveDocument.1">
                  <p:embed/>
                </p:oleObj>
              </mc:Choice>
              <mc:Fallback>
                <p:oleObj name="think-cell Slide" r:id="rId5" imgW="270" imgH="270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AU" sz="2800" b="0" i="0" baseline="0" dirty="0">
              <a:latin typeface="Segoe UI Semibold"/>
              <a:ea typeface="+mj-ea"/>
              <a:cs typeface="+mj-cs"/>
              <a:sym typeface="Segoe UI Semibold"/>
            </a:endParaRPr>
          </a:p>
        </p:txBody>
      </p:sp>
      <p:pic>
        <p:nvPicPr>
          <p:cNvPr id="4" name="Picture 3"/>
          <p:cNvPicPr>
            <a:picLocks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5339" cy="109703"/>
          </a:xfrm>
          <a:prstGeom prst="rect">
            <a:avLst/>
          </a:prstGeom>
        </p:spPr>
      </p:pic>
      <p:sp>
        <p:nvSpPr>
          <p:cNvPr id="6" name="Rectangle 5"/>
          <p:cNvSpPr/>
          <p:nvPr userDrawn="1"/>
        </p:nvSpPr>
        <p:spPr>
          <a:xfrm>
            <a:off x="-3376" y="109703"/>
            <a:ext cx="3270094" cy="6748297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AU" noProof="0"/>
          </a:p>
        </p:txBody>
      </p:sp>
      <p:sp>
        <p:nvSpPr>
          <p:cNvPr id="9" name="Freeform 8"/>
          <p:cNvSpPr>
            <a:spLocks noChangeAspect="1" noEditPoints="1"/>
          </p:cNvSpPr>
          <p:nvPr userDrawn="1"/>
        </p:nvSpPr>
        <p:spPr bwMode="auto">
          <a:xfrm>
            <a:off x="443539" y="980728"/>
            <a:ext cx="422366" cy="339258"/>
          </a:xfrm>
          <a:custGeom>
            <a:avLst/>
            <a:gdLst>
              <a:gd name="T0" fmla="*/ 170 w 285"/>
              <a:gd name="T1" fmla="*/ 229 h 229"/>
              <a:gd name="T2" fmla="*/ 163 w 285"/>
              <a:gd name="T3" fmla="*/ 183 h 229"/>
              <a:gd name="T4" fmla="*/ 165 w 285"/>
              <a:gd name="T5" fmla="*/ 99 h 229"/>
              <a:gd name="T6" fmla="*/ 186 w 285"/>
              <a:gd name="T7" fmla="*/ 29 h 229"/>
              <a:gd name="T8" fmla="*/ 251 w 285"/>
              <a:gd name="T9" fmla="*/ 0 h 229"/>
              <a:gd name="T10" fmla="*/ 284 w 285"/>
              <a:gd name="T11" fmla="*/ 57 h 229"/>
              <a:gd name="T12" fmla="*/ 278 w 285"/>
              <a:gd name="T13" fmla="*/ 66 h 229"/>
              <a:gd name="T14" fmla="*/ 231 w 285"/>
              <a:gd name="T15" fmla="*/ 108 h 229"/>
              <a:gd name="T16" fmla="*/ 284 w 285"/>
              <a:gd name="T17" fmla="*/ 114 h 229"/>
              <a:gd name="T18" fmla="*/ 278 w 285"/>
              <a:gd name="T19" fmla="*/ 229 h 229"/>
              <a:gd name="T20" fmla="*/ 272 w 285"/>
              <a:gd name="T21" fmla="*/ 217 h 229"/>
              <a:gd name="T22" fmla="*/ 224 w 285"/>
              <a:gd name="T23" fmla="*/ 120 h 229"/>
              <a:gd name="T24" fmla="*/ 233 w 285"/>
              <a:gd name="T25" fmla="*/ 68 h 229"/>
              <a:gd name="T26" fmla="*/ 248 w 285"/>
              <a:gd name="T27" fmla="*/ 12 h 229"/>
              <a:gd name="T28" fmla="*/ 196 w 285"/>
              <a:gd name="T29" fmla="*/ 36 h 229"/>
              <a:gd name="T30" fmla="*/ 176 w 285"/>
              <a:gd name="T31" fmla="*/ 100 h 229"/>
              <a:gd name="T32" fmla="*/ 175 w 285"/>
              <a:gd name="T33" fmla="*/ 182 h 229"/>
              <a:gd name="T34" fmla="*/ 116 w 285"/>
              <a:gd name="T35" fmla="*/ 229 h 229"/>
              <a:gd name="T36" fmla="*/ 1 w 285"/>
              <a:gd name="T37" fmla="*/ 223 h 229"/>
              <a:gd name="T38" fmla="*/ 0 w 285"/>
              <a:gd name="T39" fmla="*/ 143 h 229"/>
              <a:gd name="T40" fmla="*/ 9 w 285"/>
              <a:gd name="T41" fmla="*/ 61 h 229"/>
              <a:gd name="T42" fmla="*/ 50 w 285"/>
              <a:gd name="T43" fmla="*/ 8 h 229"/>
              <a:gd name="T44" fmla="*/ 94 w 285"/>
              <a:gd name="T45" fmla="*/ 3 h 229"/>
              <a:gd name="T46" fmla="*/ 121 w 285"/>
              <a:gd name="T47" fmla="*/ 63 h 229"/>
              <a:gd name="T48" fmla="*/ 78 w 285"/>
              <a:gd name="T49" fmla="*/ 77 h 229"/>
              <a:gd name="T50" fmla="*/ 116 w 285"/>
              <a:gd name="T51" fmla="*/ 108 h 229"/>
              <a:gd name="T52" fmla="*/ 122 w 285"/>
              <a:gd name="T53" fmla="*/ 223 h 229"/>
              <a:gd name="T54" fmla="*/ 13 w 285"/>
              <a:gd name="T55" fmla="*/ 217 h 229"/>
              <a:gd name="T56" fmla="*/ 110 w 285"/>
              <a:gd name="T57" fmla="*/ 120 h 229"/>
              <a:gd name="T58" fmla="*/ 55 w 285"/>
              <a:gd name="T59" fmla="*/ 114 h 229"/>
              <a:gd name="T60" fmla="*/ 106 w 285"/>
              <a:gd name="T61" fmla="*/ 54 h 229"/>
              <a:gd name="T62" fmla="*/ 55 w 285"/>
              <a:gd name="T63" fmla="*/ 18 h 229"/>
              <a:gd name="T64" fmla="*/ 20 w 285"/>
              <a:gd name="T65" fmla="*/ 64 h 229"/>
              <a:gd name="T66" fmla="*/ 12 w 285"/>
              <a:gd name="T67" fmla="*/ 143 h 229"/>
              <a:gd name="T68" fmla="*/ 13 w 285"/>
              <a:gd name="T69" fmla="*/ 217 h 22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285" h="229">
                <a:moveTo>
                  <a:pt x="278" y="229"/>
                </a:moveTo>
                <a:cubicBezTo>
                  <a:pt x="170" y="229"/>
                  <a:pt x="170" y="229"/>
                  <a:pt x="170" y="229"/>
                </a:cubicBezTo>
                <a:cubicBezTo>
                  <a:pt x="167" y="229"/>
                  <a:pt x="164" y="226"/>
                  <a:pt x="164" y="223"/>
                </a:cubicBezTo>
                <a:cubicBezTo>
                  <a:pt x="164" y="214"/>
                  <a:pt x="164" y="201"/>
                  <a:pt x="163" y="183"/>
                </a:cubicBezTo>
                <a:cubicBezTo>
                  <a:pt x="163" y="143"/>
                  <a:pt x="163" y="143"/>
                  <a:pt x="163" y="143"/>
                </a:cubicBezTo>
                <a:cubicBezTo>
                  <a:pt x="163" y="126"/>
                  <a:pt x="163" y="112"/>
                  <a:pt x="165" y="99"/>
                </a:cubicBezTo>
                <a:cubicBezTo>
                  <a:pt x="165" y="88"/>
                  <a:pt x="167" y="77"/>
                  <a:pt x="171" y="62"/>
                </a:cubicBezTo>
                <a:cubicBezTo>
                  <a:pt x="174" y="49"/>
                  <a:pt x="179" y="38"/>
                  <a:pt x="186" y="29"/>
                </a:cubicBezTo>
                <a:cubicBezTo>
                  <a:pt x="192" y="20"/>
                  <a:pt x="201" y="13"/>
                  <a:pt x="213" y="8"/>
                </a:cubicBezTo>
                <a:cubicBezTo>
                  <a:pt x="224" y="3"/>
                  <a:pt x="237" y="0"/>
                  <a:pt x="251" y="0"/>
                </a:cubicBezTo>
                <a:cubicBezTo>
                  <a:pt x="254" y="0"/>
                  <a:pt x="256" y="1"/>
                  <a:pt x="257" y="3"/>
                </a:cubicBezTo>
                <a:cubicBezTo>
                  <a:pt x="284" y="57"/>
                  <a:pt x="284" y="57"/>
                  <a:pt x="284" y="57"/>
                </a:cubicBezTo>
                <a:cubicBezTo>
                  <a:pt x="285" y="59"/>
                  <a:pt x="285" y="61"/>
                  <a:pt x="283" y="63"/>
                </a:cubicBezTo>
                <a:cubicBezTo>
                  <a:pt x="282" y="65"/>
                  <a:pt x="280" y="66"/>
                  <a:pt x="278" y="66"/>
                </a:cubicBezTo>
                <a:cubicBezTo>
                  <a:pt x="261" y="66"/>
                  <a:pt x="249" y="70"/>
                  <a:pt x="241" y="77"/>
                </a:cubicBezTo>
                <a:cubicBezTo>
                  <a:pt x="235" y="83"/>
                  <a:pt x="231" y="94"/>
                  <a:pt x="231" y="108"/>
                </a:cubicBezTo>
                <a:cubicBezTo>
                  <a:pt x="278" y="108"/>
                  <a:pt x="278" y="108"/>
                  <a:pt x="278" y="108"/>
                </a:cubicBezTo>
                <a:cubicBezTo>
                  <a:pt x="282" y="108"/>
                  <a:pt x="284" y="111"/>
                  <a:pt x="284" y="114"/>
                </a:cubicBezTo>
                <a:cubicBezTo>
                  <a:pt x="284" y="223"/>
                  <a:pt x="284" y="223"/>
                  <a:pt x="284" y="223"/>
                </a:cubicBezTo>
                <a:cubicBezTo>
                  <a:pt x="284" y="226"/>
                  <a:pt x="282" y="229"/>
                  <a:pt x="278" y="229"/>
                </a:cubicBezTo>
                <a:close/>
                <a:moveTo>
                  <a:pt x="176" y="217"/>
                </a:moveTo>
                <a:cubicBezTo>
                  <a:pt x="272" y="217"/>
                  <a:pt x="272" y="217"/>
                  <a:pt x="272" y="217"/>
                </a:cubicBezTo>
                <a:cubicBezTo>
                  <a:pt x="272" y="120"/>
                  <a:pt x="272" y="120"/>
                  <a:pt x="272" y="120"/>
                </a:cubicBezTo>
                <a:cubicBezTo>
                  <a:pt x="224" y="120"/>
                  <a:pt x="224" y="120"/>
                  <a:pt x="224" y="120"/>
                </a:cubicBezTo>
                <a:cubicBezTo>
                  <a:pt x="221" y="120"/>
                  <a:pt x="218" y="118"/>
                  <a:pt x="218" y="114"/>
                </a:cubicBezTo>
                <a:cubicBezTo>
                  <a:pt x="218" y="94"/>
                  <a:pt x="223" y="78"/>
                  <a:pt x="233" y="68"/>
                </a:cubicBezTo>
                <a:cubicBezTo>
                  <a:pt x="241" y="60"/>
                  <a:pt x="253" y="56"/>
                  <a:pt x="269" y="54"/>
                </a:cubicBezTo>
                <a:cubicBezTo>
                  <a:pt x="248" y="12"/>
                  <a:pt x="248" y="12"/>
                  <a:pt x="248" y="12"/>
                </a:cubicBezTo>
                <a:cubicBezTo>
                  <a:pt x="236" y="12"/>
                  <a:pt x="226" y="15"/>
                  <a:pt x="218" y="18"/>
                </a:cubicBezTo>
                <a:cubicBezTo>
                  <a:pt x="208" y="23"/>
                  <a:pt x="201" y="29"/>
                  <a:pt x="196" y="36"/>
                </a:cubicBezTo>
                <a:cubicBezTo>
                  <a:pt x="190" y="44"/>
                  <a:pt x="185" y="54"/>
                  <a:pt x="183" y="64"/>
                </a:cubicBezTo>
                <a:cubicBezTo>
                  <a:pt x="179" y="79"/>
                  <a:pt x="177" y="90"/>
                  <a:pt x="176" y="100"/>
                </a:cubicBezTo>
                <a:cubicBezTo>
                  <a:pt x="175" y="112"/>
                  <a:pt x="175" y="126"/>
                  <a:pt x="175" y="143"/>
                </a:cubicBezTo>
                <a:cubicBezTo>
                  <a:pt x="175" y="182"/>
                  <a:pt x="175" y="182"/>
                  <a:pt x="175" y="182"/>
                </a:cubicBezTo>
                <a:cubicBezTo>
                  <a:pt x="176" y="197"/>
                  <a:pt x="176" y="208"/>
                  <a:pt x="176" y="217"/>
                </a:cubicBezTo>
                <a:close/>
                <a:moveTo>
                  <a:pt x="116" y="229"/>
                </a:moveTo>
                <a:cubicBezTo>
                  <a:pt x="7" y="229"/>
                  <a:pt x="7" y="229"/>
                  <a:pt x="7" y="229"/>
                </a:cubicBezTo>
                <a:cubicBezTo>
                  <a:pt x="4" y="229"/>
                  <a:pt x="1" y="226"/>
                  <a:pt x="1" y="223"/>
                </a:cubicBezTo>
                <a:cubicBezTo>
                  <a:pt x="1" y="214"/>
                  <a:pt x="1" y="201"/>
                  <a:pt x="1" y="183"/>
                </a:cubicBezTo>
                <a:cubicBezTo>
                  <a:pt x="0" y="165"/>
                  <a:pt x="0" y="151"/>
                  <a:pt x="0" y="143"/>
                </a:cubicBezTo>
                <a:cubicBezTo>
                  <a:pt x="0" y="126"/>
                  <a:pt x="1" y="112"/>
                  <a:pt x="1" y="99"/>
                </a:cubicBezTo>
                <a:cubicBezTo>
                  <a:pt x="3" y="84"/>
                  <a:pt x="5" y="72"/>
                  <a:pt x="9" y="61"/>
                </a:cubicBezTo>
                <a:cubicBezTo>
                  <a:pt x="12" y="48"/>
                  <a:pt x="17" y="37"/>
                  <a:pt x="23" y="29"/>
                </a:cubicBezTo>
                <a:cubicBezTo>
                  <a:pt x="31" y="20"/>
                  <a:pt x="39" y="13"/>
                  <a:pt x="50" y="8"/>
                </a:cubicBezTo>
                <a:cubicBezTo>
                  <a:pt x="61" y="2"/>
                  <a:pt x="75" y="0"/>
                  <a:pt x="89" y="0"/>
                </a:cubicBezTo>
                <a:cubicBezTo>
                  <a:pt x="91" y="0"/>
                  <a:pt x="93" y="1"/>
                  <a:pt x="94" y="3"/>
                </a:cubicBezTo>
                <a:cubicBezTo>
                  <a:pt x="121" y="57"/>
                  <a:pt x="121" y="57"/>
                  <a:pt x="121" y="57"/>
                </a:cubicBezTo>
                <a:cubicBezTo>
                  <a:pt x="122" y="59"/>
                  <a:pt x="122" y="61"/>
                  <a:pt x="121" y="63"/>
                </a:cubicBezTo>
                <a:cubicBezTo>
                  <a:pt x="120" y="65"/>
                  <a:pt x="118" y="66"/>
                  <a:pt x="116" y="66"/>
                </a:cubicBezTo>
                <a:cubicBezTo>
                  <a:pt x="99" y="66"/>
                  <a:pt x="86" y="70"/>
                  <a:pt x="78" y="77"/>
                </a:cubicBezTo>
                <a:cubicBezTo>
                  <a:pt x="72" y="83"/>
                  <a:pt x="68" y="94"/>
                  <a:pt x="68" y="108"/>
                </a:cubicBezTo>
                <a:cubicBezTo>
                  <a:pt x="116" y="108"/>
                  <a:pt x="116" y="108"/>
                  <a:pt x="116" y="108"/>
                </a:cubicBezTo>
                <a:cubicBezTo>
                  <a:pt x="119" y="108"/>
                  <a:pt x="122" y="111"/>
                  <a:pt x="122" y="114"/>
                </a:cubicBezTo>
                <a:cubicBezTo>
                  <a:pt x="122" y="223"/>
                  <a:pt x="122" y="223"/>
                  <a:pt x="122" y="223"/>
                </a:cubicBezTo>
                <a:cubicBezTo>
                  <a:pt x="122" y="226"/>
                  <a:pt x="119" y="229"/>
                  <a:pt x="116" y="229"/>
                </a:cubicBezTo>
                <a:close/>
                <a:moveTo>
                  <a:pt x="13" y="217"/>
                </a:moveTo>
                <a:cubicBezTo>
                  <a:pt x="110" y="217"/>
                  <a:pt x="110" y="217"/>
                  <a:pt x="110" y="217"/>
                </a:cubicBezTo>
                <a:cubicBezTo>
                  <a:pt x="110" y="120"/>
                  <a:pt x="110" y="120"/>
                  <a:pt x="110" y="120"/>
                </a:cubicBezTo>
                <a:cubicBezTo>
                  <a:pt x="61" y="120"/>
                  <a:pt x="61" y="120"/>
                  <a:pt x="61" y="120"/>
                </a:cubicBezTo>
                <a:cubicBezTo>
                  <a:pt x="58" y="120"/>
                  <a:pt x="55" y="118"/>
                  <a:pt x="55" y="114"/>
                </a:cubicBezTo>
                <a:cubicBezTo>
                  <a:pt x="55" y="94"/>
                  <a:pt x="60" y="78"/>
                  <a:pt x="70" y="68"/>
                </a:cubicBezTo>
                <a:cubicBezTo>
                  <a:pt x="78" y="60"/>
                  <a:pt x="90" y="56"/>
                  <a:pt x="106" y="54"/>
                </a:cubicBezTo>
                <a:cubicBezTo>
                  <a:pt x="85" y="12"/>
                  <a:pt x="85" y="12"/>
                  <a:pt x="85" y="12"/>
                </a:cubicBezTo>
                <a:cubicBezTo>
                  <a:pt x="74" y="12"/>
                  <a:pt x="64" y="15"/>
                  <a:pt x="55" y="18"/>
                </a:cubicBezTo>
                <a:cubicBezTo>
                  <a:pt x="46" y="23"/>
                  <a:pt x="39" y="28"/>
                  <a:pt x="33" y="36"/>
                </a:cubicBezTo>
                <a:cubicBezTo>
                  <a:pt x="28" y="43"/>
                  <a:pt x="23" y="52"/>
                  <a:pt x="20" y="64"/>
                </a:cubicBezTo>
                <a:cubicBezTo>
                  <a:pt x="17" y="75"/>
                  <a:pt x="15" y="86"/>
                  <a:pt x="13" y="100"/>
                </a:cubicBezTo>
                <a:cubicBezTo>
                  <a:pt x="13" y="113"/>
                  <a:pt x="12" y="126"/>
                  <a:pt x="12" y="143"/>
                </a:cubicBezTo>
                <a:cubicBezTo>
                  <a:pt x="12" y="151"/>
                  <a:pt x="12" y="164"/>
                  <a:pt x="13" y="182"/>
                </a:cubicBezTo>
                <a:cubicBezTo>
                  <a:pt x="13" y="197"/>
                  <a:pt x="13" y="208"/>
                  <a:pt x="13" y="217"/>
                </a:cubicBezTo>
                <a:close/>
              </a:path>
            </a:pathLst>
          </a:custGeom>
          <a:gradFill>
            <a:gsLst>
              <a:gs pos="0">
                <a:schemeClr val="bg2"/>
              </a:gs>
              <a:gs pos="50000">
                <a:schemeClr val="tx2"/>
              </a:gs>
              <a:gs pos="100000">
                <a:schemeClr val="accent6"/>
              </a:gs>
            </a:gsLst>
            <a:lin ang="0" scaled="0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/>
            <a:endParaRPr lang="en-AU" noProof="0"/>
          </a:p>
        </p:txBody>
      </p:sp>
      <p:sp>
        <p:nvSpPr>
          <p:cNvPr id="10" name="Freeform 9"/>
          <p:cNvSpPr>
            <a:spLocks noChangeAspect="1" noEditPoints="1"/>
          </p:cNvSpPr>
          <p:nvPr userDrawn="1"/>
        </p:nvSpPr>
        <p:spPr bwMode="auto">
          <a:xfrm rot="10800000">
            <a:off x="2397437" y="5589240"/>
            <a:ext cx="422366" cy="339258"/>
          </a:xfrm>
          <a:custGeom>
            <a:avLst/>
            <a:gdLst>
              <a:gd name="T0" fmla="*/ 170 w 285"/>
              <a:gd name="T1" fmla="*/ 229 h 229"/>
              <a:gd name="T2" fmla="*/ 163 w 285"/>
              <a:gd name="T3" fmla="*/ 183 h 229"/>
              <a:gd name="T4" fmla="*/ 165 w 285"/>
              <a:gd name="T5" fmla="*/ 99 h 229"/>
              <a:gd name="T6" fmla="*/ 186 w 285"/>
              <a:gd name="T7" fmla="*/ 29 h 229"/>
              <a:gd name="T8" fmla="*/ 251 w 285"/>
              <a:gd name="T9" fmla="*/ 0 h 229"/>
              <a:gd name="T10" fmla="*/ 284 w 285"/>
              <a:gd name="T11" fmla="*/ 57 h 229"/>
              <a:gd name="T12" fmla="*/ 278 w 285"/>
              <a:gd name="T13" fmla="*/ 66 h 229"/>
              <a:gd name="T14" fmla="*/ 231 w 285"/>
              <a:gd name="T15" fmla="*/ 108 h 229"/>
              <a:gd name="T16" fmla="*/ 284 w 285"/>
              <a:gd name="T17" fmla="*/ 114 h 229"/>
              <a:gd name="T18" fmla="*/ 278 w 285"/>
              <a:gd name="T19" fmla="*/ 229 h 229"/>
              <a:gd name="T20" fmla="*/ 272 w 285"/>
              <a:gd name="T21" fmla="*/ 217 h 229"/>
              <a:gd name="T22" fmla="*/ 224 w 285"/>
              <a:gd name="T23" fmla="*/ 120 h 229"/>
              <a:gd name="T24" fmla="*/ 233 w 285"/>
              <a:gd name="T25" fmla="*/ 68 h 229"/>
              <a:gd name="T26" fmla="*/ 248 w 285"/>
              <a:gd name="T27" fmla="*/ 12 h 229"/>
              <a:gd name="T28" fmla="*/ 196 w 285"/>
              <a:gd name="T29" fmla="*/ 36 h 229"/>
              <a:gd name="T30" fmla="*/ 176 w 285"/>
              <a:gd name="T31" fmla="*/ 100 h 229"/>
              <a:gd name="T32" fmla="*/ 175 w 285"/>
              <a:gd name="T33" fmla="*/ 182 h 229"/>
              <a:gd name="T34" fmla="*/ 116 w 285"/>
              <a:gd name="T35" fmla="*/ 229 h 229"/>
              <a:gd name="T36" fmla="*/ 1 w 285"/>
              <a:gd name="T37" fmla="*/ 223 h 229"/>
              <a:gd name="T38" fmla="*/ 0 w 285"/>
              <a:gd name="T39" fmla="*/ 143 h 229"/>
              <a:gd name="T40" fmla="*/ 9 w 285"/>
              <a:gd name="T41" fmla="*/ 61 h 229"/>
              <a:gd name="T42" fmla="*/ 50 w 285"/>
              <a:gd name="T43" fmla="*/ 8 h 229"/>
              <a:gd name="T44" fmla="*/ 94 w 285"/>
              <a:gd name="T45" fmla="*/ 3 h 229"/>
              <a:gd name="T46" fmla="*/ 121 w 285"/>
              <a:gd name="T47" fmla="*/ 63 h 229"/>
              <a:gd name="T48" fmla="*/ 78 w 285"/>
              <a:gd name="T49" fmla="*/ 77 h 229"/>
              <a:gd name="T50" fmla="*/ 116 w 285"/>
              <a:gd name="T51" fmla="*/ 108 h 229"/>
              <a:gd name="T52" fmla="*/ 122 w 285"/>
              <a:gd name="T53" fmla="*/ 223 h 229"/>
              <a:gd name="T54" fmla="*/ 13 w 285"/>
              <a:gd name="T55" fmla="*/ 217 h 229"/>
              <a:gd name="T56" fmla="*/ 110 w 285"/>
              <a:gd name="T57" fmla="*/ 120 h 229"/>
              <a:gd name="T58" fmla="*/ 55 w 285"/>
              <a:gd name="T59" fmla="*/ 114 h 229"/>
              <a:gd name="T60" fmla="*/ 106 w 285"/>
              <a:gd name="T61" fmla="*/ 54 h 229"/>
              <a:gd name="T62" fmla="*/ 55 w 285"/>
              <a:gd name="T63" fmla="*/ 18 h 229"/>
              <a:gd name="T64" fmla="*/ 20 w 285"/>
              <a:gd name="T65" fmla="*/ 64 h 229"/>
              <a:gd name="T66" fmla="*/ 12 w 285"/>
              <a:gd name="T67" fmla="*/ 143 h 229"/>
              <a:gd name="T68" fmla="*/ 13 w 285"/>
              <a:gd name="T69" fmla="*/ 217 h 22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285" h="229">
                <a:moveTo>
                  <a:pt x="278" y="229"/>
                </a:moveTo>
                <a:cubicBezTo>
                  <a:pt x="170" y="229"/>
                  <a:pt x="170" y="229"/>
                  <a:pt x="170" y="229"/>
                </a:cubicBezTo>
                <a:cubicBezTo>
                  <a:pt x="167" y="229"/>
                  <a:pt x="164" y="226"/>
                  <a:pt x="164" y="223"/>
                </a:cubicBezTo>
                <a:cubicBezTo>
                  <a:pt x="164" y="214"/>
                  <a:pt x="164" y="201"/>
                  <a:pt x="163" y="183"/>
                </a:cubicBezTo>
                <a:cubicBezTo>
                  <a:pt x="163" y="143"/>
                  <a:pt x="163" y="143"/>
                  <a:pt x="163" y="143"/>
                </a:cubicBezTo>
                <a:cubicBezTo>
                  <a:pt x="163" y="126"/>
                  <a:pt x="163" y="112"/>
                  <a:pt x="165" y="99"/>
                </a:cubicBezTo>
                <a:cubicBezTo>
                  <a:pt x="165" y="88"/>
                  <a:pt x="167" y="77"/>
                  <a:pt x="171" y="62"/>
                </a:cubicBezTo>
                <a:cubicBezTo>
                  <a:pt x="174" y="49"/>
                  <a:pt x="179" y="38"/>
                  <a:pt x="186" y="29"/>
                </a:cubicBezTo>
                <a:cubicBezTo>
                  <a:pt x="192" y="20"/>
                  <a:pt x="201" y="13"/>
                  <a:pt x="213" y="8"/>
                </a:cubicBezTo>
                <a:cubicBezTo>
                  <a:pt x="224" y="3"/>
                  <a:pt x="237" y="0"/>
                  <a:pt x="251" y="0"/>
                </a:cubicBezTo>
                <a:cubicBezTo>
                  <a:pt x="254" y="0"/>
                  <a:pt x="256" y="1"/>
                  <a:pt x="257" y="3"/>
                </a:cubicBezTo>
                <a:cubicBezTo>
                  <a:pt x="284" y="57"/>
                  <a:pt x="284" y="57"/>
                  <a:pt x="284" y="57"/>
                </a:cubicBezTo>
                <a:cubicBezTo>
                  <a:pt x="285" y="59"/>
                  <a:pt x="285" y="61"/>
                  <a:pt x="283" y="63"/>
                </a:cubicBezTo>
                <a:cubicBezTo>
                  <a:pt x="282" y="65"/>
                  <a:pt x="280" y="66"/>
                  <a:pt x="278" y="66"/>
                </a:cubicBezTo>
                <a:cubicBezTo>
                  <a:pt x="261" y="66"/>
                  <a:pt x="249" y="70"/>
                  <a:pt x="241" y="77"/>
                </a:cubicBezTo>
                <a:cubicBezTo>
                  <a:pt x="235" y="83"/>
                  <a:pt x="231" y="94"/>
                  <a:pt x="231" y="108"/>
                </a:cubicBezTo>
                <a:cubicBezTo>
                  <a:pt x="278" y="108"/>
                  <a:pt x="278" y="108"/>
                  <a:pt x="278" y="108"/>
                </a:cubicBezTo>
                <a:cubicBezTo>
                  <a:pt x="282" y="108"/>
                  <a:pt x="284" y="111"/>
                  <a:pt x="284" y="114"/>
                </a:cubicBezTo>
                <a:cubicBezTo>
                  <a:pt x="284" y="223"/>
                  <a:pt x="284" y="223"/>
                  <a:pt x="284" y="223"/>
                </a:cubicBezTo>
                <a:cubicBezTo>
                  <a:pt x="284" y="226"/>
                  <a:pt x="282" y="229"/>
                  <a:pt x="278" y="229"/>
                </a:cubicBezTo>
                <a:close/>
                <a:moveTo>
                  <a:pt x="176" y="217"/>
                </a:moveTo>
                <a:cubicBezTo>
                  <a:pt x="272" y="217"/>
                  <a:pt x="272" y="217"/>
                  <a:pt x="272" y="217"/>
                </a:cubicBezTo>
                <a:cubicBezTo>
                  <a:pt x="272" y="120"/>
                  <a:pt x="272" y="120"/>
                  <a:pt x="272" y="120"/>
                </a:cubicBezTo>
                <a:cubicBezTo>
                  <a:pt x="224" y="120"/>
                  <a:pt x="224" y="120"/>
                  <a:pt x="224" y="120"/>
                </a:cubicBezTo>
                <a:cubicBezTo>
                  <a:pt x="221" y="120"/>
                  <a:pt x="218" y="118"/>
                  <a:pt x="218" y="114"/>
                </a:cubicBezTo>
                <a:cubicBezTo>
                  <a:pt x="218" y="94"/>
                  <a:pt x="223" y="78"/>
                  <a:pt x="233" y="68"/>
                </a:cubicBezTo>
                <a:cubicBezTo>
                  <a:pt x="241" y="60"/>
                  <a:pt x="253" y="56"/>
                  <a:pt x="269" y="54"/>
                </a:cubicBezTo>
                <a:cubicBezTo>
                  <a:pt x="248" y="12"/>
                  <a:pt x="248" y="12"/>
                  <a:pt x="248" y="12"/>
                </a:cubicBezTo>
                <a:cubicBezTo>
                  <a:pt x="236" y="12"/>
                  <a:pt x="226" y="15"/>
                  <a:pt x="218" y="18"/>
                </a:cubicBezTo>
                <a:cubicBezTo>
                  <a:pt x="208" y="23"/>
                  <a:pt x="201" y="29"/>
                  <a:pt x="196" y="36"/>
                </a:cubicBezTo>
                <a:cubicBezTo>
                  <a:pt x="190" y="44"/>
                  <a:pt x="185" y="54"/>
                  <a:pt x="183" y="64"/>
                </a:cubicBezTo>
                <a:cubicBezTo>
                  <a:pt x="179" y="79"/>
                  <a:pt x="177" y="90"/>
                  <a:pt x="176" y="100"/>
                </a:cubicBezTo>
                <a:cubicBezTo>
                  <a:pt x="175" y="112"/>
                  <a:pt x="175" y="126"/>
                  <a:pt x="175" y="143"/>
                </a:cubicBezTo>
                <a:cubicBezTo>
                  <a:pt x="175" y="182"/>
                  <a:pt x="175" y="182"/>
                  <a:pt x="175" y="182"/>
                </a:cubicBezTo>
                <a:cubicBezTo>
                  <a:pt x="176" y="197"/>
                  <a:pt x="176" y="208"/>
                  <a:pt x="176" y="217"/>
                </a:cubicBezTo>
                <a:close/>
                <a:moveTo>
                  <a:pt x="116" y="229"/>
                </a:moveTo>
                <a:cubicBezTo>
                  <a:pt x="7" y="229"/>
                  <a:pt x="7" y="229"/>
                  <a:pt x="7" y="229"/>
                </a:cubicBezTo>
                <a:cubicBezTo>
                  <a:pt x="4" y="229"/>
                  <a:pt x="1" y="226"/>
                  <a:pt x="1" y="223"/>
                </a:cubicBezTo>
                <a:cubicBezTo>
                  <a:pt x="1" y="214"/>
                  <a:pt x="1" y="201"/>
                  <a:pt x="1" y="183"/>
                </a:cubicBezTo>
                <a:cubicBezTo>
                  <a:pt x="0" y="165"/>
                  <a:pt x="0" y="151"/>
                  <a:pt x="0" y="143"/>
                </a:cubicBezTo>
                <a:cubicBezTo>
                  <a:pt x="0" y="126"/>
                  <a:pt x="1" y="112"/>
                  <a:pt x="1" y="99"/>
                </a:cubicBezTo>
                <a:cubicBezTo>
                  <a:pt x="3" y="84"/>
                  <a:pt x="5" y="72"/>
                  <a:pt x="9" y="61"/>
                </a:cubicBezTo>
                <a:cubicBezTo>
                  <a:pt x="12" y="48"/>
                  <a:pt x="17" y="37"/>
                  <a:pt x="23" y="29"/>
                </a:cubicBezTo>
                <a:cubicBezTo>
                  <a:pt x="31" y="20"/>
                  <a:pt x="39" y="13"/>
                  <a:pt x="50" y="8"/>
                </a:cubicBezTo>
                <a:cubicBezTo>
                  <a:pt x="61" y="2"/>
                  <a:pt x="75" y="0"/>
                  <a:pt x="89" y="0"/>
                </a:cubicBezTo>
                <a:cubicBezTo>
                  <a:pt x="91" y="0"/>
                  <a:pt x="93" y="1"/>
                  <a:pt x="94" y="3"/>
                </a:cubicBezTo>
                <a:cubicBezTo>
                  <a:pt x="121" y="57"/>
                  <a:pt x="121" y="57"/>
                  <a:pt x="121" y="57"/>
                </a:cubicBezTo>
                <a:cubicBezTo>
                  <a:pt x="122" y="59"/>
                  <a:pt x="122" y="61"/>
                  <a:pt x="121" y="63"/>
                </a:cubicBezTo>
                <a:cubicBezTo>
                  <a:pt x="120" y="65"/>
                  <a:pt x="118" y="66"/>
                  <a:pt x="116" y="66"/>
                </a:cubicBezTo>
                <a:cubicBezTo>
                  <a:pt x="99" y="66"/>
                  <a:pt x="86" y="70"/>
                  <a:pt x="78" y="77"/>
                </a:cubicBezTo>
                <a:cubicBezTo>
                  <a:pt x="72" y="83"/>
                  <a:pt x="68" y="94"/>
                  <a:pt x="68" y="108"/>
                </a:cubicBezTo>
                <a:cubicBezTo>
                  <a:pt x="116" y="108"/>
                  <a:pt x="116" y="108"/>
                  <a:pt x="116" y="108"/>
                </a:cubicBezTo>
                <a:cubicBezTo>
                  <a:pt x="119" y="108"/>
                  <a:pt x="122" y="111"/>
                  <a:pt x="122" y="114"/>
                </a:cubicBezTo>
                <a:cubicBezTo>
                  <a:pt x="122" y="223"/>
                  <a:pt x="122" y="223"/>
                  <a:pt x="122" y="223"/>
                </a:cubicBezTo>
                <a:cubicBezTo>
                  <a:pt x="122" y="226"/>
                  <a:pt x="119" y="229"/>
                  <a:pt x="116" y="229"/>
                </a:cubicBezTo>
                <a:close/>
                <a:moveTo>
                  <a:pt x="13" y="217"/>
                </a:moveTo>
                <a:cubicBezTo>
                  <a:pt x="110" y="217"/>
                  <a:pt x="110" y="217"/>
                  <a:pt x="110" y="217"/>
                </a:cubicBezTo>
                <a:cubicBezTo>
                  <a:pt x="110" y="120"/>
                  <a:pt x="110" y="120"/>
                  <a:pt x="110" y="120"/>
                </a:cubicBezTo>
                <a:cubicBezTo>
                  <a:pt x="61" y="120"/>
                  <a:pt x="61" y="120"/>
                  <a:pt x="61" y="120"/>
                </a:cubicBezTo>
                <a:cubicBezTo>
                  <a:pt x="58" y="120"/>
                  <a:pt x="55" y="118"/>
                  <a:pt x="55" y="114"/>
                </a:cubicBezTo>
                <a:cubicBezTo>
                  <a:pt x="55" y="94"/>
                  <a:pt x="60" y="78"/>
                  <a:pt x="70" y="68"/>
                </a:cubicBezTo>
                <a:cubicBezTo>
                  <a:pt x="78" y="60"/>
                  <a:pt x="90" y="56"/>
                  <a:pt x="106" y="54"/>
                </a:cubicBezTo>
                <a:cubicBezTo>
                  <a:pt x="85" y="12"/>
                  <a:pt x="85" y="12"/>
                  <a:pt x="85" y="12"/>
                </a:cubicBezTo>
                <a:cubicBezTo>
                  <a:pt x="74" y="12"/>
                  <a:pt x="64" y="15"/>
                  <a:pt x="55" y="18"/>
                </a:cubicBezTo>
                <a:cubicBezTo>
                  <a:pt x="46" y="23"/>
                  <a:pt x="39" y="28"/>
                  <a:pt x="33" y="36"/>
                </a:cubicBezTo>
                <a:cubicBezTo>
                  <a:pt x="28" y="43"/>
                  <a:pt x="23" y="52"/>
                  <a:pt x="20" y="64"/>
                </a:cubicBezTo>
                <a:cubicBezTo>
                  <a:pt x="17" y="75"/>
                  <a:pt x="15" y="86"/>
                  <a:pt x="13" y="100"/>
                </a:cubicBezTo>
                <a:cubicBezTo>
                  <a:pt x="13" y="113"/>
                  <a:pt x="12" y="126"/>
                  <a:pt x="12" y="143"/>
                </a:cubicBezTo>
                <a:cubicBezTo>
                  <a:pt x="12" y="151"/>
                  <a:pt x="12" y="164"/>
                  <a:pt x="13" y="182"/>
                </a:cubicBezTo>
                <a:cubicBezTo>
                  <a:pt x="13" y="197"/>
                  <a:pt x="13" y="208"/>
                  <a:pt x="13" y="217"/>
                </a:cubicBezTo>
                <a:close/>
              </a:path>
            </a:pathLst>
          </a:custGeom>
          <a:gradFill>
            <a:gsLst>
              <a:gs pos="0">
                <a:schemeClr val="bg2"/>
              </a:gs>
              <a:gs pos="50000">
                <a:schemeClr val="tx2"/>
              </a:gs>
              <a:gs pos="100000">
                <a:schemeClr val="accent6"/>
              </a:gs>
            </a:gsLst>
            <a:lin ang="0" scaled="0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/>
            <a:endParaRPr lang="en-AU" noProof="0"/>
          </a:p>
        </p:txBody>
      </p:sp>
      <p:sp>
        <p:nvSpPr>
          <p:cNvPr id="11" name="Text Placeholder 3"/>
          <p:cNvSpPr>
            <a:spLocks noGrp="1"/>
          </p:cNvSpPr>
          <p:nvPr>
            <p:ph type="body" sz="quarter" idx="15" hasCustomPrompt="1"/>
          </p:nvPr>
        </p:nvSpPr>
        <p:spPr>
          <a:xfrm>
            <a:off x="443539" y="1600610"/>
            <a:ext cx="2376264" cy="3700598"/>
          </a:xfrm>
        </p:spPr>
        <p:txBody>
          <a:bodyPr anchor="ctr"/>
          <a:lstStyle>
            <a:lvl1pPr algn="ctr">
              <a:defRPr sz="1800" i="0">
                <a:solidFill>
                  <a:schemeClr val="bg2"/>
                </a:solidFill>
                <a:latin typeface="Segoe UI Semilight" panose="020B0402040204020203" pitchFamily="34" charset="0"/>
                <a:ea typeface="Segoe UI" panose="020B0502040204020203" pitchFamily="34" charset="0"/>
                <a:cs typeface="Segoe UI Semilight" panose="020B0402040204020203" pitchFamily="34" charset="0"/>
              </a:defRPr>
            </a:lvl1pPr>
            <a:lvl2pPr>
              <a:defRPr>
                <a:solidFill>
                  <a:schemeClr val="bg1"/>
                </a:solidFill>
                <a:latin typeface="Segoe UI Semibold" panose="020B0702040204020203" pitchFamily="34" charset="0"/>
              </a:defRPr>
            </a:lvl2pPr>
            <a:lvl3pPr>
              <a:defRPr>
                <a:solidFill>
                  <a:schemeClr val="bg1"/>
                </a:solidFill>
                <a:latin typeface="Segoe UI Semibold" panose="020B0702040204020203" pitchFamily="34" charset="0"/>
              </a:defRPr>
            </a:lvl3pPr>
            <a:lvl4pPr>
              <a:defRPr>
                <a:solidFill>
                  <a:schemeClr val="bg1"/>
                </a:solidFill>
                <a:latin typeface="Segoe UI Semibold" panose="020B0702040204020203" pitchFamily="34" charset="0"/>
              </a:defRPr>
            </a:lvl4pPr>
            <a:lvl5pPr>
              <a:defRPr>
                <a:solidFill>
                  <a:schemeClr val="bg1"/>
                </a:solidFill>
                <a:latin typeface="Segoe UI Semibold" panose="020B0702040204020203" pitchFamily="34" charset="0"/>
              </a:defRPr>
            </a:lvl5pPr>
          </a:lstStyle>
          <a:p>
            <a:pPr lvl="0"/>
            <a:r>
              <a:rPr lang="en-AU" noProof="0" dirty="0"/>
              <a:t>Pull Quote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8841432" y="6392361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E8856DA-B77A-4A94-8E84-45BF77D9376B}" type="slidenum">
              <a:rPr lang="en-AU" sz="1200" noProof="0" smtClean="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AU" sz="1200" noProof="0" dirty="0">
              <a:solidFill>
                <a:schemeClr val="accent3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9810F382-8A4C-462A-9276-BB30CEE50F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36000" y="504000"/>
            <a:ext cx="5760000" cy="504056"/>
          </a:xfrm>
        </p:spPr>
        <p:txBody>
          <a:bodyPr anchor="ctr" anchorCtr="0"/>
          <a:lstStyle>
            <a:lvl1pPr marL="0" marR="0" indent="0" algn="l" defTabSz="914349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/>
            </a:lvl1pPr>
          </a:lstStyle>
          <a:p>
            <a:pPr lvl="0"/>
            <a:r>
              <a:rPr lang="en-AU" noProof="0" dirty="0"/>
              <a:t>Governing thought</a:t>
            </a:r>
          </a:p>
        </p:txBody>
      </p:sp>
      <p:sp>
        <p:nvSpPr>
          <p:cNvPr id="16" name="Content Placeholder 5"/>
          <p:cNvSpPr>
            <a:spLocks noGrp="1"/>
          </p:cNvSpPr>
          <p:nvPr>
            <p:ph sz="quarter" idx="14"/>
          </p:nvPr>
        </p:nvSpPr>
        <p:spPr>
          <a:xfrm>
            <a:off x="3636000" y="1412776"/>
            <a:ext cx="5760000" cy="4536504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17" name="Text Placeholder 2"/>
          <p:cNvSpPr>
            <a:spLocks noGrp="1"/>
          </p:cNvSpPr>
          <p:nvPr>
            <p:ph type="body" sz="quarter" idx="32" hasCustomPrompt="1"/>
          </p:nvPr>
        </p:nvSpPr>
        <p:spPr>
          <a:xfrm>
            <a:off x="3636000" y="6021288"/>
            <a:ext cx="5760765" cy="287214"/>
          </a:xfrm>
        </p:spPr>
        <p:txBody>
          <a:bodyPr anchor="ctr"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 lvl="0"/>
            <a:r>
              <a:rPr lang="en-AU" noProof="0" dirty="0"/>
              <a:t>Source</a:t>
            </a:r>
          </a:p>
        </p:txBody>
      </p:sp>
    </p:spTree>
    <p:extLst>
      <p:ext uri="{BB962C8B-B14F-4D97-AF65-F5344CB8AC3E}">
        <p14:creationId xmlns:p14="http://schemas.microsoft.com/office/powerpoint/2010/main" val="1374411740"/>
      </p:ext>
    </p:extLst>
  </p:cSld>
  <p:clrMapOvr>
    <a:masterClrMapping/>
  </p:clrMapOvr>
</p:sldLayout>
</file>

<file path=ppt/slideLayouts/slideLayout2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ull quote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18054383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8722" name="think-cell Slide" r:id="rId5" imgW="270" imgH="270" progId="TCLayout.ActiveDocument.1">
                  <p:embed/>
                </p:oleObj>
              </mc:Choice>
              <mc:Fallback>
                <p:oleObj name="think-cell Slide" r:id="rId5" imgW="270" imgH="270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AU" sz="2800" b="0" i="0" baseline="0" dirty="0">
              <a:latin typeface="Segoe UI Semibold"/>
              <a:ea typeface="+mj-ea"/>
              <a:cs typeface="+mj-cs"/>
              <a:sym typeface="Segoe UI Semibold"/>
            </a:endParaRPr>
          </a:p>
        </p:txBody>
      </p:sp>
      <p:pic>
        <p:nvPicPr>
          <p:cNvPr id="4" name="Picture 3"/>
          <p:cNvPicPr>
            <a:picLocks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5339" cy="109703"/>
          </a:xfrm>
          <a:prstGeom prst="rect">
            <a:avLst/>
          </a:prstGeom>
        </p:spPr>
      </p:pic>
      <p:sp>
        <p:nvSpPr>
          <p:cNvPr id="6" name="Rectangle 5"/>
          <p:cNvSpPr/>
          <p:nvPr userDrawn="1"/>
        </p:nvSpPr>
        <p:spPr>
          <a:xfrm>
            <a:off x="6651458" y="109703"/>
            <a:ext cx="3270094" cy="6748297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AU" noProof="0"/>
          </a:p>
        </p:txBody>
      </p:sp>
      <p:sp>
        <p:nvSpPr>
          <p:cNvPr id="13" name="TextBox 12"/>
          <p:cNvSpPr txBox="1"/>
          <p:nvPr userDrawn="1"/>
        </p:nvSpPr>
        <p:spPr>
          <a:xfrm>
            <a:off x="8841432" y="6392361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E8856DA-B77A-4A94-8E84-45BF77D9376B}" type="slidenum">
              <a:rPr lang="en-AU" sz="1200" noProof="0" smtClean="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AU" sz="1200" noProof="0" dirty="0">
              <a:solidFill>
                <a:schemeClr val="accent3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5" name="Freeform 14"/>
          <p:cNvSpPr>
            <a:spLocks noChangeAspect="1" noEditPoints="1"/>
          </p:cNvSpPr>
          <p:nvPr userDrawn="1"/>
        </p:nvSpPr>
        <p:spPr bwMode="auto">
          <a:xfrm>
            <a:off x="7098373" y="980728"/>
            <a:ext cx="422366" cy="339258"/>
          </a:xfrm>
          <a:custGeom>
            <a:avLst/>
            <a:gdLst>
              <a:gd name="T0" fmla="*/ 170 w 285"/>
              <a:gd name="T1" fmla="*/ 229 h 229"/>
              <a:gd name="T2" fmla="*/ 163 w 285"/>
              <a:gd name="T3" fmla="*/ 183 h 229"/>
              <a:gd name="T4" fmla="*/ 165 w 285"/>
              <a:gd name="T5" fmla="*/ 99 h 229"/>
              <a:gd name="T6" fmla="*/ 186 w 285"/>
              <a:gd name="T7" fmla="*/ 29 h 229"/>
              <a:gd name="T8" fmla="*/ 251 w 285"/>
              <a:gd name="T9" fmla="*/ 0 h 229"/>
              <a:gd name="T10" fmla="*/ 284 w 285"/>
              <a:gd name="T11" fmla="*/ 57 h 229"/>
              <a:gd name="T12" fmla="*/ 278 w 285"/>
              <a:gd name="T13" fmla="*/ 66 h 229"/>
              <a:gd name="T14" fmla="*/ 231 w 285"/>
              <a:gd name="T15" fmla="*/ 108 h 229"/>
              <a:gd name="T16" fmla="*/ 284 w 285"/>
              <a:gd name="T17" fmla="*/ 114 h 229"/>
              <a:gd name="T18" fmla="*/ 278 w 285"/>
              <a:gd name="T19" fmla="*/ 229 h 229"/>
              <a:gd name="T20" fmla="*/ 272 w 285"/>
              <a:gd name="T21" fmla="*/ 217 h 229"/>
              <a:gd name="T22" fmla="*/ 224 w 285"/>
              <a:gd name="T23" fmla="*/ 120 h 229"/>
              <a:gd name="T24" fmla="*/ 233 w 285"/>
              <a:gd name="T25" fmla="*/ 68 h 229"/>
              <a:gd name="T26" fmla="*/ 248 w 285"/>
              <a:gd name="T27" fmla="*/ 12 h 229"/>
              <a:gd name="T28" fmla="*/ 196 w 285"/>
              <a:gd name="T29" fmla="*/ 36 h 229"/>
              <a:gd name="T30" fmla="*/ 176 w 285"/>
              <a:gd name="T31" fmla="*/ 100 h 229"/>
              <a:gd name="T32" fmla="*/ 175 w 285"/>
              <a:gd name="T33" fmla="*/ 182 h 229"/>
              <a:gd name="T34" fmla="*/ 116 w 285"/>
              <a:gd name="T35" fmla="*/ 229 h 229"/>
              <a:gd name="T36" fmla="*/ 1 w 285"/>
              <a:gd name="T37" fmla="*/ 223 h 229"/>
              <a:gd name="T38" fmla="*/ 0 w 285"/>
              <a:gd name="T39" fmla="*/ 143 h 229"/>
              <a:gd name="T40" fmla="*/ 9 w 285"/>
              <a:gd name="T41" fmla="*/ 61 h 229"/>
              <a:gd name="T42" fmla="*/ 50 w 285"/>
              <a:gd name="T43" fmla="*/ 8 h 229"/>
              <a:gd name="T44" fmla="*/ 94 w 285"/>
              <a:gd name="T45" fmla="*/ 3 h 229"/>
              <a:gd name="T46" fmla="*/ 121 w 285"/>
              <a:gd name="T47" fmla="*/ 63 h 229"/>
              <a:gd name="T48" fmla="*/ 78 w 285"/>
              <a:gd name="T49" fmla="*/ 77 h 229"/>
              <a:gd name="T50" fmla="*/ 116 w 285"/>
              <a:gd name="T51" fmla="*/ 108 h 229"/>
              <a:gd name="T52" fmla="*/ 122 w 285"/>
              <a:gd name="T53" fmla="*/ 223 h 229"/>
              <a:gd name="T54" fmla="*/ 13 w 285"/>
              <a:gd name="T55" fmla="*/ 217 h 229"/>
              <a:gd name="T56" fmla="*/ 110 w 285"/>
              <a:gd name="T57" fmla="*/ 120 h 229"/>
              <a:gd name="T58" fmla="*/ 55 w 285"/>
              <a:gd name="T59" fmla="*/ 114 h 229"/>
              <a:gd name="T60" fmla="*/ 106 w 285"/>
              <a:gd name="T61" fmla="*/ 54 h 229"/>
              <a:gd name="T62" fmla="*/ 55 w 285"/>
              <a:gd name="T63" fmla="*/ 18 h 229"/>
              <a:gd name="T64" fmla="*/ 20 w 285"/>
              <a:gd name="T65" fmla="*/ 64 h 229"/>
              <a:gd name="T66" fmla="*/ 12 w 285"/>
              <a:gd name="T67" fmla="*/ 143 h 229"/>
              <a:gd name="T68" fmla="*/ 13 w 285"/>
              <a:gd name="T69" fmla="*/ 217 h 22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285" h="229">
                <a:moveTo>
                  <a:pt x="278" y="229"/>
                </a:moveTo>
                <a:cubicBezTo>
                  <a:pt x="170" y="229"/>
                  <a:pt x="170" y="229"/>
                  <a:pt x="170" y="229"/>
                </a:cubicBezTo>
                <a:cubicBezTo>
                  <a:pt x="167" y="229"/>
                  <a:pt x="164" y="226"/>
                  <a:pt x="164" y="223"/>
                </a:cubicBezTo>
                <a:cubicBezTo>
                  <a:pt x="164" y="214"/>
                  <a:pt x="164" y="201"/>
                  <a:pt x="163" y="183"/>
                </a:cubicBezTo>
                <a:cubicBezTo>
                  <a:pt x="163" y="143"/>
                  <a:pt x="163" y="143"/>
                  <a:pt x="163" y="143"/>
                </a:cubicBezTo>
                <a:cubicBezTo>
                  <a:pt x="163" y="126"/>
                  <a:pt x="163" y="112"/>
                  <a:pt x="165" y="99"/>
                </a:cubicBezTo>
                <a:cubicBezTo>
                  <a:pt x="165" y="88"/>
                  <a:pt x="167" y="77"/>
                  <a:pt x="171" y="62"/>
                </a:cubicBezTo>
                <a:cubicBezTo>
                  <a:pt x="174" y="49"/>
                  <a:pt x="179" y="38"/>
                  <a:pt x="186" y="29"/>
                </a:cubicBezTo>
                <a:cubicBezTo>
                  <a:pt x="192" y="20"/>
                  <a:pt x="201" y="13"/>
                  <a:pt x="213" y="8"/>
                </a:cubicBezTo>
                <a:cubicBezTo>
                  <a:pt x="224" y="3"/>
                  <a:pt x="237" y="0"/>
                  <a:pt x="251" y="0"/>
                </a:cubicBezTo>
                <a:cubicBezTo>
                  <a:pt x="254" y="0"/>
                  <a:pt x="256" y="1"/>
                  <a:pt x="257" y="3"/>
                </a:cubicBezTo>
                <a:cubicBezTo>
                  <a:pt x="284" y="57"/>
                  <a:pt x="284" y="57"/>
                  <a:pt x="284" y="57"/>
                </a:cubicBezTo>
                <a:cubicBezTo>
                  <a:pt x="285" y="59"/>
                  <a:pt x="285" y="61"/>
                  <a:pt x="283" y="63"/>
                </a:cubicBezTo>
                <a:cubicBezTo>
                  <a:pt x="282" y="65"/>
                  <a:pt x="280" y="66"/>
                  <a:pt x="278" y="66"/>
                </a:cubicBezTo>
                <a:cubicBezTo>
                  <a:pt x="261" y="66"/>
                  <a:pt x="249" y="70"/>
                  <a:pt x="241" y="77"/>
                </a:cubicBezTo>
                <a:cubicBezTo>
                  <a:pt x="235" y="83"/>
                  <a:pt x="231" y="94"/>
                  <a:pt x="231" y="108"/>
                </a:cubicBezTo>
                <a:cubicBezTo>
                  <a:pt x="278" y="108"/>
                  <a:pt x="278" y="108"/>
                  <a:pt x="278" y="108"/>
                </a:cubicBezTo>
                <a:cubicBezTo>
                  <a:pt x="282" y="108"/>
                  <a:pt x="284" y="111"/>
                  <a:pt x="284" y="114"/>
                </a:cubicBezTo>
                <a:cubicBezTo>
                  <a:pt x="284" y="223"/>
                  <a:pt x="284" y="223"/>
                  <a:pt x="284" y="223"/>
                </a:cubicBezTo>
                <a:cubicBezTo>
                  <a:pt x="284" y="226"/>
                  <a:pt x="282" y="229"/>
                  <a:pt x="278" y="229"/>
                </a:cubicBezTo>
                <a:close/>
                <a:moveTo>
                  <a:pt x="176" y="217"/>
                </a:moveTo>
                <a:cubicBezTo>
                  <a:pt x="272" y="217"/>
                  <a:pt x="272" y="217"/>
                  <a:pt x="272" y="217"/>
                </a:cubicBezTo>
                <a:cubicBezTo>
                  <a:pt x="272" y="120"/>
                  <a:pt x="272" y="120"/>
                  <a:pt x="272" y="120"/>
                </a:cubicBezTo>
                <a:cubicBezTo>
                  <a:pt x="224" y="120"/>
                  <a:pt x="224" y="120"/>
                  <a:pt x="224" y="120"/>
                </a:cubicBezTo>
                <a:cubicBezTo>
                  <a:pt x="221" y="120"/>
                  <a:pt x="218" y="118"/>
                  <a:pt x="218" y="114"/>
                </a:cubicBezTo>
                <a:cubicBezTo>
                  <a:pt x="218" y="94"/>
                  <a:pt x="223" y="78"/>
                  <a:pt x="233" y="68"/>
                </a:cubicBezTo>
                <a:cubicBezTo>
                  <a:pt x="241" y="60"/>
                  <a:pt x="253" y="56"/>
                  <a:pt x="269" y="54"/>
                </a:cubicBezTo>
                <a:cubicBezTo>
                  <a:pt x="248" y="12"/>
                  <a:pt x="248" y="12"/>
                  <a:pt x="248" y="12"/>
                </a:cubicBezTo>
                <a:cubicBezTo>
                  <a:pt x="236" y="12"/>
                  <a:pt x="226" y="15"/>
                  <a:pt x="218" y="18"/>
                </a:cubicBezTo>
                <a:cubicBezTo>
                  <a:pt x="208" y="23"/>
                  <a:pt x="201" y="29"/>
                  <a:pt x="196" y="36"/>
                </a:cubicBezTo>
                <a:cubicBezTo>
                  <a:pt x="190" y="44"/>
                  <a:pt x="185" y="54"/>
                  <a:pt x="183" y="64"/>
                </a:cubicBezTo>
                <a:cubicBezTo>
                  <a:pt x="179" y="79"/>
                  <a:pt x="177" y="90"/>
                  <a:pt x="176" y="100"/>
                </a:cubicBezTo>
                <a:cubicBezTo>
                  <a:pt x="175" y="112"/>
                  <a:pt x="175" y="126"/>
                  <a:pt x="175" y="143"/>
                </a:cubicBezTo>
                <a:cubicBezTo>
                  <a:pt x="175" y="182"/>
                  <a:pt x="175" y="182"/>
                  <a:pt x="175" y="182"/>
                </a:cubicBezTo>
                <a:cubicBezTo>
                  <a:pt x="176" y="197"/>
                  <a:pt x="176" y="208"/>
                  <a:pt x="176" y="217"/>
                </a:cubicBezTo>
                <a:close/>
                <a:moveTo>
                  <a:pt x="116" y="229"/>
                </a:moveTo>
                <a:cubicBezTo>
                  <a:pt x="7" y="229"/>
                  <a:pt x="7" y="229"/>
                  <a:pt x="7" y="229"/>
                </a:cubicBezTo>
                <a:cubicBezTo>
                  <a:pt x="4" y="229"/>
                  <a:pt x="1" y="226"/>
                  <a:pt x="1" y="223"/>
                </a:cubicBezTo>
                <a:cubicBezTo>
                  <a:pt x="1" y="214"/>
                  <a:pt x="1" y="201"/>
                  <a:pt x="1" y="183"/>
                </a:cubicBezTo>
                <a:cubicBezTo>
                  <a:pt x="0" y="165"/>
                  <a:pt x="0" y="151"/>
                  <a:pt x="0" y="143"/>
                </a:cubicBezTo>
                <a:cubicBezTo>
                  <a:pt x="0" y="126"/>
                  <a:pt x="1" y="112"/>
                  <a:pt x="1" y="99"/>
                </a:cubicBezTo>
                <a:cubicBezTo>
                  <a:pt x="3" y="84"/>
                  <a:pt x="5" y="72"/>
                  <a:pt x="9" y="61"/>
                </a:cubicBezTo>
                <a:cubicBezTo>
                  <a:pt x="12" y="48"/>
                  <a:pt x="17" y="37"/>
                  <a:pt x="23" y="29"/>
                </a:cubicBezTo>
                <a:cubicBezTo>
                  <a:pt x="31" y="20"/>
                  <a:pt x="39" y="13"/>
                  <a:pt x="50" y="8"/>
                </a:cubicBezTo>
                <a:cubicBezTo>
                  <a:pt x="61" y="2"/>
                  <a:pt x="75" y="0"/>
                  <a:pt x="89" y="0"/>
                </a:cubicBezTo>
                <a:cubicBezTo>
                  <a:pt x="91" y="0"/>
                  <a:pt x="93" y="1"/>
                  <a:pt x="94" y="3"/>
                </a:cubicBezTo>
                <a:cubicBezTo>
                  <a:pt x="121" y="57"/>
                  <a:pt x="121" y="57"/>
                  <a:pt x="121" y="57"/>
                </a:cubicBezTo>
                <a:cubicBezTo>
                  <a:pt x="122" y="59"/>
                  <a:pt x="122" y="61"/>
                  <a:pt x="121" y="63"/>
                </a:cubicBezTo>
                <a:cubicBezTo>
                  <a:pt x="120" y="65"/>
                  <a:pt x="118" y="66"/>
                  <a:pt x="116" y="66"/>
                </a:cubicBezTo>
                <a:cubicBezTo>
                  <a:pt x="99" y="66"/>
                  <a:pt x="86" y="70"/>
                  <a:pt x="78" y="77"/>
                </a:cubicBezTo>
                <a:cubicBezTo>
                  <a:pt x="72" y="83"/>
                  <a:pt x="68" y="94"/>
                  <a:pt x="68" y="108"/>
                </a:cubicBezTo>
                <a:cubicBezTo>
                  <a:pt x="116" y="108"/>
                  <a:pt x="116" y="108"/>
                  <a:pt x="116" y="108"/>
                </a:cubicBezTo>
                <a:cubicBezTo>
                  <a:pt x="119" y="108"/>
                  <a:pt x="122" y="111"/>
                  <a:pt x="122" y="114"/>
                </a:cubicBezTo>
                <a:cubicBezTo>
                  <a:pt x="122" y="223"/>
                  <a:pt x="122" y="223"/>
                  <a:pt x="122" y="223"/>
                </a:cubicBezTo>
                <a:cubicBezTo>
                  <a:pt x="122" y="226"/>
                  <a:pt x="119" y="229"/>
                  <a:pt x="116" y="229"/>
                </a:cubicBezTo>
                <a:close/>
                <a:moveTo>
                  <a:pt x="13" y="217"/>
                </a:moveTo>
                <a:cubicBezTo>
                  <a:pt x="110" y="217"/>
                  <a:pt x="110" y="217"/>
                  <a:pt x="110" y="217"/>
                </a:cubicBezTo>
                <a:cubicBezTo>
                  <a:pt x="110" y="120"/>
                  <a:pt x="110" y="120"/>
                  <a:pt x="110" y="120"/>
                </a:cubicBezTo>
                <a:cubicBezTo>
                  <a:pt x="61" y="120"/>
                  <a:pt x="61" y="120"/>
                  <a:pt x="61" y="120"/>
                </a:cubicBezTo>
                <a:cubicBezTo>
                  <a:pt x="58" y="120"/>
                  <a:pt x="55" y="118"/>
                  <a:pt x="55" y="114"/>
                </a:cubicBezTo>
                <a:cubicBezTo>
                  <a:pt x="55" y="94"/>
                  <a:pt x="60" y="78"/>
                  <a:pt x="70" y="68"/>
                </a:cubicBezTo>
                <a:cubicBezTo>
                  <a:pt x="78" y="60"/>
                  <a:pt x="90" y="56"/>
                  <a:pt x="106" y="54"/>
                </a:cubicBezTo>
                <a:cubicBezTo>
                  <a:pt x="85" y="12"/>
                  <a:pt x="85" y="12"/>
                  <a:pt x="85" y="12"/>
                </a:cubicBezTo>
                <a:cubicBezTo>
                  <a:pt x="74" y="12"/>
                  <a:pt x="64" y="15"/>
                  <a:pt x="55" y="18"/>
                </a:cubicBezTo>
                <a:cubicBezTo>
                  <a:pt x="46" y="23"/>
                  <a:pt x="39" y="28"/>
                  <a:pt x="33" y="36"/>
                </a:cubicBezTo>
                <a:cubicBezTo>
                  <a:pt x="28" y="43"/>
                  <a:pt x="23" y="52"/>
                  <a:pt x="20" y="64"/>
                </a:cubicBezTo>
                <a:cubicBezTo>
                  <a:pt x="17" y="75"/>
                  <a:pt x="15" y="86"/>
                  <a:pt x="13" y="100"/>
                </a:cubicBezTo>
                <a:cubicBezTo>
                  <a:pt x="13" y="113"/>
                  <a:pt x="12" y="126"/>
                  <a:pt x="12" y="143"/>
                </a:cubicBezTo>
                <a:cubicBezTo>
                  <a:pt x="12" y="151"/>
                  <a:pt x="12" y="164"/>
                  <a:pt x="13" y="182"/>
                </a:cubicBezTo>
                <a:cubicBezTo>
                  <a:pt x="13" y="197"/>
                  <a:pt x="13" y="208"/>
                  <a:pt x="13" y="217"/>
                </a:cubicBezTo>
                <a:close/>
              </a:path>
            </a:pathLst>
          </a:custGeom>
          <a:gradFill>
            <a:gsLst>
              <a:gs pos="0">
                <a:schemeClr val="bg2"/>
              </a:gs>
              <a:gs pos="50000">
                <a:schemeClr val="tx2"/>
              </a:gs>
              <a:gs pos="100000">
                <a:schemeClr val="accent6"/>
              </a:gs>
            </a:gsLst>
            <a:lin ang="0" scaled="0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/>
            <a:endParaRPr lang="en-AU" noProof="0"/>
          </a:p>
        </p:txBody>
      </p:sp>
      <p:sp>
        <p:nvSpPr>
          <p:cNvPr id="16" name="Freeform 15"/>
          <p:cNvSpPr>
            <a:spLocks noChangeAspect="1" noEditPoints="1"/>
          </p:cNvSpPr>
          <p:nvPr userDrawn="1"/>
        </p:nvSpPr>
        <p:spPr bwMode="auto">
          <a:xfrm rot="10800000">
            <a:off x="9052271" y="5589240"/>
            <a:ext cx="422366" cy="339258"/>
          </a:xfrm>
          <a:custGeom>
            <a:avLst/>
            <a:gdLst>
              <a:gd name="T0" fmla="*/ 170 w 285"/>
              <a:gd name="T1" fmla="*/ 229 h 229"/>
              <a:gd name="T2" fmla="*/ 163 w 285"/>
              <a:gd name="T3" fmla="*/ 183 h 229"/>
              <a:gd name="T4" fmla="*/ 165 w 285"/>
              <a:gd name="T5" fmla="*/ 99 h 229"/>
              <a:gd name="T6" fmla="*/ 186 w 285"/>
              <a:gd name="T7" fmla="*/ 29 h 229"/>
              <a:gd name="T8" fmla="*/ 251 w 285"/>
              <a:gd name="T9" fmla="*/ 0 h 229"/>
              <a:gd name="T10" fmla="*/ 284 w 285"/>
              <a:gd name="T11" fmla="*/ 57 h 229"/>
              <a:gd name="T12" fmla="*/ 278 w 285"/>
              <a:gd name="T13" fmla="*/ 66 h 229"/>
              <a:gd name="T14" fmla="*/ 231 w 285"/>
              <a:gd name="T15" fmla="*/ 108 h 229"/>
              <a:gd name="T16" fmla="*/ 284 w 285"/>
              <a:gd name="T17" fmla="*/ 114 h 229"/>
              <a:gd name="T18" fmla="*/ 278 w 285"/>
              <a:gd name="T19" fmla="*/ 229 h 229"/>
              <a:gd name="T20" fmla="*/ 272 w 285"/>
              <a:gd name="T21" fmla="*/ 217 h 229"/>
              <a:gd name="T22" fmla="*/ 224 w 285"/>
              <a:gd name="T23" fmla="*/ 120 h 229"/>
              <a:gd name="T24" fmla="*/ 233 w 285"/>
              <a:gd name="T25" fmla="*/ 68 h 229"/>
              <a:gd name="T26" fmla="*/ 248 w 285"/>
              <a:gd name="T27" fmla="*/ 12 h 229"/>
              <a:gd name="T28" fmla="*/ 196 w 285"/>
              <a:gd name="T29" fmla="*/ 36 h 229"/>
              <a:gd name="T30" fmla="*/ 176 w 285"/>
              <a:gd name="T31" fmla="*/ 100 h 229"/>
              <a:gd name="T32" fmla="*/ 175 w 285"/>
              <a:gd name="T33" fmla="*/ 182 h 229"/>
              <a:gd name="T34" fmla="*/ 116 w 285"/>
              <a:gd name="T35" fmla="*/ 229 h 229"/>
              <a:gd name="T36" fmla="*/ 1 w 285"/>
              <a:gd name="T37" fmla="*/ 223 h 229"/>
              <a:gd name="T38" fmla="*/ 0 w 285"/>
              <a:gd name="T39" fmla="*/ 143 h 229"/>
              <a:gd name="T40" fmla="*/ 9 w 285"/>
              <a:gd name="T41" fmla="*/ 61 h 229"/>
              <a:gd name="T42" fmla="*/ 50 w 285"/>
              <a:gd name="T43" fmla="*/ 8 h 229"/>
              <a:gd name="T44" fmla="*/ 94 w 285"/>
              <a:gd name="T45" fmla="*/ 3 h 229"/>
              <a:gd name="T46" fmla="*/ 121 w 285"/>
              <a:gd name="T47" fmla="*/ 63 h 229"/>
              <a:gd name="T48" fmla="*/ 78 w 285"/>
              <a:gd name="T49" fmla="*/ 77 h 229"/>
              <a:gd name="T50" fmla="*/ 116 w 285"/>
              <a:gd name="T51" fmla="*/ 108 h 229"/>
              <a:gd name="T52" fmla="*/ 122 w 285"/>
              <a:gd name="T53" fmla="*/ 223 h 229"/>
              <a:gd name="T54" fmla="*/ 13 w 285"/>
              <a:gd name="T55" fmla="*/ 217 h 229"/>
              <a:gd name="T56" fmla="*/ 110 w 285"/>
              <a:gd name="T57" fmla="*/ 120 h 229"/>
              <a:gd name="T58" fmla="*/ 55 w 285"/>
              <a:gd name="T59" fmla="*/ 114 h 229"/>
              <a:gd name="T60" fmla="*/ 106 w 285"/>
              <a:gd name="T61" fmla="*/ 54 h 229"/>
              <a:gd name="T62" fmla="*/ 55 w 285"/>
              <a:gd name="T63" fmla="*/ 18 h 229"/>
              <a:gd name="T64" fmla="*/ 20 w 285"/>
              <a:gd name="T65" fmla="*/ 64 h 229"/>
              <a:gd name="T66" fmla="*/ 12 w 285"/>
              <a:gd name="T67" fmla="*/ 143 h 229"/>
              <a:gd name="T68" fmla="*/ 13 w 285"/>
              <a:gd name="T69" fmla="*/ 217 h 22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285" h="229">
                <a:moveTo>
                  <a:pt x="278" y="229"/>
                </a:moveTo>
                <a:cubicBezTo>
                  <a:pt x="170" y="229"/>
                  <a:pt x="170" y="229"/>
                  <a:pt x="170" y="229"/>
                </a:cubicBezTo>
                <a:cubicBezTo>
                  <a:pt x="167" y="229"/>
                  <a:pt x="164" y="226"/>
                  <a:pt x="164" y="223"/>
                </a:cubicBezTo>
                <a:cubicBezTo>
                  <a:pt x="164" y="214"/>
                  <a:pt x="164" y="201"/>
                  <a:pt x="163" y="183"/>
                </a:cubicBezTo>
                <a:cubicBezTo>
                  <a:pt x="163" y="143"/>
                  <a:pt x="163" y="143"/>
                  <a:pt x="163" y="143"/>
                </a:cubicBezTo>
                <a:cubicBezTo>
                  <a:pt x="163" y="126"/>
                  <a:pt x="163" y="112"/>
                  <a:pt x="165" y="99"/>
                </a:cubicBezTo>
                <a:cubicBezTo>
                  <a:pt x="165" y="88"/>
                  <a:pt x="167" y="77"/>
                  <a:pt x="171" y="62"/>
                </a:cubicBezTo>
                <a:cubicBezTo>
                  <a:pt x="174" y="49"/>
                  <a:pt x="179" y="38"/>
                  <a:pt x="186" y="29"/>
                </a:cubicBezTo>
                <a:cubicBezTo>
                  <a:pt x="192" y="20"/>
                  <a:pt x="201" y="13"/>
                  <a:pt x="213" y="8"/>
                </a:cubicBezTo>
                <a:cubicBezTo>
                  <a:pt x="224" y="3"/>
                  <a:pt x="237" y="0"/>
                  <a:pt x="251" y="0"/>
                </a:cubicBezTo>
                <a:cubicBezTo>
                  <a:pt x="254" y="0"/>
                  <a:pt x="256" y="1"/>
                  <a:pt x="257" y="3"/>
                </a:cubicBezTo>
                <a:cubicBezTo>
                  <a:pt x="284" y="57"/>
                  <a:pt x="284" y="57"/>
                  <a:pt x="284" y="57"/>
                </a:cubicBezTo>
                <a:cubicBezTo>
                  <a:pt x="285" y="59"/>
                  <a:pt x="285" y="61"/>
                  <a:pt x="283" y="63"/>
                </a:cubicBezTo>
                <a:cubicBezTo>
                  <a:pt x="282" y="65"/>
                  <a:pt x="280" y="66"/>
                  <a:pt x="278" y="66"/>
                </a:cubicBezTo>
                <a:cubicBezTo>
                  <a:pt x="261" y="66"/>
                  <a:pt x="249" y="70"/>
                  <a:pt x="241" y="77"/>
                </a:cubicBezTo>
                <a:cubicBezTo>
                  <a:pt x="235" y="83"/>
                  <a:pt x="231" y="94"/>
                  <a:pt x="231" y="108"/>
                </a:cubicBezTo>
                <a:cubicBezTo>
                  <a:pt x="278" y="108"/>
                  <a:pt x="278" y="108"/>
                  <a:pt x="278" y="108"/>
                </a:cubicBezTo>
                <a:cubicBezTo>
                  <a:pt x="282" y="108"/>
                  <a:pt x="284" y="111"/>
                  <a:pt x="284" y="114"/>
                </a:cubicBezTo>
                <a:cubicBezTo>
                  <a:pt x="284" y="223"/>
                  <a:pt x="284" y="223"/>
                  <a:pt x="284" y="223"/>
                </a:cubicBezTo>
                <a:cubicBezTo>
                  <a:pt x="284" y="226"/>
                  <a:pt x="282" y="229"/>
                  <a:pt x="278" y="229"/>
                </a:cubicBezTo>
                <a:close/>
                <a:moveTo>
                  <a:pt x="176" y="217"/>
                </a:moveTo>
                <a:cubicBezTo>
                  <a:pt x="272" y="217"/>
                  <a:pt x="272" y="217"/>
                  <a:pt x="272" y="217"/>
                </a:cubicBezTo>
                <a:cubicBezTo>
                  <a:pt x="272" y="120"/>
                  <a:pt x="272" y="120"/>
                  <a:pt x="272" y="120"/>
                </a:cubicBezTo>
                <a:cubicBezTo>
                  <a:pt x="224" y="120"/>
                  <a:pt x="224" y="120"/>
                  <a:pt x="224" y="120"/>
                </a:cubicBezTo>
                <a:cubicBezTo>
                  <a:pt x="221" y="120"/>
                  <a:pt x="218" y="118"/>
                  <a:pt x="218" y="114"/>
                </a:cubicBezTo>
                <a:cubicBezTo>
                  <a:pt x="218" y="94"/>
                  <a:pt x="223" y="78"/>
                  <a:pt x="233" y="68"/>
                </a:cubicBezTo>
                <a:cubicBezTo>
                  <a:pt x="241" y="60"/>
                  <a:pt x="253" y="56"/>
                  <a:pt x="269" y="54"/>
                </a:cubicBezTo>
                <a:cubicBezTo>
                  <a:pt x="248" y="12"/>
                  <a:pt x="248" y="12"/>
                  <a:pt x="248" y="12"/>
                </a:cubicBezTo>
                <a:cubicBezTo>
                  <a:pt x="236" y="12"/>
                  <a:pt x="226" y="15"/>
                  <a:pt x="218" y="18"/>
                </a:cubicBezTo>
                <a:cubicBezTo>
                  <a:pt x="208" y="23"/>
                  <a:pt x="201" y="29"/>
                  <a:pt x="196" y="36"/>
                </a:cubicBezTo>
                <a:cubicBezTo>
                  <a:pt x="190" y="44"/>
                  <a:pt x="185" y="54"/>
                  <a:pt x="183" y="64"/>
                </a:cubicBezTo>
                <a:cubicBezTo>
                  <a:pt x="179" y="79"/>
                  <a:pt x="177" y="90"/>
                  <a:pt x="176" y="100"/>
                </a:cubicBezTo>
                <a:cubicBezTo>
                  <a:pt x="175" y="112"/>
                  <a:pt x="175" y="126"/>
                  <a:pt x="175" y="143"/>
                </a:cubicBezTo>
                <a:cubicBezTo>
                  <a:pt x="175" y="182"/>
                  <a:pt x="175" y="182"/>
                  <a:pt x="175" y="182"/>
                </a:cubicBezTo>
                <a:cubicBezTo>
                  <a:pt x="176" y="197"/>
                  <a:pt x="176" y="208"/>
                  <a:pt x="176" y="217"/>
                </a:cubicBezTo>
                <a:close/>
                <a:moveTo>
                  <a:pt x="116" y="229"/>
                </a:moveTo>
                <a:cubicBezTo>
                  <a:pt x="7" y="229"/>
                  <a:pt x="7" y="229"/>
                  <a:pt x="7" y="229"/>
                </a:cubicBezTo>
                <a:cubicBezTo>
                  <a:pt x="4" y="229"/>
                  <a:pt x="1" y="226"/>
                  <a:pt x="1" y="223"/>
                </a:cubicBezTo>
                <a:cubicBezTo>
                  <a:pt x="1" y="214"/>
                  <a:pt x="1" y="201"/>
                  <a:pt x="1" y="183"/>
                </a:cubicBezTo>
                <a:cubicBezTo>
                  <a:pt x="0" y="165"/>
                  <a:pt x="0" y="151"/>
                  <a:pt x="0" y="143"/>
                </a:cubicBezTo>
                <a:cubicBezTo>
                  <a:pt x="0" y="126"/>
                  <a:pt x="1" y="112"/>
                  <a:pt x="1" y="99"/>
                </a:cubicBezTo>
                <a:cubicBezTo>
                  <a:pt x="3" y="84"/>
                  <a:pt x="5" y="72"/>
                  <a:pt x="9" y="61"/>
                </a:cubicBezTo>
                <a:cubicBezTo>
                  <a:pt x="12" y="48"/>
                  <a:pt x="17" y="37"/>
                  <a:pt x="23" y="29"/>
                </a:cubicBezTo>
                <a:cubicBezTo>
                  <a:pt x="31" y="20"/>
                  <a:pt x="39" y="13"/>
                  <a:pt x="50" y="8"/>
                </a:cubicBezTo>
                <a:cubicBezTo>
                  <a:pt x="61" y="2"/>
                  <a:pt x="75" y="0"/>
                  <a:pt x="89" y="0"/>
                </a:cubicBezTo>
                <a:cubicBezTo>
                  <a:pt x="91" y="0"/>
                  <a:pt x="93" y="1"/>
                  <a:pt x="94" y="3"/>
                </a:cubicBezTo>
                <a:cubicBezTo>
                  <a:pt x="121" y="57"/>
                  <a:pt x="121" y="57"/>
                  <a:pt x="121" y="57"/>
                </a:cubicBezTo>
                <a:cubicBezTo>
                  <a:pt x="122" y="59"/>
                  <a:pt x="122" y="61"/>
                  <a:pt x="121" y="63"/>
                </a:cubicBezTo>
                <a:cubicBezTo>
                  <a:pt x="120" y="65"/>
                  <a:pt x="118" y="66"/>
                  <a:pt x="116" y="66"/>
                </a:cubicBezTo>
                <a:cubicBezTo>
                  <a:pt x="99" y="66"/>
                  <a:pt x="86" y="70"/>
                  <a:pt x="78" y="77"/>
                </a:cubicBezTo>
                <a:cubicBezTo>
                  <a:pt x="72" y="83"/>
                  <a:pt x="68" y="94"/>
                  <a:pt x="68" y="108"/>
                </a:cubicBezTo>
                <a:cubicBezTo>
                  <a:pt x="116" y="108"/>
                  <a:pt x="116" y="108"/>
                  <a:pt x="116" y="108"/>
                </a:cubicBezTo>
                <a:cubicBezTo>
                  <a:pt x="119" y="108"/>
                  <a:pt x="122" y="111"/>
                  <a:pt x="122" y="114"/>
                </a:cubicBezTo>
                <a:cubicBezTo>
                  <a:pt x="122" y="223"/>
                  <a:pt x="122" y="223"/>
                  <a:pt x="122" y="223"/>
                </a:cubicBezTo>
                <a:cubicBezTo>
                  <a:pt x="122" y="226"/>
                  <a:pt x="119" y="229"/>
                  <a:pt x="116" y="229"/>
                </a:cubicBezTo>
                <a:close/>
                <a:moveTo>
                  <a:pt x="13" y="217"/>
                </a:moveTo>
                <a:cubicBezTo>
                  <a:pt x="110" y="217"/>
                  <a:pt x="110" y="217"/>
                  <a:pt x="110" y="217"/>
                </a:cubicBezTo>
                <a:cubicBezTo>
                  <a:pt x="110" y="120"/>
                  <a:pt x="110" y="120"/>
                  <a:pt x="110" y="120"/>
                </a:cubicBezTo>
                <a:cubicBezTo>
                  <a:pt x="61" y="120"/>
                  <a:pt x="61" y="120"/>
                  <a:pt x="61" y="120"/>
                </a:cubicBezTo>
                <a:cubicBezTo>
                  <a:pt x="58" y="120"/>
                  <a:pt x="55" y="118"/>
                  <a:pt x="55" y="114"/>
                </a:cubicBezTo>
                <a:cubicBezTo>
                  <a:pt x="55" y="94"/>
                  <a:pt x="60" y="78"/>
                  <a:pt x="70" y="68"/>
                </a:cubicBezTo>
                <a:cubicBezTo>
                  <a:pt x="78" y="60"/>
                  <a:pt x="90" y="56"/>
                  <a:pt x="106" y="54"/>
                </a:cubicBezTo>
                <a:cubicBezTo>
                  <a:pt x="85" y="12"/>
                  <a:pt x="85" y="12"/>
                  <a:pt x="85" y="12"/>
                </a:cubicBezTo>
                <a:cubicBezTo>
                  <a:pt x="74" y="12"/>
                  <a:pt x="64" y="15"/>
                  <a:pt x="55" y="18"/>
                </a:cubicBezTo>
                <a:cubicBezTo>
                  <a:pt x="46" y="23"/>
                  <a:pt x="39" y="28"/>
                  <a:pt x="33" y="36"/>
                </a:cubicBezTo>
                <a:cubicBezTo>
                  <a:pt x="28" y="43"/>
                  <a:pt x="23" y="52"/>
                  <a:pt x="20" y="64"/>
                </a:cubicBezTo>
                <a:cubicBezTo>
                  <a:pt x="17" y="75"/>
                  <a:pt x="15" y="86"/>
                  <a:pt x="13" y="100"/>
                </a:cubicBezTo>
                <a:cubicBezTo>
                  <a:pt x="13" y="113"/>
                  <a:pt x="12" y="126"/>
                  <a:pt x="12" y="143"/>
                </a:cubicBezTo>
                <a:cubicBezTo>
                  <a:pt x="12" y="151"/>
                  <a:pt x="12" y="164"/>
                  <a:pt x="13" y="182"/>
                </a:cubicBezTo>
                <a:cubicBezTo>
                  <a:pt x="13" y="197"/>
                  <a:pt x="13" y="208"/>
                  <a:pt x="13" y="217"/>
                </a:cubicBezTo>
                <a:close/>
              </a:path>
            </a:pathLst>
          </a:custGeom>
          <a:gradFill>
            <a:gsLst>
              <a:gs pos="0">
                <a:schemeClr val="bg2"/>
              </a:gs>
              <a:gs pos="50000">
                <a:schemeClr val="tx2"/>
              </a:gs>
              <a:gs pos="100000">
                <a:schemeClr val="accent6"/>
              </a:gs>
            </a:gsLst>
            <a:lin ang="0" scaled="0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/>
            <a:endParaRPr lang="en-AU" noProof="0"/>
          </a:p>
        </p:txBody>
      </p:sp>
      <p:sp>
        <p:nvSpPr>
          <p:cNvPr id="17" name="Text Placeholder 3"/>
          <p:cNvSpPr>
            <a:spLocks noGrp="1"/>
          </p:cNvSpPr>
          <p:nvPr>
            <p:ph type="body" sz="quarter" idx="15" hasCustomPrompt="1"/>
          </p:nvPr>
        </p:nvSpPr>
        <p:spPr>
          <a:xfrm>
            <a:off x="7098373" y="1600610"/>
            <a:ext cx="2376264" cy="3700598"/>
          </a:xfrm>
        </p:spPr>
        <p:txBody>
          <a:bodyPr anchor="ctr"/>
          <a:lstStyle>
            <a:lvl1pPr algn="ctr">
              <a:defRPr sz="1800" i="0">
                <a:solidFill>
                  <a:schemeClr val="bg2"/>
                </a:solidFill>
                <a:latin typeface="Segoe UI Semilight" panose="020B0402040204020203" pitchFamily="34" charset="0"/>
                <a:ea typeface="Segoe UI" panose="020B0502040204020203" pitchFamily="34" charset="0"/>
                <a:cs typeface="Segoe UI Semilight" panose="020B0402040204020203" pitchFamily="34" charset="0"/>
              </a:defRPr>
            </a:lvl1pPr>
            <a:lvl2pPr>
              <a:defRPr>
                <a:solidFill>
                  <a:schemeClr val="bg1"/>
                </a:solidFill>
                <a:latin typeface="Segoe UI Semibold" panose="020B0702040204020203" pitchFamily="34" charset="0"/>
              </a:defRPr>
            </a:lvl2pPr>
            <a:lvl3pPr>
              <a:defRPr>
                <a:solidFill>
                  <a:schemeClr val="bg1"/>
                </a:solidFill>
                <a:latin typeface="Segoe UI Semibold" panose="020B0702040204020203" pitchFamily="34" charset="0"/>
              </a:defRPr>
            </a:lvl3pPr>
            <a:lvl4pPr>
              <a:defRPr>
                <a:solidFill>
                  <a:schemeClr val="bg1"/>
                </a:solidFill>
                <a:latin typeface="Segoe UI Semibold" panose="020B0702040204020203" pitchFamily="34" charset="0"/>
              </a:defRPr>
            </a:lvl4pPr>
            <a:lvl5pPr>
              <a:defRPr>
                <a:solidFill>
                  <a:schemeClr val="bg1"/>
                </a:solidFill>
                <a:latin typeface="Segoe UI Semibold" panose="020B0702040204020203" pitchFamily="34" charset="0"/>
              </a:defRPr>
            </a:lvl5pPr>
          </a:lstStyle>
          <a:p>
            <a:pPr lvl="0"/>
            <a:r>
              <a:rPr lang="en-AU" noProof="0" dirty="0"/>
              <a:t>Pull Quote</a:t>
            </a:r>
          </a:p>
        </p:txBody>
      </p:sp>
      <p:sp>
        <p:nvSpPr>
          <p:cNvPr id="18" name="Content Placeholder 5"/>
          <p:cNvSpPr>
            <a:spLocks noGrp="1"/>
          </p:cNvSpPr>
          <p:nvPr>
            <p:ph sz="quarter" idx="14"/>
          </p:nvPr>
        </p:nvSpPr>
        <p:spPr>
          <a:xfrm>
            <a:off x="540000" y="1412776"/>
            <a:ext cx="5688000" cy="4515723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sz="quarter" idx="32" hasCustomPrompt="1"/>
          </p:nvPr>
        </p:nvSpPr>
        <p:spPr>
          <a:xfrm>
            <a:off x="540000" y="6021288"/>
            <a:ext cx="5688000" cy="287214"/>
          </a:xfrm>
        </p:spPr>
        <p:txBody>
          <a:bodyPr anchor="ctr"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 lvl="0"/>
            <a:r>
              <a:rPr lang="en-AU" noProof="0" dirty="0"/>
              <a:t>Source</a:t>
            </a: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17AB7F47-602E-4EE6-8314-BEBDF4A47D7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504000"/>
            <a:ext cx="5688000" cy="504056"/>
          </a:xfrm>
        </p:spPr>
        <p:txBody>
          <a:bodyPr anchor="ctr" anchorCtr="0"/>
          <a:lstStyle>
            <a:lvl1pPr marL="0" marR="0" indent="0" algn="l" defTabSz="914349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/>
            </a:lvl1pPr>
          </a:lstStyle>
          <a:p>
            <a:pPr lvl="0"/>
            <a:r>
              <a:rPr lang="en-AU" noProof="0" dirty="0"/>
              <a:t>Governing thought</a:t>
            </a:r>
          </a:p>
        </p:txBody>
      </p:sp>
    </p:spTree>
    <p:extLst>
      <p:ext uri="{BB962C8B-B14F-4D97-AF65-F5344CB8AC3E}">
        <p14:creationId xmlns:p14="http://schemas.microsoft.com/office/powerpoint/2010/main" val="4143440053"/>
      </p:ext>
    </p:extLst>
  </p:cSld>
  <p:clrMapOvr>
    <a:masterClrMapping/>
  </p:clrMapOvr>
</p:sldLayout>
</file>

<file path=ppt/slideLayouts/slideLayout2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5FC315DB-EF54-45C0-A6F9-FC2BA305DCD3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40000" y="2351170"/>
            <a:ext cx="2628000" cy="3886142"/>
          </a:xfrm>
        </p:spPr>
        <p:txBody>
          <a:bodyPr lIns="72000" rIns="72000"/>
          <a:lstStyle>
            <a:lvl1pPr>
              <a:spcBef>
                <a:spcPts val="1200"/>
              </a:spcBef>
              <a:defRPr sz="1200">
                <a:solidFill>
                  <a:schemeClr val="bg2"/>
                </a:solidFill>
                <a:latin typeface="Segoe UI Semilight" panose="020B0402040204020203" pitchFamily="34" charset="0"/>
                <a:ea typeface="Segoe UI" panose="020B0502040204020203" pitchFamily="34" charset="0"/>
                <a:cs typeface="Segoe UI Semilight" panose="020B0402040204020203" pitchFamily="34" charset="0"/>
              </a:defRPr>
            </a:lvl1pPr>
            <a:lvl2pPr marL="144000" indent="-144000">
              <a:buClr>
                <a:schemeClr val="bg2"/>
              </a:buClr>
              <a:buFont typeface="Arial" panose="020B0604020202020204" pitchFamily="34" charset="0"/>
              <a:buChar char="•"/>
              <a:defRPr sz="1200">
                <a:solidFill>
                  <a:schemeClr val="bg2"/>
                </a:solidFill>
                <a:latin typeface="Segoe UI Semilight" panose="020B0402040204020203" pitchFamily="34" charset="0"/>
                <a:ea typeface="Segoe UI" panose="020B0502040204020203" pitchFamily="34" charset="0"/>
                <a:cs typeface="Segoe UI Semilight" panose="020B0402040204020203" pitchFamily="34" charset="0"/>
              </a:defRPr>
            </a:lvl2pPr>
            <a:lvl3pPr marL="288000" indent="-144000">
              <a:buClr>
                <a:schemeClr val="bg2"/>
              </a:buClr>
              <a:buFont typeface="Segoe UI Semilight" panose="020B0402040204020203" pitchFamily="34" charset="0"/>
              <a:buChar char="–"/>
              <a:defRPr sz="1200">
                <a:solidFill>
                  <a:schemeClr val="bg2"/>
                </a:solidFill>
                <a:latin typeface="Segoe UI Semilight" panose="020B0402040204020203" pitchFamily="34" charset="0"/>
                <a:ea typeface="Segoe UI" panose="020B0502040204020203" pitchFamily="34" charset="0"/>
                <a:cs typeface="Segoe UI Semilight" panose="020B0402040204020203" pitchFamily="34" charset="0"/>
              </a:defRPr>
            </a:lvl3pPr>
            <a:lvl4pPr marL="432000" indent="-144000">
              <a:buClr>
                <a:schemeClr val="bg2"/>
              </a:buClr>
              <a:buFont typeface="Arial" panose="020B0604020202020204" pitchFamily="34" charset="0"/>
              <a:buChar char="•"/>
              <a:defRPr sz="1200">
                <a:solidFill>
                  <a:schemeClr val="bg2"/>
                </a:solidFill>
                <a:latin typeface="Segoe UI Semilight" panose="020B0402040204020203" pitchFamily="34" charset="0"/>
                <a:ea typeface="Segoe UI" panose="020B0502040204020203" pitchFamily="34" charset="0"/>
                <a:cs typeface="Segoe UI Semilight" panose="020B0402040204020203" pitchFamily="34" charset="0"/>
              </a:defRPr>
            </a:lvl4pPr>
            <a:lvl5pPr marL="648000" indent="-144000">
              <a:buClr>
                <a:schemeClr val="bg2"/>
              </a:buClr>
              <a:buFont typeface="Segoe UI Semilight" panose="020B0402040204020203" pitchFamily="34" charset="0"/>
              <a:buChar char="–"/>
              <a:defRPr sz="1200">
                <a:solidFill>
                  <a:schemeClr val="bg2"/>
                </a:solidFill>
                <a:latin typeface="Segoe UI Semilight" panose="020B0402040204020203" pitchFamily="34" charset="0"/>
                <a:ea typeface="Segoe UI" panose="020B0502040204020203" pitchFamily="34" charset="0"/>
                <a:cs typeface="Segoe UI Semilight" panose="020B0402040204020203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67F87FBC-F7C8-426B-8AF3-5C86127FE958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636000" y="2351170"/>
            <a:ext cx="2628000" cy="3886142"/>
          </a:xfrm>
        </p:spPr>
        <p:txBody>
          <a:bodyPr lIns="72000" rIns="72000"/>
          <a:lstStyle>
            <a:lvl1pPr>
              <a:spcBef>
                <a:spcPts val="1200"/>
              </a:spcBef>
              <a:defRPr sz="1200">
                <a:solidFill>
                  <a:schemeClr val="bg2"/>
                </a:solidFill>
                <a:latin typeface="Segoe UI Semilight" panose="020B0402040204020203" pitchFamily="34" charset="0"/>
                <a:ea typeface="Segoe UI" panose="020B0502040204020203" pitchFamily="34" charset="0"/>
                <a:cs typeface="Segoe UI Semilight" panose="020B0402040204020203" pitchFamily="34" charset="0"/>
              </a:defRPr>
            </a:lvl1pPr>
            <a:lvl2pPr marL="144000" indent="-144000">
              <a:buClr>
                <a:schemeClr val="bg2"/>
              </a:buClr>
              <a:buFont typeface="Arial" panose="020B0604020202020204" pitchFamily="34" charset="0"/>
              <a:buChar char="•"/>
              <a:defRPr sz="1200">
                <a:solidFill>
                  <a:schemeClr val="bg2"/>
                </a:solidFill>
                <a:latin typeface="Segoe UI Semilight" panose="020B0402040204020203" pitchFamily="34" charset="0"/>
                <a:ea typeface="Segoe UI" panose="020B0502040204020203" pitchFamily="34" charset="0"/>
                <a:cs typeface="Segoe UI Semilight" panose="020B0402040204020203" pitchFamily="34" charset="0"/>
              </a:defRPr>
            </a:lvl2pPr>
            <a:lvl3pPr marL="288000" indent="-144000">
              <a:buClr>
                <a:schemeClr val="bg2"/>
              </a:buClr>
              <a:buFont typeface="Segoe UI Semilight" panose="020B0402040204020203" pitchFamily="34" charset="0"/>
              <a:buChar char="–"/>
              <a:defRPr sz="1200">
                <a:solidFill>
                  <a:schemeClr val="bg2"/>
                </a:solidFill>
                <a:latin typeface="Segoe UI Semilight" panose="020B0402040204020203" pitchFamily="34" charset="0"/>
                <a:ea typeface="Segoe UI" panose="020B0502040204020203" pitchFamily="34" charset="0"/>
                <a:cs typeface="Segoe UI Semilight" panose="020B0402040204020203" pitchFamily="34" charset="0"/>
              </a:defRPr>
            </a:lvl3pPr>
            <a:lvl4pPr marL="432000" indent="-144000">
              <a:buClr>
                <a:schemeClr val="bg2"/>
              </a:buClr>
              <a:buFont typeface="Arial" panose="020B0604020202020204" pitchFamily="34" charset="0"/>
              <a:buChar char="•"/>
              <a:defRPr sz="1200">
                <a:solidFill>
                  <a:schemeClr val="bg2"/>
                </a:solidFill>
                <a:latin typeface="Segoe UI Semilight" panose="020B0402040204020203" pitchFamily="34" charset="0"/>
                <a:ea typeface="Segoe UI" panose="020B0502040204020203" pitchFamily="34" charset="0"/>
                <a:cs typeface="Segoe UI Semilight" panose="020B0402040204020203" pitchFamily="34" charset="0"/>
              </a:defRPr>
            </a:lvl4pPr>
            <a:lvl5pPr marL="648000" indent="-144000">
              <a:buClr>
                <a:schemeClr val="bg2"/>
              </a:buClr>
              <a:buFont typeface="Segoe UI Semilight" panose="020B0402040204020203" pitchFamily="34" charset="0"/>
              <a:buChar char="–"/>
              <a:defRPr sz="1200">
                <a:solidFill>
                  <a:schemeClr val="bg2"/>
                </a:solidFill>
                <a:latin typeface="Segoe UI Semilight" panose="020B0402040204020203" pitchFamily="34" charset="0"/>
                <a:ea typeface="Segoe UI" panose="020B0502040204020203" pitchFamily="34" charset="0"/>
                <a:cs typeface="Segoe UI Semilight" panose="020B0402040204020203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585685A2-945E-4F85-97B5-E6588F2FBAD3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732000" y="2351170"/>
            <a:ext cx="2628000" cy="3886142"/>
          </a:xfrm>
        </p:spPr>
        <p:txBody>
          <a:bodyPr lIns="72000" rIns="72000"/>
          <a:lstStyle>
            <a:lvl1pPr>
              <a:spcBef>
                <a:spcPts val="1200"/>
              </a:spcBef>
              <a:defRPr sz="1200">
                <a:solidFill>
                  <a:schemeClr val="bg2"/>
                </a:solidFill>
                <a:latin typeface="Segoe UI Semilight" panose="020B0402040204020203" pitchFamily="34" charset="0"/>
                <a:ea typeface="Segoe UI" panose="020B0502040204020203" pitchFamily="34" charset="0"/>
                <a:cs typeface="Segoe UI Semilight" panose="020B0402040204020203" pitchFamily="34" charset="0"/>
              </a:defRPr>
            </a:lvl1pPr>
            <a:lvl2pPr marL="144000" indent="-144000">
              <a:buClr>
                <a:schemeClr val="bg2"/>
              </a:buClr>
              <a:buFont typeface="Arial" panose="020B0604020202020204" pitchFamily="34" charset="0"/>
              <a:buChar char="•"/>
              <a:defRPr sz="1200">
                <a:solidFill>
                  <a:schemeClr val="bg2"/>
                </a:solidFill>
                <a:latin typeface="Segoe UI Semilight" panose="020B0402040204020203" pitchFamily="34" charset="0"/>
                <a:ea typeface="Segoe UI" panose="020B0502040204020203" pitchFamily="34" charset="0"/>
                <a:cs typeface="Segoe UI Semilight" panose="020B0402040204020203" pitchFamily="34" charset="0"/>
              </a:defRPr>
            </a:lvl2pPr>
            <a:lvl3pPr marL="288000" indent="-144000">
              <a:buClr>
                <a:schemeClr val="bg2"/>
              </a:buClr>
              <a:buFont typeface="Segoe UI Semilight" panose="020B0402040204020203" pitchFamily="34" charset="0"/>
              <a:buChar char="–"/>
              <a:defRPr sz="1200">
                <a:solidFill>
                  <a:schemeClr val="bg2"/>
                </a:solidFill>
                <a:latin typeface="Segoe UI Semilight" panose="020B0402040204020203" pitchFamily="34" charset="0"/>
                <a:ea typeface="Segoe UI" panose="020B0502040204020203" pitchFamily="34" charset="0"/>
                <a:cs typeface="Segoe UI Semilight" panose="020B0402040204020203" pitchFamily="34" charset="0"/>
              </a:defRPr>
            </a:lvl3pPr>
            <a:lvl4pPr marL="432000" indent="-144000">
              <a:buClr>
                <a:schemeClr val="bg2"/>
              </a:buClr>
              <a:buFont typeface="Arial" panose="020B0604020202020204" pitchFamily="34" charset="0"/>
              <a:buChar char="•"/>
              <a:defRPr sz="1200">
                <a:solidFill>
                  <a:schemeClr val="bg2"/>
                </a:solidFill>
                <a:latin typeface="Segoe UI Semilight" panose="020B0402040204020203" pitchFamily="34" charset="0"/>
                <a:ea typeface="Segoe UI" panose="020B0502040204020203" pitchFamily="34" charset="0"/>
                <a:cs typeface="Segoe UI Semilight" panose="020B0402040204020203" pitchFamily="34" charset="0"/>
              </a:defRPr>
            </a:lvl4pPr>
            <a:lvl5pPr marL="648000" indent="-144000">
              <a:buClr>
                <a:schemeClr val="bg2"/>
              </a:buClr>
              <a:buFont typeface="Segoe UI Semilight" panose="020B0402040204020203" pitchFamily="34" charset="0"/>
              <a:buChar char="–"/>
              <a:defRPr sz="1200">
                <a:solidFill>
                  <a:schemeClr val="bg2"/>
                </a:solidFill>
                <a:latin typeface="Segoe UI Semilight" panose="020B0402040204020203" pitchFamily="34" charset="0"/>
                <a:ea typeface="Segoe UI" panose="020B0502040204020203" pitchFamily="34" charset="0"/>
                <a:cs typeface="Segoe UI Semilight" panose="020B0402040204020203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4" name="Text Placeholder 8"/>
          <p:cNvSpPr>
            <a:spLocks noGrp="1"/>
          </p:cNvSpPr>
          <p:nvPr>
            <p:ph type="body" sz="quarter" idx="11" hasCustomPrompt="1"/>
          </p:nvPr>
        </p:nvSpPr>
        <p:spPr>
          <a:xfrm>
            <a:off x="540000" y="1844077"/>
            <a:ext cx="2628000" cy="360439"/>
          </a:xfrm>
          <a:solidFill>
            <a:schemeClr val="accent5"/>
          </a:solidFill>
          <a:ln w="19050">
            <a:noFill/>
          </a:ln>
        </p:spPr>
        <p:txBody>
          <a:bodyPr lIns="108000" tIns="46800" rIns="108000" anchor="ctr"/>
          <a:lstStyle>
            <a:lvl1pPr algn="ctr">
              <a:defRPr sz="1400" baseline="0">
                <a:solidFill>
                  <a:schemeClr val="bg2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</a:lstStyle>
          <a:p>
            <a:pPr lvl="0"/>
            <a:r>
              <a:rPr lang="en-AU" noProof="0" dirty="0"/>
              <a:t>HEADING</a:t>
            </a:r>
          </a:p>
        </p:txBody>
      </p:sp>
      <p:sp>
        <p:nvSpPr>
          <p:cNvPr id="6" name="Text Placeholder 8"/>
          <p:cNvSpPr>
            <a:spLocks noGrp="1"/>
          </p:cNvSpPr>
          <p:nvPr>
            <p:ph type="body" sz="quarter" idx="21" hasCustomPrompt="1"/>
          </p:nvPr>
        </p:nvSpPr>
        <p:spPr>
          <a:xfrm>
            <a:off x="3636000" y="1844424"/>
            <a:ext cx="2628000" cy="360439"/>
          </a:xfrm>
          <a:solidFill>
            <a:schemeClr val="accent5"/>
          </a:solidFill>
          <a:ln w="19050">
            <a:noFill/>
          </a:ln>
        </p:spPr>
        <p:txBody>
          <a:bodyPr lIns="108000" tIns="46800" rIns="108000" anchor="ctr"/>
          <a:lstStyle>
            <a:lvl1pPr algn="ctr">
              <a:defRPr sz="1400" baseline="0">
                <a:solidFill>
                  <a:schemeClr val="bg2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</a:lstStyle>
          <a:p>
            <a:pPr lvl="0"/>
            <a:r>
              <a:rPr lang="en-AU" noProof="0" dirty="0"/>
              <a:t>HEADING</a:t>
            </a:r>
          </a:p>
        </p:txBody>
      </p:sp>
      <p:sp>
        <p:nvSpPr>
          <p:cNvPr id="7" name="Text Placeholder 8"/>
          <p:cNvSpPr>
            <a:spLocks noGrp="1"/>
          </p:cNvSpPr>
          <p:nvPr>
            <p:ph type="body" sz="quarter" idx="24" hasCustomPrompt="1"/>
          </p:nvPr>
        </p:nvSpPr>
        <p:spPr>
          <a:xfrm>
            <a:off x="6732000" y="1844424"/>
            <a:ext cx="2628000" cy="360439"/>
          </a:xfrm>
          <a:solidFill>
            <a:schemeClr val="accent5"/>
          </a:solidFill>
          <a:ln w="19050">
            <a:noFill/>
          </a:ln>
        </p:spPr>
        <p:txBody>
          <a:bodyPr lIns="108000" tIns="46800" rIns="108000" anchor="ctr"/>
          <a:lstStyle>
            <a:lvl1pPr algn="ctr">
              <a:defRPr sz="1400" baseline="0">
                <a:solidFill>
                  <a:schemeClr val="bg2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</a:lstStyle>
          <a:p>
            <a:pPr lvl="0"/>
            <a:r>
              <a:rPr lang="en-AU" noProof="0" dirty="0"/>
              <a:t>HEADING</a:t>
            </a:r>
          </a:p>
        </p:txBody>
      </p:sp>
      <p:pic>
        <p:nvPicPr>
          <p:cNvPr id="12" name="Picture 11"/>
          <p:cNvPicPr>
            <a:picLocks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5339" cy="109703"/>
          </a:xfrm>
          <a:prstGeom prst="rect">
            <a:avLst/>
          </a:prstGeom>
        </p:spPr>
      </p:pic>
      <p:sp>
        <p:nvSpPr>
          <p:cNvPr id="11" name="TextBox 10"/>
          <p:cNvSpPr txBox="1"/>
          <p:nvPr userDrawn="1"/>
        </p:nvSpPr>
        <p:spPr>
          <a:xfrm>
            <a:off x="8841432" y="6392361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E8856DA-B77A-4A94-8E84-45BF77D9376B}" type="slidenum">
              <a:rPr lang="en-AU" sz="1200" noProof="0" smtClean="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AU" sz="1200" noProof="0" dirty="0">
              <a:solidFill>
                <a:schemeClr val="accent3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EC3E90AF-4367-4FC8-B680-7F094C650A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504000"/>
            <a:ext cx="8820000" cy="504056"/>
          </a:xfrm>
        </p:spPr>
        <p:txBody>
          <a:bodyPr anchor="ctr" anchorCtr="0"/>
          <a:lstStyle>
            <a:lvl1pPr marL="0" marR="0" indent="0" algn="l" defTabSz="914349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/>
            </a:lvl1pPr>
          </a:lstStyle>
          <a:p>
            <a:pPr lvl="0"/>
            <a:r>
              <a:rPr lang="en-AU" noProof="0" dirty="0"/>
              <a:t>Governing thought</a:t>
            </a:r>
          </a:p>
        </p:txBody>
      </p:sp>
      <p:sp>
        <p:nvSpPr>
          <p:cNvPr id="16" name="Text Placeholder 10">
            <a:extLst>
              <a:ext uri="{FF2B5EF4-FFF2-40B4-BE49-F238E27FC236}">
                <a16:creationId xmlns:a16="http://schemas.microsoft.com/office/drawing/2014/main" id="{7EE446F9-323A-4DBD-86F6-D6E46F969E06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40000" y="1008000"/>
            <a:ext cx="8820000" cy="504056"/>
          </a:xfrm>
          <a:prstGeom prst="rect">
            <a:avLst/>
          </a:prstGeom>
        </p:spPr>
        <p:txBody>
          <a:bodyPr anchor="t"/>
          <a:lstStyle>
            <a:lvl1pPr>
              <a:lnSpc>
                <a:spcPct val="90000"/>
              </a:lnSpc>
              <a:defRPr sz="1800">
                <a:solidFill>
                  <a:schemeClr val="bg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  <a:lvl5pPr>
              <a:defRPr/>
            </a:lvl5pPr>
          </a:lstStyle>
          <a:p>
            <a:pPr lvl="0"/>
            <a:r>
              <a:rPr lang="en-AU" noProof="0" dirty="0"/>
              <a:t>Sub title</a:t>
            </a:r>
          </a:p>
        </p:txBody>
      </p:sp>
    </p:spTree>
    <p:extLst>
      <p:ext uri="{BB962C8B-B14F-4D97-AF65-F5344CB8AC3E}">
        <p14:creationId xmlns:p14="http://schemas.microsoft.com/office/powerpoint/2010/main" val="4125808019"/>
      </p:ext>
    </p:extLst>
  </p:cSld>
  <p:clrMapOvr>
    <a:masterClrMapping/>
  </p:clrMapOvr>
</p:sldLayout>
</file>

<file path=ppt/slideLayouts/slideLayout2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s no hea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7"/>
          <p:cNvSpPr>
            <a:spLocks noGrp="1"/>
          </p:cNvSpPr>
          <p:nvPr>
            <p:ph type="body" sz="quarter" idx="15"/>
          </p:nvPr>
        </p:nvSpPr>
        <p:spPr>
          <a:xfrm>
            <a:off x="540000" y="1700808"/>
            <a:ext cx="2628000" cy="4536503"/>
          </a:xfrm>
        </p:spPr>
        <p:txBody>
          <a:bodyPr lIns="72000" rIns="72000"/>
          <a:lstStyle>
            <a:lvl1pPr>
              <a:spcBef>
                <a:spcPts val="1200"/>
              </a:spcBef>
              <a:defRPr sz="1200">
                <a:solidFill>
                  <a:schemeClr val="bg2"/>
                </a:solidFill>
                <a:latin typeface="Segoe UI Semilight" panose="020B0402040204020203" pitchFamily="34" charset="0"/>
                <a:ea typeface="Segoe UI" panose="020B0502040204020203" pitchFamily="34" charset="0"/>
                <a:cs typeface="Segoe UI Semilight" panose="020B0402040204020203" pitchFamily="34" charset="0"/>
              </a:defRPr>
            </a:lvl1pPr>
            <a:lvl2pPr marL="144000" indent="-144000">
              <a:buClr>
                <a:schemeClr val="bg2"/>
              </a:buClr>
              <a:buFont typeface="Arial" panose="020B0604020202020204" pitchFamily="34" charset="0"/>
              <a:buChar char="•"/>
              <a:defRPr sz="1200">
                <a:solidFill>
                  <a:schemeClr val="bg2"/>
                </a:solidFill>
                <a:latin typeface="Segoe UI Semilight" panose="020B0402040204020203" pitchFamily="34" charset="0"/>
                <a:ea typeface="Segoe UI" panose="020B0502040204020203" pitchFamily="34" charset="0"/>
                <a:cs typeface="Segoe UI Semilight" panose="020B0402040204020203" pitchFamily="34" charset="0"/>
              </a:defRPr>
            </a:lvl2pPr>
            <a:lvl3pPr marL="288000" indent="-144000">
              <a:buClr>
                <a:schemeClr val="bg2"/>
              </a:buClr>
              <a:buFont typeface="Segoe UI Semilight" panose="020B0402040204020203" pitchFamily="34" charset="0"/>
              <a:buChar char="–"/>
              <a:defRPr sz="1200">
                <a:solidFill>
                  <a:schemeClr val="bg2"/>
                </a:solidFill>
                <a:latin typeface="Segoe UI Semilight" panose="020B0402040204020203" pitchFamily="34" charset="0"/>
                <a:ea typeface="Segoe UI" panose="020B0502040204020203" pitchFamily="34" charset="0"/>
                <a:cs typeface="Segoe UI Semilight" panose="020B0402040204020203" pitchFamily="34" charset="0"/>
              </a:defRPr>
            </a:lvl3pPr>
            <a:lvl4pPr marL="432000" indent="-144000">
              <a:buClr>
                <a:schemeClr val="bg2"/>
              </a:buClr>
              <a:buFont typeface="Arial" panose="020B0604020202020204" pitchFamily="34" charset="0"/>
              <a:buChar char="•"/>
              <a:defRPr sz="1200">
                <a:solidFill>
                  <a:schemeClr val="bg2"/>
                </a:solidFill>
                <a:latin typeface="Segoe UI Semilight" panose="020B0402040204020203" pitchFamily="34" charset="0"/>
                <a:ea typeface="Segoe UI" panose="020B0502040204020203" pitchFamily="34" charset="0"/>
                <a:cs typeface="Segoe UI Semilight" panose="020B0402040204020203" pitchFamily="34" charset="0"/>
              </a:defRPr>
            </a:lvl4pPr>
            <a:lvl5pPr marL="648000" indent="-144000">
              <a:buClr>
                <a:schemeClr val="bg2"/>
              </a:buClr>
              <a:buFont typeface="Segoe UI Semilight" panose="020B0402040204020203" pitchFamily="34" charset="0"/>
              <a:buChar char="–"/>
              <a:defRPr sz="1200">
                <a:solidFill>
                  <a:schemeClr val="bg2"/>
                </a:solidFill>
                <a:latin typeface="Segoe UI Semilight" panose="020B0402040204020203" pitchFamily="34" charset="0"/>
                <a:ea typeface="Segoe UI" panose="020B0502040204020203" pitchFamily="34" charset="0"/>
                <a:cs typeface="Segoe UI Semilight" panose="020B0402040204020203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pic>
        <p:nvPicPr>
          <p:cNvPr id="12" name="Picture 11"/>
          <p:cNvPicPr>
            <a:picLocks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5339" cy="109703"/>
          </a:xfrm>
          <a:prstGeom prst="rect">
            <a:avLst/>
          </a:prstGeom>
        </p:spPr>
      </p:pic>
      <p:sp>
        <p:nvSpPr>
          <p:cNvPr id="10" name="TextBox 9"/>
          <p:cNvSpPr txBox="1"/>
          <p:nvPr userDrawn="1"/>
        </p:nvSpPr>
        <p:spPr>
          <a:xfrm>
            <a:off x="8841432" y="6392361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E8856DA-B77A-4A94-8E84-45BF77D9376B}" type="slidenum">
              <a:rPr lang="en-AU" sz="1200" noProof="0" smtClean="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AU" sz="1200" noProof="0" dirty="0">
              <a:solidFill>
                <a:schemeClr val="accent3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E36D8746-9C41-42DB-AA25-341A0388B26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504000"/>
            <a:ext cx="8820000" cy="504056"/>
          </a:xfrm>
        </p:spPr>
        <p:txBody>
          <a:bodyPr anchor="ctr" anchorCtr="0"/>
          <a:lstStyle>
            <a:lvl1pPr marL="0" marR="0" indent="0" algn="l" defTabSz="914349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/>
            </a:lvl1pPr>
          </a:lstStyle>
          <a:p>
            <a:pPr lvl="0"/>
            <a:r>
              <a:rPr lang="en-AU" noProof="0" dirty="0"/>
              <a:t>Governing thought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35FA1E19-E3E1-48C3-BCF7-8B825D8DB853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40000" y="1008000"/>
            <a:ext cx="8820000" cy="504056"/>
          </a:xfrm>
          <a:prstGeom prst="rect">
            <a:avLst/>
          </a:prstGeom>
        </p:spPr>
        <p:txBody>
          <a:bodyPr anchor="t"/>
          <a:lstStyle>
            <a:lvl1pPr>
              <a:lnSpc>
                <a:spcPct val="90000"/>
              </a:lnSpc>
              <a:defRPr sz="1800">
                <a:solidFill>
                  <a:schemeClr val="bg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  <a:lvl5pPr>
              <a:defRPr/>
            </a:lvl5pPr>
          </a:lstStyle>
          <a:p>
            <a:pPr lvl="0"/>
            <a:r>
              <a:rPr lang="en-AU" noProof="0" dirty="0"/>
              <a:t>Sub title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F712F0CC-3429-4F3C-BB82-4D4F24DB3EB7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636000" y="1700808"/>
            <a:ext cx="2628000" cy="4536503"/>
          </a:xfrm>
        </p:spPr>
        <p:txBody>
          <a:bodyPr lIns="72000" rIns="72000"/>
          <a:lstStyle>
            <a:lvl1pPr>
              <a:spcBef>
                <a:spcPts val="1200"/>
              </a:spcBef>
              <a:defRPr sz="1200">
                <a:solidFill>
                  <a:schemeClr val="bg2"/>
                </a:solidFill>
                <a:latin typeface="Segoe UI Semilight" panose="020B0402040204020203" pitchFamily="34" charset="0"/>
                <a:ea typeface="Segoe UI" panose="020B0502040204020203" pitchFamily="34" charset="0"/>
                <a:cs typeface="Segoe UI Semilight" panose="020B0402040204020203" pitchFamily="34" charset="0"/>
              </a:defRPr>
            </a:lvl1pPr>
            <a:lvl2pPr marL="144000" indent="-144000">
              <a:buClr>
                <a:schemeClr val="bg2"/>
              </a:buClr>
              <a:buFont typeface="Arial" panose="020B0604020202020204" pitchFamily="34" charset="0"/>
              <a:buChar char="•"/>
              <a:defRPr sz="1200">
                <a:solidFill>
                  <a:schemeClr val="bg2"/>
                </a:solidFill>
                <a:latin typeface="Segoe UI Semilight" panose="020B0402040204020203" pitchFamily="34" charset="0"/>
                <a:ea typeface="Segoe UI" panose="020B0502040204020203" pitchFamily="34" charset="0"/>
                <a:cs typeface="Segoe UI Semilight" panose="020B0402040204020203" pitchFamily="34" charset="0"/>
              </a:defRPr>
            </a:lvl2pPr>
            <a:lvl3pPr marL="288000" indent="-144000">
              <a:buClr>
                <a:schemeClr val="bg2"/>
              </a:buClr>
              <a:buFont typeface="Segoe UI Semilight" panose="020B0402040204020203" pitchFamily="34" charset="0"/>
              <a:buChar char="–"/>
              <a:defRPr sz="1200">
                <a:solidFill>
                  <a:schemeClr val="bg2"/>
                </a:solidFill>
                <a:latin typeface="Segoe UI Semilight" panose="020B0402040204020203" pitchFamily="34" charset="0"/>
                <a:ea typeface="Segoe UI" panose="020B0502040204020203" pitchFamily="34" charset="0"/>
                <a:cs typeface="Segoe UI Semilight" panose="020B0402040204020203" pitchFamily="34" charset="0"/>
              </a:defRPr>
            </a:lvl3pPr>
            <a:lvl4pPr marL="432000" indent="-144000">
              <a:buClr>
                <a:schemeClr val="bg2"/>
              </a:buClr>
              <a:buFont typeface="Arial" panose="020B0604020202020204" pitchFamily="34" charset="0"/>
              <a:buChar char="•"/>
              <a:defRPr sz="1200">
                <a:solidFill>
                  <a:schemeClr val="bg2"/>
                </a:solidFill>
                <a:latin typeface="Segoe UI Semilight" panose="020B0402040204020203" pitchFamily="34" charset="0"/>
                <a:ea typeface="Segoe UI" panose="020B0502040204020203" pitchFamily="34" charset="0"/>
                <a:cs typeface="Segoe UI Semilight" panose="020B0402040204020203" pitchFamily="34" charset="0"/>
              </a:defRPr>
            </a:lvl4pPr>
            <a:lvl5pPr marL="648000" indent="-144000">
              <a:buClr>
                <a:schemeClr val="bg2"/>
              </a:buClr>
              <a:buFont typeface="Segoe UI Semilight" panose="020B0402040204020203" pitchFamily="34" charset="0"/>
              <a:buChar char="–"/>
              <a:defRPr sz="1200">
                <a:solidFill>
                  <a:schemeClr val="bg2"/>
                </a:solidFill>
                <a:latin typeface="Segoe UI Semilight" panose="020B0402040204020203" pitchFamily="34" charset="0"/>
                <a:ea typeface="Segoe UI" panose="020B0502040204020203" pitchFamily="34" charset="0"/>
                <a:cs typeface="Segoe UI Semilight" panose="020B0402040204020203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489BDC5C-77DE-4CAE-967A-36F5B6B1F00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732000" y="1700808"/>
            <a:ext cx="2628000" cy="4536503"/>
          </a:xfrm>
        </p:spPr>
        <p:txBody>
          <a:bodyPr lIns="72000" rIns="72000"/>
          <a:lstStyle>
            <a:lvl1pPr>
              <a:spcBef>
                <a:spcPts val="1200"/>
              </a:spcBef>
              <a:defRPr sz="1200">
                <a:solidFill>
                  <a:schemeClr val="bg2"/>
                </a:solidFill>
                <a:latin typeface="Segoe UI Semilight" panose="020B0402040204020203" pitchFamily="34" charset="0"/>
                <a:ea typeface="Segoe UI" panose="020B0502040204020203" pitchFamily="34" charset="0"/>
                <a:cs typeface="Segoe UI Semilight" panose="020B0402040204020203" pitchFamily="34" charset="0"/>
              </a:defRPr>
            </a:lvl1pPr>
            <a:lvl2pPr marL="144000" indent="-144000">
              <a:buClr>
                <a:schemeClr val="bg2"/>
              </a:buClr>
              <a:buFont typeface="Arial" panose="020B0604020202020204" pitchFamily="34" charset="0"/>
              <a:buChar char="•"/>
              <a:defRPr sz="1200">
                <a:solidFill>
                  <a:schemeClr val="bg2"/>
                </a:solidFill>
                <a:latin typeface="Segoe UI Semilight" panose="020B0402040204020203" pitchFamily="34" charset="0"/>
                <a:ea typeface="Segoe UI" panose="020B0502040204020203" pitchFamily="34" charset="0"/>
                <a:cs typeface="Segoe UI Semilight" panose="020B0402040204020203" pitchFamily="34" charset="0"/>
              </a:defRPr>
            </a:lvl2pPr>
            <a:lvl3pPr marL="288000" indent="-144000">
              <a:buClr>
                <a:schemeClr val="bg2"/>
              </a:buClr>
              <a:buFont typeface="Segoe UI Semilight" panose="020B0402040204020203" pitchFamily="34" charset="0"/>
              <a:buChar char="–"/>
              <a:defRPr sz="1200">
                <a:solidFill>
                  <a:schemeClr val="bg2"/>
                </a:solidFill>
                <a:latin typeface="Segoe UI Semilight" panose="020B0402040204020203" pitchFamily="34" charset="0"/>
                <a:ea typeface="Segoe UI" panose="020B0502040204020203" pitchFamily="34" charset="0"/>
                <a:cs typeface="Segoe UI Semilight" panose="020B0402040204020203" pitchFamily="34" charset="0"/>
              </a:defRPr>
            </a:lvl3pPr>
            <a:lvl4pPr marL="432000" indent="-144000">
              <a:buClr>
                <a:schemeClr val="bg2"/>
              </a:buClr>
              <a:buFont typeface="Arial" panose="020B0604020202020204" pitchFamily="34" charset="0"/>
              <a:buChar char="•"/>
              <a:defRPr sz="1200">
                <a:solidFill>
                  <a:schemeClr val="bg2"/>
                </a:solidFill>
                <a:latin typeface="Segoe UI Semilight" panose="020B0402040204020203" pitchFamily="34" charset="0"/>
                <a:ea typeface="Segoe UI" panose="020B0502040204020203" pitchFamily="34" charset="0"/>
                <a:cs typeface="Segoe UI Semilight" panose="020B0402040204020203" pitchFamily="34" charset="0"/>
              </a:defRPr>
            </a:lvl4pPr>
            <a:lvl5pPr marL="648000" indent="-144000">
              <a:buClr>
                <a:schemeClr val="bg2"/>
              </a:buClr>
              <a:buFont typeface="Segoe UI Semilight" panose="020B0402040204020203" pitchFamily="34" charset="0"/>
              <a:buChar char="–"/>
              <a:defRPr sz="1200">
                <a:solidFill>
                  <a:schemeClr val="bg2"/>
                </a:solidFill>
                <a:latin typeface="Segoe UI Semilight" panose="020B0402040204020203" pitchFamily="34" charset="0"/>
                <a:ea typeface="Segoe UI" panose="020B0502040204020203" pitchFamily="34" charset="0"/>
                <a:cs typeface="Segoe UI Semilight" panose="020B0402040204020203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</p:spTree>
    <p:extLst>
      <p:ext uri="{BB962C8B-B14F-4D97-AF65-F5344CB8AC3E}">
        <p14:creationId xmlns:p14="http://schemas.microsoft.com/office/powerpoint/2010/main" val="3914603774"/>
      </p:ext>
    </p:extLst>
  </p:cSld>
  <p:clrMapOvr>
    <a:masterClrMapping/>
  </p:clrMapOvr>
</p:sldLayout>
</file>

<file path=ppt/slideLayouts/slideLayout2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s two row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78168040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9746" name="think-cell Slide" r:id="rId5" imgW="270" imgH="270" progId="TCLayout.ActiveDocument.1">
                  <p:embed/>
                </p:oleObj>
              </mc:Choice>
              <mc:Fallback>
                <p:oleObj name="think-cell Slide" r:id="rId5" imgW="270" imgH="270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AU" sz="2800" b="0" i="0" baseline="0" dirty="0">
              <a:latin typeface="Segoe UI Semibold"/>
              <a:ea typeface="+mj-ea"/>
              <a:cs typeface="+mj-cs"/>
              <a:sym typeface="Segoe UI Semibold"/>
            </a:endParaRPr>
          </a:p>
        </p:txBody>
      </p:sp>
      <p:pic>
        <p:nvPicPr>
          <p:cNvPr id="4" name="Picture 3"/>
          <p:cNvPicPr>
            <a:picLocks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5339" cy="109703"/>
          </a:xfrm>
          <a:prstGeom prst="rect">
            <a:avLst/>
          </a:prstGeom>
        </p:spPr>
      </p:pic>
      <p:sp>
        <p:nvSpPr>
          <p:cNvPr id="11" name="Content Placeholder 5"/>
          <p:cNvSpPr>
            <a:spLocks noGrp="1"/>
          </p:cNvSpPr>
          <p:nvPr>
            <p:ph sz="quarter" idx="13"/>
          </p:nvPr>
        </p:nvSpPr>
        <p:spPr>
          <a:xfrm>
            <a:off x="540000" y="548680"/>
            <a:ext cx="2520000" cy="5904656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1"/>
          </p:nvPr>
        </p:nvSpPr>
        <p:spPr>
          <a:xfrm>
            <a:off x="3584574" y="1700213"/>
            <a:ext cx="1800473" cy="1512887"/>
          </a:xfrm>
        </p:spPr>
        <p:txBody>
          <a:bodyPr/>
          <a:lstStyle>
            <a:lvl1pPr>
              <a:defRPr sz="1000"/>
            </a:lvl1pPr>
            <a:lvl2pPr>
              <a:defRPr sz="10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2"/>
          </p:nvPr>
        </p:nvSpPr>
        <p:spPr>
          <a:xfrm>
            <a:off x="5600935" y="1700808"/>
            <a:ext cx="1800473" cy="1512887"/>
          </a:xfrm>
        </p:spPr>
        <p:txBody>
          <a:bodyPr/>
          <a:lstStyle>
            <a:lvl1pPr>
              <a:defRPr sz="1000"/>
            </a:lvl1pPr>
            <a:lvl2pPr>
              <a:defRPr sz="10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10" name="Text Placeholder 4"/>
          <p:cNvSpPr>
            <a:spLocks noGrp="1"/>
          </p:cNvSpPr>
          <p:nvPr>
            <p:ph type="body" sz="quarter" idx="33"/>
          </p:nvPr>
        </p:nvSpPr>
        <p:spPr>
          <a:xfrm>
            <a:off x="7617296" y="1700808"/>
            <a:ext cx="1800473" cy="1512887"/>
          </a:xfrm>
        </p:spPr>
        <p:txBody>
          <a:bodyPr/>
          <a:lstStyle>
            <a:lvl1pPr>
              <a:defRPr sz="1000"/>
            </a:lvl1pPr>
            <a:lvl2pPr>
              <a:defRPr sz="10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13" name="Text Placeholder 4"/>
          <p:cNvSpPr>
            <a:spLocks noGrp="1"/>
          </p:cNvSpPr>
          <p:nvPr>
            <p:ph type="body" sz="quarter" idx="34"/>
          </p:nvPr>
        </p:nvSpPr>
        <p:spPr>
          <a:xfrm>
            <a:off x="3584847" y="3428405"/>
            <a:ext cx="1800473" cy="1512887"/>
          </a:xfrm>
        </p:spPr>
        <p:txBody>
          <a:bodyPr/>
          <a:lstStyle>
            <a:lvl1pPr>
              <a:defRPr sz="1000"/>
            </a:lvl1pPr>
            <a:lvl2pPr>
              <a:defRPr sz="10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35"/>
          </p:nvPr>
        </p:nvSpPr>
        <p:spPr>
          <a:xfrm>
            <a:off x="5601208" y="3429000"/>
            <a:ext cx="1800473" cy="1512887"/>
          </a:xfrm>
        </p:spPr>
        <p:txBody>
          <a:bodyPr/>
          <a:lstStyle>
            <a:lvl1pPr>
              <a:defRPr sz="1000"/>
            </a:lvl1pPr>
            <a:lvl2pPr>
              <a:defRPr sz="10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15" name="Text Placeholder 4"/>
          <p:cNvSpPr>
            <a:spLocks noGrp="1"/>
          </p:cNvSpPr>
          <p:nvPr>
            <p:ph type="body" sz="quarter" idx="36"/>
          </p:nvPr>
        </p:nvSpPr>
        <p:spPr>
          <a:xfrm>
            <a:off x="7617569" y="3429000"/>
            <a:ext cx="1800473" cy="1512887"/>
          </a:xfrm>
        </p:spPr>
        <p:txBody>
          <a:bodyPr/>
          <a:lstStyle>
            <a:lvl1pPr>
              <a:defRPr sz="1000"/>
            </a:lvl1pPr>
            <a:lvl2pPr>
              <a:defRPr sz="10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3312000" y="548680"/>
            <a:ext cx="0" cy="5904656"/>
          </a:xfrm>
          <a:prstGeom prst="line">
            <a:avLst/>
          </a:prstGeom>
          <a:ln w="2540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 userDrawn="1"/>
        </p:nvSpPr>
        <p:spPr>
          <a:xfrm>
            <a:off x="8841432" y="6392361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E8856DA-B77A-4A94-8E84-45BF77D9376B}" type="slidenum">
              <a:rPr lang="en-AU" sz="1200" noProof="0" smtClean="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AU" sz="1200" noProof="0" dirty="0">
              <a:solidFill>
                <a:schemeClr val="accent3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2871EA34-AB4A-4AE8-8B88-1B248221CD1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84574" y="504000"/>
            <a:ext cx="5832000" cy="504056"/>
          </a:xfrm>
        </p:spPr>
        <p:txBody>
          <a:bodyPr anchor="ctr" anchorCtr="0"/>
          <a:lstStyle>
            <a:lvl1pPr marL="0" marR="0" indent="0" algn="l" defTabSz="914349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/>
            </a:lvl1pPr>
          </a:lstStyle>
          <a:p>
            <a:pPr lvl="0"/>
            <a:r>
              <a:rPr lang="en-AU" noProof="0" dirty="0"/>
              <a:t>Governing thought</a:t>
            </a:r>
          </a:p>
        </p:txBody>
      </p:sp>
      <p:sp>
        <p:nvSpPr>
          <p:cNvPr id="20" name="Text Placeholder 10">
            <a:extLst>
              <a:ext uri="{FF2B5EF4-FFF2-40B4-BE49-F238E27FC236}">
                <a16:creationId xmlns:a16="http://schemas.microsoft.com/office/drawing/2014/main" id="{64A32BB7-B4B8-4E71-83E1-22368C65915D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584574" y="1008000"/>
            <a:ext cx="5832000" cy="504056"/>
          </a:xfrm>
          <a:prstGeom prst="rect">
            <a:avLst/>
          </a:prstGeom>
        </p:spPr>
        <p:txBody>
          <a:bodyPr anchor="t"/>
          <a:lstStyle>
            <a:lvl1pPr>
              <a:lnSpc>
                <a:spcPct val="90000"/>
              </a:lnSpc>
              <a:defRPr sz="1800">
                <a:solidFill>
                  <a:schemeClr val="bg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  <a:lvl5pPr>
              <a:defRPr/>
            </a:lvl5pPr>
          </a:lstStyle>
          <a:p>
            <a:pPr lvl="0"/>
            <a:r>
              <a:rPr lang="en-AU" noProof="0" dirty="0"/>
              <a:t>Sub title</a:t>
            </a:r>
          </a:p>
        </p:txBody>
      </p:sp>
    </p:spTree>
    <p:extLst>
      <p:ext uri="{BB962C8B-B14F-4D97-AF65-F5344CB8AC3E}">
        <p14:creationId xmlns:p14="http://schemas.microsoft.com/office/powerpoint/2010/main" val="3203266299"/>
      </p:ext>
    </p:extLst>
  </p:cSld>
  <p:clrMapOvr>
    <a:masterClrMapping/>
  </p:clrMapOvr>
</p:sldLayout>
</file>

<file path=ppt/slideLayouts/slideLayout2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s two rows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48157871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0770" name="think-cell Slide" r:id="rId5" imgW="270" imgH="270" progId="TCLayout.ActiveDocument.1">
                  <p:embed/>
                </p:oleObj>
              </mc:Choice>
              <mc:Fallback>
                <p:oleObj name="think-cell Slide" r:id="rId5" imgW="270" imgH="270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AU" sz="2800" b="0" i="0" baseline="0" dirty="0">
              <a:latin typeface="Segoe UI Semibold"/>
              <a:ea typeface="+mj-ea"/>
              <a:cs typeface="+mj-cs"/>
              <a:sym typeface="Segoe UI Semibold"/>
            </a:endParaRPr>
          </a:p>
        </p:txBody>
      </p:sp>
      <p:pic>
        <p:nvPicPr>
          <p:cNvPr id="4" name="Picture 3"/>
          <p:cNvPicPr>
            <a:picLocks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5339" cy="109703"/>
          </a:xfrm>
          <a:prstGeom prst="rect">
            <a:avLst/>
          </a:prstGeom>
        </p:spPr>
      </p:pic>
      <p:sp>
        <p:nvSpPr>
          <p:cNvPr id="11" name="Content Placeholder 5"/>
          <p:cNvSpPr>
            <a:spLocks noGrp="1"/>
          </p:cNvSpPr>
          <p:nvPr>
            <p:ph sz="quarter" idx="13"/>
          </p:nvPr>
        </p:nvSpPr>
        <p:spPr>
          <a:xfrm>
            <a:off x="6876000" y="548680"/>
            <a:ext cx="2520000" cy="576064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1"/>
          </p:nvPr>
        </p:nvSpPr>
        <p:spPr>
          <a:xfrm>
            <a:off x="540000" y="1700213"/>
            <a:ext cx="1800473" cy="1512887"/>
          </a:xfrm>
        </p:spPr>
        <p:txBody>
          <a:bodyPr/>
          <a:lstStyle>
            <a:lvl1pPr>
              <a:defRPr sz="1000"/>
            </a:lvl1pPr>
            <a:lvl2pPr>
              <a:defRPr sz="10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2"/>
          </p:nvPr>
        </p:nvSpPr>
        <p:spPr>
          <a:xfrm>
            <a:off x="2556000" y="1700808"/>
            <a:ext cx="1800473" cy="1512887"/>
          </a:xfrm>
        </p:spPr>
        <p:txBody>
          <a:bodyPr/>
          <a:lstStyle>
            <a:lvl1pPr>
              <a:defRPr sz="1000"/>
            </a:lvl1pPr>
            <a:lvl2pPr>
              <a:defRPr sz="10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10" name="Text Placeholder 4"/>
          <p:cNvSpPr>
            <a:spLocks noGrp="1"/>
          </p:cNvSpPr>
          <p:nvPr>
            <p:ph type="body" sz="quarter" idx="33"/>
          </p:nvPr>
        </p:nvSpPr>
        <p:spPr>
          <a:xfrm>
            <a:off x="4572000" y="1700808"/>
            <a:ext cx="1800473" cy="1512887"/>
          </a:xfrm>
        </p:spPr>
        <p:txBody>
          <a:bodyPr/>
          <a:lstStyle>
            <a:lvl1pPr>
              <a:defRPr sz="1000"/>
            </a:lvl1pPr>
            <a:lvl2pPr>
              <a:defRPr sz="10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13" name="Text Placeholder 4"/>
          <p:cNvSpPr>
            <a:spLocks noGrp="1"/>
          </p:cNvSpPr>
          <p:nvPr>
            <p:ph type="body" sz="quarter" idx="34"/>
          </p:nvPr>
        </p:nvSpPr>
        <p:spPr>
          <a:xfrm>
            <a:off x="540000" y="3428405"/>
            <a:ext cx="1800473" cy="1512887"/>
          </a:xfrm>
        </p:spPr>
        <p:txBody>
          <a:bodyPr/>
          <a:lstStyle>
            <a:lvl1pPr>
              <a:defRPr sz="1000"/>
            </a:lvl1pPr>
            <a:lvl2pPr>
              <a:defRPr sz="10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35"/>
          </p:nvPr>
        </p:nvSpPr>
        <p:spPr>
          <a:xfrm>
            <a:off x="2556000" y="3429000"/>
            <a:ext cx="1800473" cy="1512887"/>
          </a:xfrm>
        </p:spPr>
        <p:txBody>
          <a:bodyPr/>
          <a:lstStyle>
            <a:lvl1pPr>
              <a:defRPr sz="1000"/>
            </a:lvl1pPr>
            <a:lvl2pPr>
              <a:defRPr sz="10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15" name="Text Placeholder 4"/>
          <p:cNvSpPr>
            <a:spLocks noGrp="1"/>
          </p:cNvSpPr>
          <p:nvPr>
            <p:ph type="body" sz="quarter" idx="36"/>
          </p:nvPr>
        </p:nvSpPr>
        <p:spPr>
          <a:xfrm>
            <a:off x="4572000" y="3429000"/>
            <a:ext cx="1800473" cy="1512887"/>
          </a:xfrm>
        </p:spPr>
        <p:txBody>
          <a:bodyPr/>
          <a:lstStyle>
            <a:lvl1pPr>
              <a:defRPr sz="1000"/>
            </a:lvl1pPr>
            <a:lvl2pPr>
              <a:defRPr sz="10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6624000" y="548680"/>
            <a:ext cx="0" cy="5904656"/>
          </a:xfrm>
          <a:prstGeom prst="line">
            <a:avLst/>
          </a:prstGeom>
          <a:ln w="2540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 userDrawn="1"/>
        </p:nvSpPr>
        <p:spPr>
          <a:xfrm>
            <a:off x="8841432" y="6392361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E8856DA-B77A-4A94-8E84-45BF77D9376B}" type="slidenum">
              <a:rPr lang="en-AU" sz="1200" noProof="0" smtClean="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AU" sz="1200" noProof="0" dirty="0">
              <a:solidFill>
                <a:schemeClr val="accent3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F4480387-88A6-4400-B54D-4F79477713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504000"/>
            <a:ext cx="5832000" cy="504056"/>
          </a:xfrm>
        </p:spPr>
        <p:txBody>
          <a:bodyPr anchor="ctr" anchorCtr="0"/>
          <a:lstStyle>
            <a:lvl1pPr marL="0" marR="0" indent="0" algn="l" defTabSz="914349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/>
            </a:lvl1pPr>
          </a:lstStyle>
          <a:p>
            <a:pPr lvl="0"/>
            <a:r>
              <a:rPr lang="en-AU" noProof="0" dirty="0"/>
              <a:t>Governing thought</a:t>
            </a:r>
          </a:p>
        </p:txBody>
      </p:sp>
      <p:sp>
        <p:nvSpPr>
          <p:cNvPr id="20" name="Text Placeholder 10">
            <a:extLst>
              <a:ext uri="{FF2B5EF4-FFF2-40B4-BE49-F238E27FC236}">
                <a16:creationId xmlns:a16="http://schemas.microsoft.com/office/drawing/2014/main" id="{FC1EDAA2-A012-4033-AAEC-D978098E69E2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40000" y="1008000"/>
            <a:ext cx="5832000" cy="504056"/>
          </a:xfrm>
          <a:prstGeom prst="rect">
            <a:avLst/>
          </a:prstGeom>
        </p:spPr>
        <p:txBody>
          <a:bodyPr anchor="t"/>
          <a:lstStyle>
            <a:lvl1pPr>
              <a:lnSpc>
                <a:spcPct val="90000"/>
              </a:lnSpc>
              <a:defRPr sz="1800">
                <a:solidFill>
                  <a:schemeClr val="bg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  <a:lvl5pPr>
              <a:defRPr/>
            </a:lvl5pPr>
          </a:lstStyle>
          <a:p>
            <a:pPr lvl="0"/>
            <a:r>
              <a:rPr lang="en-AU" noProof="0" dirty="0"/>
              <a:t>Sub title</a:t>
            </a:r>
          </a:p>
        </p:txBody>
      </p:sp>
    </p:spTree>
    <p:extLst>
      <p:ext uri="{BB962C8B-B14F-4D97-AF65-F5344CB8AC3E}">
        <p14:creationId xmlns:p14="http://schemas.microsoft.com/office/powerpoint/2010/main" val="501891341"/>
      </p:ext>
    </p:extLst>
  </p:cSld>
  <p:clrMapOvr>
    <a:masterClrMapping/>
  </p:clrMapOvr>
</p:sldLayout>
</file>

<file path=ppt/slideLayouts/slideLayout2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 three row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4225116020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1794" name="think-cell Slide" r:id="rId5" imgW="270" imgH="270" progId="TCLayout.ActiveDocument.1">
                  <p:embed/>
                </p:oleObj>
              </mc:Choice>
              <mc:Fallback>
                <p:oleObj name="think-cell Slide" r:id="rId5" imgW="270" imgH="270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AU" sz="2800" b="0" i="0" baseline="0" dirty="0">
              <a:latin typeface="Segoe UI Semibold"/>
              <a:ea typeface="+mj-ea"/>
              <a:cs typeface="+mj-cs"/>
              <a:sym typeface="Segoe UI Semibold"/>
            </a:endParaRPr>
          </a:p>
        </p:txBody>
      </p:sp>
      <p:pic>
        <p:nvPicPr>
          <p:cNvPr id="4" name="Picture 3"/>
          <p:cNvPicPr>
            <a:picLocks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5339" cy="109703"/>
          </a:xfrm>
          <a:prstGeom prst="rect">
            <a:avLst/>
          </a:prstGeom>
        </p:spPr>
      </p:pic>
      <p:sp>
        <p:nvSpPr>
          <p:cNvPr id="5" name="Text Placeholder 4"/>
          <p:cNvSpPr>
            <a:spLocks noGrp="1"/>
          </p:cNvSpPr>
          <p:nvPr>
            <p:ph type="body" sz="quarter" idx="31"/>
          </p:nvPr>
        </p:nvSpPr>
        <p:spPr>
          <a:xfrm>
            <a:off x="3584848" y="1700213"/>
            <a:ext cx="2808000" cy="1440000"/>
          </a:xfrm>
        </p:spPr>
        <p:txBody>
          <a:bodyPr/>
          <a:lstStyle>
            <a:lvl1pPr>
              <a:defRPr sz="1000"/>
            </a:lvl1pPr>
            <a:lvl2pPr>
              <a:defRPr sz="10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13" name="Text Placeholder 4"/>
          <p:cNvSpPr>
            <a:spLocks noGrp="1"/>
          </p:cNvSpPr>
          <p:nvPr>
            <p:ph type="body" sz="quarter" idx="34"/>
          </p:nvPr>
        </p:nvSpPr>
        <p:spPr>
          <a:xfrm>
            <a:off x="3585121" y="3322190"/>
            <a:ext cx="2808000" cy="1440000"/>
          </a:xfrm>
        </p:spPr>
        <p:txBody>
          <a:bodyPr/>
          <a:lstStyle>
            <a:lvl1pPr>
              <a:defRPr sz="1000"/>
            </a:lvl1pPr>
            <a:lvl2pPr>
              <a:defRPr sz="10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2"/>
          </p:nvPr>
        </p:nvSpPr>
        <p:spPr>
          <a:xfrm>
            <a:off x="6609496" y="1700808"/>
            <a:ext cx="2808000" cy="1440000"/>
          </a:xfrm>
        </p:spPr>
        <p:txBody>
          <a:bodyPr/>
          <a:lstStyle>
            <a:lvl1pPr>
              <a:defRPr sz="1000"/>
            </a:lvl1pPr>
            <a:lvl2pPr>
              <a:defRPr sz="10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35"/>
          </p:nvPr>
        </p:nvSpPr>
        <p:spPr>
          <a:xfrm>
            <a:off x="6609496" y="3322785"/>
            <a:ext cx="2808000" cy="1440000"/>
          </a:xfrm>
        </p:spPr>
        <p:txBody>
          <a:bodyPr/>
          <a:lstStyle>
            <a:lvl1pPr>
              <a:defRPr sz="1000"/>
            </a:lvl1pPr>
            <a:lvl2pPr>
              <a:defRPr sz="10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16" name="Text Placeholder 4"/>
          <p:cNvSpPr>
            <a:spLocks noGrp="1"/>
          </p:cNvSpPr>
          <p:nvPr>
            <p:ph type="body" sz="quarter" idx="36"/>
          </p:nvPr>
        </p:nvSpPr>
        <p:spPr>
          <a:xfrm>
            <a:off x="3584801" y="4944167"/>
            <a:ext cx="2808000" cy="1440000"/>
          </a:xfrm>
        </p:spPr>
        <p:txBody>
          <a:bodyPr/>
          <a:lstStyle>
            <a:lvl1pPr>
              <a:defRPr sz="1000"/>
            </a:lvl1pPr>
            <a:lvl2pPr>
              <a:defRPr sz="10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17" name="Text Placeholder 4"/>
          <p:cNvSpPr>
            <a:spLocks noGrp="1"/>
          </p:cNvSpPr>
          <p:nvPr>
            <p:ph type="body" sz="quarter" idx="37"/>
          </p:nvPr>
        </p:nvSpPr>
        <p:spPr>
          <a:xfrm>
            <a:off x="6609176" y="4944762"/>
            <a:ext cx="2808000" cy="1440000"/>
          </a:xfrm>
        </p:spPr>
        <p:txBody>
          <a:bodyPr/>
          <a:lstStyle>
            <a:lvl1pPr>
              <a:defRPr sz="1000"/>
            </a:lvl1pPr>
            <a:lvl2pPr>
              <a:defRPr sz="10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15" name="TextBox 14"/>
          <p:cNvSpPr txBox="1"/>
          <p:nvPr userDrawn="1"/>
        </p:nvSpPr>
        <p:spPr>
          <a:xfrm>
            <a:off x="8841432" y="6392361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E8856DA-B77A-4A94-8E84-45BF77D9376B}" type="slidenum">
              <a:rPr lang="en-AU" sz="1200" noProof="0" smtClean="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AU" sz="1200" noProof="0" dirty="0">
              <a:solidFill>
                <a:schemeClr val="accent3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C5B082F3-2515-4BC9-B49B-A93442A9DF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84574" y="504000"/>
            <a:ext cx="5775426" cy="504056"/>
          </a:xfrm>
        </p:spPr>
        <p:txBody>
          <a:bodyPr anchor="ctr" anchorCtr="0"/>
          <a:lstStyle>
            <a:lvl1pPr marL="0" marR="0" indent="0" algn="l" defTabSz="914349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/>
            </a:lvl1pPr>
          </a:lstStyle>
          <a:p>
            <a:pPr lvl="0"/>
            <a:r>
              <a:rPr lang="en-AU" noProof="0" dirty="0"/>
              <a:t>Governing thought</a:t>
            </a:r>
          </a:p>
        </p:txBody>
      </p:sp>
      <p:sp>
        <p:nvSpPr>
          <p:cNvPr id="21" name="Text Placeholder 10">
            <a:extLst>
              <a:ext uri="{FF2B5EF4-FFF2-40B4-BE49-F238E27FC236}">
                <a16:creationId xmlns:a16="http://schemas.microsoft.com/office/drawing/2014/main" id="{CAB7F3DD-CE5D-4E26-AD58-2EA06FB0379D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584574" y="1008000"/>
            <a:ext cx="5775426" cy="504056"/>
          </a:xfrm>
          <a:prstGeom prst="rect">
            <a:avLst/>
          </a:prstGeom>
        </p:spPr>
        <p:txBody>
          <a:bodyPr anchor="t"/>
          <a:lstStyle>
            <a:lvl1pPr>
              <a:lnSpc>
                <a:spcPct val="90000"/>
              </a:lnSpc>
              <a:defRPr sz="1800">
                <a:solidFill>
                  <a:schemeClr val="bg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  <a:lvl5pPr>
              <a:defRPr/>
            </a:lvl5pPr>
          </a:lstStyle>
          <a:p>
            <a:pPr lvl="0"/>
            <a:r>
              <a:rPr lang="en-AU" noProof="0" dirty="0"/>
              <a:t>Sub title</a:t>
            </a:r>
          </a:p>
        </p:txBody>
      </p:sp>
      <p:sp>
        <p:nvSpPr>
          <p:cNvPr id="18" name="Content Placeholder 5"/>
          <p:cNvSpPr>
            <a:spLocks noGrp="1"/>
          </p:cNvSpPr>
          <p:nvPr>
            <p:ph sz="quarter" idx="13"/>
          </p:nvPr>
        </p:nvSpPr>
        <p:spPr>
          <a:xfrm>
            <a:off x="540000" y="548680"/>
            <a:ext cx="2520000" cy="5904656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cxnSp>
        <p:nvCxnSpPr>
          <p:cNvPr id="20" name="Straight Connector 19"/>
          <p:cNvCxnSpPr/>
          <p:nvPr userDrawn="1"/>
        </p:nvCxnSpPr>
        <p:spPr>
          <a:xfrm>
            <a:off x="3312000" y="548680"/>
            <a:ext cx="0" cy="5904656"/>
          </a:xfrm>
          <a:prstGeom prst="line">
            <a:avLst/>
          </a:prstGeom>
          <a:ln w="2540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56412440"/>
      </p:ext>
    </p:extLst>
  </p:cSld>
  <p:clrMapOvr>
    <a:masterClrMapping/>
  </p:clrMapOvr>
</p:sldLayout>
</file>

<file path=ppt/slideLayouts/slideLayout2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 three rows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67650610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2818" name="think-cell Slide" r:id="rId5" imgW="270" imgH="270" progId="TCLayout.ActiveDocument.1">
                  <p:embed/>
                </p:oleObj>
              </mc:Choice>
              <mc:Fallback>
                <p:oleObj name="think-cell Slide" r:id="rId5" imgW="270" imgH="270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AU" sz="2800" b="0" i="0" baseline="0" dirty="0">
              <a:latin typeface="Segoe UI Semibold"/>
              <a:ea typeface="+mj-ea"/>
              <a:cs typeface="+mj-cs"/>
              <a:sym typeface="Segoe UI Semibold"/>
            </a:endParaRPr>
          </a:p>
        </p:txBody>
      </p:sp>
      <p:pic>
        <p:nvPicPr>
          <p:cNvPr id="4" name="Picture 3"/>
          <p:cNvPicPr>
            <a:picLocks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5339" cy="109703"/>
          </a:xfrm>
          <a:prstGeom prst="rect">
            <a:avLst/>
          </a:prstGeom>
        </p:spPr>
      </p:pic>
      <p:sp>
        <p:nvSpPr>
          <p:cNvPr id="5" name="Text Placeholder 4"/>
          <p:cNvSpPr>
            <a:spLocks noGrp="1"/>
          </p:cNvSpPr>
          <p:nvPr>
            <p:ph type="body" sz="quarter" idx="31"/>
          </p:nvPr>
        </p:nvSpPr>
        <p:spPr>
          <a:xfrm>
            <a:off x="540000" y="1700213"/>
            <a:ext cx="2808000" cy="1440000"/>
          </a:xfrm>
        </p:spPr>
        <p:txBody>
          <a:bodyPr/>
          <a:lstStyle>
            <a:lvl1pPr>
              <a:defRPr sz="1000"/>
            </a:lvl1pPr>
            <a:lvl2pPr>
              <a:defRPr sz="10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2"/>
          </p:nvPr>
        </p:nvSpPr>
        <p:spPr>
          <a:xfrm>
            <a:off x="3564000" y="1700808"/>
            <a:ext cx="2808000" cy="1440000"/>
          </a:xfrm>
        </p:spPr>
        <p:txBody>
          <a:bodyPr/>
          <a:lstStyle>
            <a:lvl1pPr>
              <a:defRPr sz="1000"/>
            </a:lvl1pPr>
            <a:lvl2pPr>
              <a:defRPr sz="10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13" name="Text Placeholder 4"/>
          <p:cNvSpPr>
            <a:spLocks noGrp="1"/>
          </p:cNvSpPr>
          <p:nvPr>
            <p:ph type="body" sz="quarter" idx="34"/>
          </p:nvPr>
        </p:nvSpPr>
        <p:spPr>
          <a:xfrm>
            <a:off x="540000" y="3322190"/>
            <a:ext cx="2808000" cy="1440000"/>
          </a:xfrm>
        </p:spPr>
        <p:txBody>
          <a:bodyPr/>
          <a:lstStyle>
            <a:lvl1pPr>
              <a:defRPr sz="1000"/>
            </a:lvl1pPr>
            <a:lvl2pPr>
              <a:defRPr sz="10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35"/>
          </p:nvPr>
        </p:nvSpPr>
        <p:spPr>
          <a:xfrm>
            <a:off x="3564000" y="3322785"/>
            <a:ext cx="2808000" cy="1440000"/>
          </a:xfrm>
        </p:spPr>
        <p:txBody>
          <a:bodyPr/>
          <a:lstStyle>
            <a:lvl1pPr>
              <a:defRPr sz="1000"/>
            </a:lvl1pPr>
            <a:lvl2pPr>
              <a:defRPr sz="10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16" name="Text Placeholder 4"/>
          <p:cNvSpPr>
            <a:spLocks noGrp="1"/>
          </p:cNvSpPr>
          <p:nvPr>
            <p:ph type="body" sz="quarter" idx="36"/>
          </p:nvPr>
        </p:nvSpPr>
        <p:spPr>
          <a:xfrm>
            <a:off x="540000" y="4944167"/>
            <a:ext cx="2808000" cy="1440000"/>
          </a:xfrm>
        </p:spPr>
        <p:txBody>
          <a:bodyPr/>
          <a:lstStyle>
            <a:lvl1pPr>
              <a:defRPr sz="1000"/>
            </a:lvl1pPr>
            <a:lvl2pPr>
              <a:defRPr sz="10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17" name="Text Placeholder 4"/>
          <p:cNvSpPr>
            <a:spLocks noGrp="1"/>
          </p:cNvSpPr>
          <p:nvPr>
            <p:ph type="body" sz="quarter" idx="37"/>
          </p:nvPr>
        </p:nvSpPr>
        <p:spPr>
          <a:xfrm>
            <a:off x="3564000" y="4944762"/>
            <a:ext cx="2808000" cy="1440000"/>
          </a:xfrm>
        </p:spPr>
        <p:txBody>
          <a:bodyPr/>
          <a:lstStyle>
            <a:lvl1pPr>
              <a:defRPr sz="1000"/>
            </a:lvl1pPr>
            <a:lvl2pPr>
              <a:defRPr sz="10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75A645FB-7354-4CFA-B102-90F9DC3813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504000"/>
            <a:ext cx="5832000" cy="504056"/>
          </a:xfrm>
        </p:spPr>
        <p:txBody>
          <a:bodyPr anchor="ctr" anchorCtr="0"/>
          <a:lstStyle>
            <a:lvl1pPr marL="0" marR="0" indent="0" algn="l" defTabSz="914349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/>
            </a:lvl1pPr>
          </a:lstStyle>
          <a:p>
            <a:pPr lvl="0"/>
            <a:r>
              <a:rPr lang="en-AU" noProof="0" dirty="0"/>
              <a:t>Governing thought</a:t>
            </a:r>
          </a:p>
        </p:txBody>
      </p:sp>
      <p:sp>
        <p:nvSpPr>
          <p:cNvPr id="21" name="Text Placeholder 10">
            <a:extLst>
              <a:ext uri="{FF2B5EF4-FFF2-40B4-BE49-F238E27FC236}">
                <a16:creationId xmlns:a16="http://schemas.microsoft.com/office/drawing/2014/main" id="{6E3C8706-4623-4565-AA17-AECB38C803F5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40000" y="1008000"/>
            <a:ext cx="5832000" cy="504056"/>
          </a:xfrm>
          <a:prstGeom prst="rect">
            <a:avLst/>
          </a:prstGeom>
        </p:spPr>
        <p:txBody>
          <a:bodyPr anchor="t"/>
          <a:lstStyle>
            <a:lvl1pPr>
              <a:lnSpc>
                <a:spcPct val="90000"/>
              </a:lnSpc>
              <a:defRPr sz="1800">
                <a:solidFill>
                  <a:schemeClr val="bg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  <a:lvl5pPr>
              <a:defRPr/>
            </a:lvl5pPr>
          </a:lstStyle>
          <a:p>
            <a:pPr lvl="0"/>
            <a:r>
              <a:rPr lang="en-AU" noProof="0" dirty="0"/>
              <a:t>Sub title</a:t>
            </a:r>
          </a:p>
        </p:txBody>
      </p:sp>
      <p:sp>
        <p:nvSpPr>
          <p:cNvPr id="18" name="Content Placeholder 5"/>
          <p:cNvSpPr>
            <a:spLocks noGrp="1"/>
          </p:cNvSpPr>
          <p:nvPr>
            <p:ph sz="quarter" idx="13"/>
          </p:nvPr>
        </p:nvSpPr>
        <p:spPr>
          <a:xfrm>
            <a:off x="6876000" y="548680"/>
            <a:ext cx="2520000" cy="5843681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cxnSp>
        <p:nvCxnSpPr>
          <p:cNvPr id="20" name="Straight Connector 19"/>
          <p:cNvCxnSpPr/>
          <p:nvPr userDrawn="1"/>
        </p:nvCxnSpPr>
        <p:spPr>
          <a:xfrm>
            <a:off x="6624000" y="548680"/>
            <a:ext cx="0" cy="5904656"/>
          </a:xfrm>
          <a:prstGeom prst="line">
            <a:avLst/>
          </a:prstGeom>
          <a:ln w="2540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 userDrawn="1"/>
        </p:nvSpPr>
        <p:spPr>
          <a:xfrm>
            <a:off x="8841432" y="6392361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E8856DA-B77A-4A94-8E84-45BF77D9376B}" type="slidenum">
              <a:rPr lang="en-AU" sz="1200" noProof="0" smtClean="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AU" sz="1200" noProof="0" dirty="0">
              <a:solidFill>
                <a:schemeClr val="accent3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18854432"/>
      </p:ext>
    </p:extLst>
  </p:cSld>
  <p:clrMapOvr>
    <a:masterClrMapping/>
  </p:clrMapOvr>
</p:sldLayout>
</file>

<file path=ppt/slideLayouts/slideLayout2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s three row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5339" cy="109703"/>
          </a:xfrm>
          <a:prstGeom prst="rect">
            <a:avLst/>
          </a:prstGeom>
        </p:spPr>
      </p:pic>
      <p:sp>
        <p:nvSpPr>
          <p:cNvPr id="15" name="Text Placeholder 4"/>
          <p:cNvSpPr>
            <a:spLocks noGrp="1"/>
          </p:cNvSpPr>
          <p:nvPr>
            <p:ph type="body" sz="quarter" idx="38"/>
          </p:nvPr>
        </p:nvSpPr>
        <p:spPr>
          <a:xfrm>
            <a:off x="540000" y="1700808"/>
            <a:ext cx="2808000" cy="1440000"/>
          </a:xfrm>
        </p:spPr>
        <p:txBody>
          <a:bodyPr/>
          <a:lstStyle>
            <a:lvl1pPr>
              <a:defRPr sz="1000"/>
            </a:lvl1pPr>
            <a:lvl2pPr>
              <a:defRPr sz="10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8" name="Text Placeholder 4"/>
          <p:cNvSpPr>
            <a:spLocks noGrp="1"/>
          </p:cNvSpPr>
          <p:nvPr>
            <p:ph type="body" sz="quarter" idx="39"/>
          </p:nvPr>
        </p:nvSpPr>
        <p:spPr>
          <a:xfrm>
            <a:off x="540000" y="3280404"/>
            <a:ext cx="2808000" cy="1440000"/>
          </a:xfrm>
        </p:spPr>
        <p:txBody>
          <a:bodyPr/>
          <a:lstStyle>
            <a:lvl1pPr>
              <a:defRPr sz="1000"/>
            </a:lvl1pPr>
            <a:lvl2pPr>
              <a:defRPr sz="10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9" name="Text Placeholder 4"/>
          <p:cNvSpPr>
            <a:spLocks noGrp="1"/>
          </p:cNvSpPr>
          <p:nvPr>
            <p:ph type="body" sz="quarter" idx="40"/>
          </p:nvPr>
        </p:nvSpPr>
        <p:spPr>
          <a:xfrm>
            <a:off x="540000" y="4860000"/>
            <a:ext cx="2808000" cy="1440000"/>
          </a:xfrm>
        </p:spPr>
        <p:txBody>
          <a:bodyPr/>
          <a:lstStyle>
            <a:lvl1pPr>
              <a:defRPr sz="1000"/>
            </a:lvl1pPr>
            <a:lvl2pPr>
              <a:defRPr sz="10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0" name="TextBox 19"/>
          <p:cNvSpPr txBox="1"/>
          <p:nvPr userDrawn="1"/>
        </p:nvSpPr>
        <p:spPr>
          <a:xfrm>
            <a:off x="8841432" y="6392361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E8856DA-B77A-4A94-8E84-45BF77D9376B}" type="slidenum">
              <a:rPr lang="en-AU" sz="1200" noProof="0" smtClean="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AU" sz="1200" noProof="0" dirty="0">
              <a:solidFill>
                <a:schemeClr val="accent3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1B4E545C-8B16-4B92-8AF7-E5E84C0482A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504000"/>
            <a:ext cx="8820000" cy="504056"/>
          </a:xfrm>
        </p:spPr>
        <p:txBody>
          <a:bodyPr anchor="ctr" anchorCtr="0"/>
          <a:lstStyle>
            <a:lvl1pPr marL="0" marR="0" indent="0" algn="l" defTabSz="914349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/>
            </a:lvl1pPr>
          </a:lstStyle>
          <a:p>
            <a:pPr lvl="0"/>
            <a:r>
              <a:rPr lang="en-AU" noProof="0" dirty="0"/>
              <a:t>Governing thought</a:t>
            </a:r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DD764B80-78FB-43C9-895B-1F4FF3FACB03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40000" y="1008000"/>
            <a:ext cx="8820000" cy="504056"/>
          </a:xfrm>
          <a:prstGeom prst="rect">
            <a:avLst/>
          </a:prstGeom>
        </p:spPr>
        <p:txBody>
          <a:bodyPr anchor="t"/>
          <a:lstStyle>
            <a:lvl1pPr>
              <a:lnSpc>
                <a:spcPct val="90000"/>
              </a:lnSpc>
              <a:defRPr sz="1800">
                <a:solidFill>
                  <a:schemeClr val="bg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  <a:lvl5pPr>
              <a:defRPr/>
            </a:lvl5pPr>
          </a:lstStyle>
          <a:p>
            <a:pPr lvl="0"/>
            <a:r>
              <a:rPr lang="en-AU" noProof="0" dirty="0"/>
              <a:t>Sub title</a:t>
            </a:r>
          </a:p>
        </p:txBody>
      </p:sp>
      <p:sp>
        <p:nvSpPr>
          <p:cNvPr id="26" name="Text Placeholder 4"/>
          <p:cNvSpPr>
            <a:spLocks noGrp="1"/>
          </p:cNvSpPr>
          <p:nvPr>
            <p:ph type="body" sz="quarter" idx="41"/>
          </p:nvPr>
        </p:nvSpPr>
        <p:spPr>
          <a:xfrm>
            <a:off x="6552000" y="1700808"/>
            <a:ext cx="2808000" cy="1440000"/>
          </a:xfrm>
        </p:spPr>
        <p:txBody>
          <a:bodyPr/>
          <a:lstStyle>
            <a:lvl1pPr>
              <a:defRPr sz="1000"/>
            </a:lvl1pPr>
            <a:lvl2pPr>
              <a:defRPr sz="10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7" name="Text Placeholder 4"/>
          <p:cNvSpPr>
            <a:spLocks noGrp="1"/>
          </p:cNvSpPr>
          <p:nvPr>
            <p:ph type="body" sz="quarter" idx="42"/>
          </p:nvPr>
        </p:nvSpPr>
        <p:spPr>
          <a:xfrm>
            <a:off x="6552000" y="3280404"/>
            <a:ext cx="2808000" cy="1440000"/>
          </a:xfrm>
        </p:spPr>
        <p:txBody>
          <a:bodyPr/>
          <a:lstStyle>
            <a:lvl1pPr>
              <a:defRPr sz="1000"/>
            </a:lvl1pPr>
            <a:lvl2pPr>
              <a:defRPr sz="10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8" name="Text Placeholder 4"/>
          <p:cNvSpPr>
            <a:spLocks noGrp="1"/>
          </p:cNvSpPr>
          <p:nvPr>
            <p:ph type="body" sz="quarter" idx="43"/>
          </p:nvPr>
        </p:nvSpPr>
        <p:spPr>
          <a:xfrm>
            <a:off x="6552000" y="4860000"/>
            <a:ext cx="2808000" cy="1440000"/>
          </a:xfrm>
        </p:spPr>
        <p:txBody>
          <a:bodyPr/>
          <a:lstStyle>
            <a:lvl1pPr>
              <a:defRPr sz="1000"/>
            </a:lvl1pPr>
            <a:lvl2pPr>
              <a:defRPr sz="10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9" name="Text Placeholder 4"/>
          <p:cNvSpPr>
            <a:spLocks noGrp="1"/>
          </p:cNvSpPr>
          <p:nvPr>
            <p:ph type="body" sz="quarter" idx="44"/>
          </p:nvPr>
        </p:nvSpPr>
        <p:spPr>
          <a:xfrm>
            <a:off x="3548669" y="1700808"/>
            <a:ext cx="2808000" cy="1440000"/>
          </a:xfrm>
        </p:spPr>
        <p:txBody>
          <a:bodyPr/>
          <a:lstStyle>
            <a:lvl1pPr>
              <a:defRPr sz="1000"/>
            </a:lvl1pPr>
            <a:lvl2pPr>
              <a:defRPr sz="10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0" name="Text Placeholder 4"/>
          <p:cNvSpPr>
            <a:spLocks noGrp="1"/>
          </p:cNvSpPr>
          <p:nvPr>
            <p:ph type="body" sz="quarter" idx="45"/>
          </p:nvPr>
        </p:nvSpPr>
        <p:spPr>
          <a:xfrm>
            <a:off x="3548669" y="3280404"/>
            <a:ext cx="2808000" cy="1440000"/>
          </a:xfrm>
        </p:spPr>
        <p:txBody>
          <a:bodyPr/>
          <a:lstStyle>
            <a:lvl1pPr>
              <a:defRPr sz="1000"/>
            </a:lvl1pPr>
            <a:lvl2pPr>
              <a:defRPr sz="10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1" name="Text Placeholder 4"/>
          <p:cNvSpPr>
            <a:spLocks noGrp="1"/>
          </p:cNvSpPr>
          <p:nvPr>
            <p:ph type="body" sz="quarter" idx="46"/>
          </p:nvPr>
        </p:nvSpPr>
        <p:spPr>
          <a:xfrm>
            <a:off x="3548669" y="4860000"/>
            <a:ext cx="2808000" cy="1440000"/>
          </a:xfrm>
        </p:spPr>
        <p:txBody>
          <a:bodyPr/>
          <a:lstStyle>
            <a:lvl1pPr>
              <a:defRPr sz="1000"/>
            </a:lvl1pPr>
            <a:lvl2pPr>
              <a:defRPr sz="10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1703219831"/>
      </p:ext>
    </p:extLst>
  </p:cSld>
  <p:clrMapOvr>
    <a:masterClrMapping/>
  </p:clrMapOvr>
</p:sldLayout>
</file>

<file path=ppt/slideLayouts/slideLayout2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harts/insigh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5339" cy="109703"/>
          </a:xfrm>
          <a:prstGeom prst="rect">
            <a:avLst/>
          </a:prstGeom>
        </p:spPr>
      </p:pic>
      <p:sp>
        <p:nvSpPr>
          <p:cNvPr id="6" name="Content Placeholder 5"/>
          <p:cNvSpPr>
            <a:spLocks noGrp="1"/>
          </p:cNvSpPr>
          <p:nvPr>
            <p:ph sz="quarter" idx="11"/>
          </p:nvPr>
        </p:nvSpPr>
        <p:spPr>
          <a:xfrm>
            <a:off x="540000" y="1341438"/>
            <a:ext cx="4248596" cy="23749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10" name="Content Placeholder 5"/>
          <p:cNvSpPr>
            <a:spLocks noGrp="1"/>
          </p:cNvSpPr>
          <p:nvPr>
            <p:ph sz="quarter" idx="12"/>
          </p:nvPr>
        </p:nvSpPr>
        <p:spPr>
          <a:xfrm>
            <a:off x="5112000" y="1340768"/>
            <a:ext cx="4248596" cy="23749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11" name="Content Placeholder 5"/>
          <p:cNvSpPr>
            <a:spLocks noGrp="1"/>
          </p:cNvSpPr>
          <p:nvPr>
            <p:ph sz="quarter" idx="13"/>
          </p:nvPr>
        </p:nvSpPr>
        <p:spPr>
          <a:xfrm>
            <a:off x="540000" y="3864518"/>
            <a:ext cx="4248596" cy="23749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12" name="Content Placeholder 5"/>
          <p:cNvSpPr>
            <a:spLocks noGrp="1"/>
          </p:cNvSpPr>
          <p:nvPr>
            <p:ph sz="quarter" idx="14"/>
          </p:nvPr>
        </p:nvSpPr>
        <p:spPr>
          <a:xfrm>
            <a:off x="5112000" y="3863154"/>
            <a:ext cx="4248596" cy="23749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8841432" y="6392361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E8856DA-B77A-4A94-8E84-45BF77D9376B}" type="slidenum">
              <a:rPr lang="en-AU" sz="1200" noProof="0" smtClean="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AU" sz="1200" noProof="0" dirty="0">
              <a:solidFill>
                <a:schemeClr val="accent3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F4F37BC3-86E4-4EE9-9184-D080958869A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504000"/>
            <a:ext cx="8820000" cy="504056"/>
          </a:xfrm>
        </p:spPr>
        <p:txBody>
          <a:bodyPr anchor="ctr" anchorCtr="0"/>
          <a:lstStyle>
            <a:lvl1pPr marL="0" marR="0" indent="0" algn="l" defTabSz="914349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/>
            </a:lvl1pPr>
          </a:lstStyle>
          <a:p>
            <a:pPr lvl="0"/>
            <a:r>
              <a:rPr lang="en-AU" noProof="0" dirty="0"/>
              <a:t>Governing thought</a:t>
            </a:r>
          </a:p>
        </p:txBody>
      </p:sp>
    </p:spTree>
    <p:extLst>
      <p:ext uri="{BB962C8B-B14F-4D97-AF65-F5344CB8AC3E}">
        <p14:creationId xmlns:p14="http://schemas.microsoft.com/office/powerpoint/2010/main" val="3728607071"/>
      </p:ext>
    </p:extLst>
  </p:cSld>
  <p:clrMapOvr>
    <a:masterClrMapping/>
  </p:clrMapOvr>
</p:sldLayout>
</file>

<file path=ppt/slideLayouts/slideLayout2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harts/insights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5339" cy="109703"/>
          </a:xfrm>
          <a:prstGeom prst="rect">
            <a:avLst/>
          </a:prstGeom>
        </p:spPr>
      </p:pic>
      <p:sp>
        <p:nvSpPr>
          <p:cNvPr id="6" name="Content Placeholder 5"/>
          <p:cNvSpPr>
            <a:spLocks noGrp="1"/>
          </p:cNvSpPr>
          <p:nvPr>
            <p:ph sz="quarter" idx="11"/>
          </p:nvPr>
        </p:nvSpPr>
        <p:spPr>
          <a:xfrm>
            <a:off x="540000" y="1341438"/>
            <a:ext cx="4248596" cy="23749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10" name="Content Placeholder 5"/>
          <p:cNvSpPr>
            <a:spLocks noGrp="1"/>
          </p:cNvSpPr>
          <p:nvPr>
            <p:ph sz="quarter" idx="12"/>
          </p:nvPr>
        </p:nvSpPr>
        <p:spPr>
          <a:xfrm>
            <a:off x="5112000" y="1340768"/>
            <a:ext cx="4248596" cy="2374900"/>
          </a:xfrm>
          <a:solidFill>
            <a:schemeClr val="bg2"/>
          </a:solidFill>
        </p:spPr>
        <p:txBody>
          <a:bodyPr lIns="144000" tIns="108000" rIns="144000" bIns="108000"/>
          <a:lstStyle>
            <a:lvl1pP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11" name="Content Placeholder 5"/>
          <p:cNvSpPr>
            <a:spLocks noGrp="1"/>
          </p:cNvSpPr>
          <p:nvPr>
            <p:ph sz="quarter" idx="13"/>
          </p:nvPr>
        </p:nvSpPr>
        <p:spPr>
          <a:xfrm>
            <a:off x="540000" y="3865882"/>
            <a:ext cx="4248596" cy="23749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12" name="Content Placeholder 5"/>
          <p:cNvSpPr>
            <a:spLocks noGrp="1"/>
          </p:cNvSpPr>
          <p:nvPr>
            <p:ph sz="quarter" idx="14"/>
          </p:nvPr>
        </p:nvSpPr>
        <p:spPr>
          <a:xfrm>
            <a:off x="5112000" y="3864518"/>
            <a:ext cx="4248596" cy="2374900"/>
          </a:xfrm>
          <a:solidFill>
            <a:schemeClr val="bg2"/>
          </a:solidFill>
        </p:spPr>
        <p:txBody>
          <a:bodyPr lIns="144000" tIns="108000" rIns="144000" bIns="108000"/>
          <a:lstStyle>
            <a:lvl1pP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8841432" y="6392361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E8856DA-B77A-4A94-8E84-45BF77D9376B}" type="slidenum">
              <a:rPr lang="en-AU" sz="1200" noProof="0" smtClean="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AU" sz="1200" noProof="0" dirty="0">
              <a:solidFill>
                <a:schemeClr val="accent3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EF3A15C6-EFE5-4BAA-AFE8-A70A7FBBBD8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504000"/>
            <a:ext cx="8820000" cy="504056"/>
          </a:xfrm>
        </p:spPr>
        <p:txBody>
          <a:bodyPr anchor="ctr" anchorCtr="0"/>
          <a:lstStyle>
            <a:lvl1pPr marL="0" marR="0" indent="0" algn="l" defTabSz="914349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/>
            </a:lvl1pPr>
          </a:lstStyle>
          <a:p>
            <a:pPr lvl="0"/>
            <a:r>
              <a:rPr lang="en-AU" noProof="0" dirty="0"/>
              <a:t>Governing thought</a:t>
            </a:r>
          </a:p>
        </p:txBody>
      </p:sp>
    </p:spTree>
    <p:extLst>
      <p:ext uri="{BB962C8B-B14F-4D97-AF65-F5344CB8AC3E}">
        <p14:creationId xmlns:p14="http://schemas.microsoft.com/office/powerpoint/2010/main" val="1981900499"/>
      </p:ext>
    </p:extLst>
  </p:cSld>
  <p:clrMapOvr>
    <a:masterClrMapping/>
  </p:clrMapOvr>
</p:sldLayout>
</file>

<file path=ppt/slideLayouts/slideLayout2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harts/insights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5339" cy="109703"/>
          </a:xfrm>
          <a:prstGeom prst="rect">
            <a:avLst/>
          </a:prstGeom>
        </p:spPr>
      </p:pic>
      <p:sp>
        <p:nvSpPr>
          <p:cNvPr id="6" name="Content Placeholder 5"/>
          <p:cNvSpPr>
            <a:spLocks noGrp="1"/>
          </p:cNvSpPr>
          <p:nvPr>
            <p:ph sz="quarter" idx="11"/>
          </p:nvPr>
        </p:nvSpPr>
        <p:spPr>
          <a:xfrm>
            <a:off x="540000" y="1341438"/>
            <a:ext cx="4248596" cy="23749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10" name="Content Placeholder 5"/>
          <p:cNvSpPr>
            <a:spLocks noGrp="1"/>
          </p:cNvSpPr>
          <p:nvPr>
            <p:ph sz="quarter" idx="12"/>
          </p:nvPr>
        </p:nvSpPr>
        <p:spPr>
          <a:xfrm>
            <a:off x="5112000" y="1340768"/>
            <a:ext cx="4248596" cy="2374900"/>
          </a:xfrm>
          <a:solidFill>
            <a:schemeClr val="accent5"/>
          </a:solidFill>
        </p:spPr>
        <p:txBody>
          <a:bodyPr lIns="144000" tIns="108000" rIns="144000" bIns="108000"/>
          <a:lstStyle>
            <a:lvl1pPr>
              <a:defRPr>
                <a:solidFill>
                  <a:schemeClr val="bg2"/>
                </a:solidFill>
              </a:defRPr>
            </a:lvl1pPr>
            <a:lvl2pPr>
              <a:buClr>
                <a:schemeClr val="bg2"/>
              </a:buClr>
              <a:defRPr>
                <a:solidFill>
                  <a:schemeClr val="bg2"/>
                </a:solidFill>
              </a:defRPr>
            </a:lvl2pPr>
            <a:lvl3pPr>
              <a:buClr>
                <a:schemeClr val="bg2"/>
              </a:buClr>
              <a:defRPr>
                <a:solidFill>
                  <a:schemeClr val="bg2"/>
                </a:solidFill>
              </a:defRPr>
            </a:lvl3pPr>
            <a:lvl4pPr>
              <a:buClr>
                <a:schemeClr val="bg2"/>
              </a:buClr>
              <a:defRPr>
                <a:solidFill>
                  <a:schemeClr val="bg2"/>
                </a:solidFill>
              </a:defRPr>
            </a:lvl4pPr>
            <a:lvl5pPr>
              <a:buClr>
                <a:schemeClr val="bg2"/>
              </a:buCl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11" name="Content Placeholder 5"/>
          <p:cNvSpPr>
            <a:spLocks noGrp="1"/>
          </p:cNvSpPr>
          <p:nvPr>
            <p:ph sz="quarter" idx="13"/>
          </p:nvPr>
        </p:nvSpPr>
        <p:spPr>
          <a:xfrm>
            <a:off x="540000" y="3867246"/>
            <a:ext cx="4248596" cy="23749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12" name="Content Placeholder 5"/>
          <p:cNvSpPr>
            <a:spLocks noGrp="1"/>
          </p:cNvSpPr>
          <p:nvPr>
            <p:ph sz="quarter" idx="14"/>
          </p:nvPr>
        </p:nvSpPr>
        <p:spPr>
          <a:xfrm>
            <a:off x="5112000" y="3865882"/>
            <a:ext cx="4248596" cy="2374900"/>
          </a:xfrm>
          <a:solidFill>
            <a:schemeClr val="accent5"/>
          </a:solidFill>
        </p:spPr>
        <p:txBody>
          <a:bodyPr lIns="144000" tIns="108000" rIns="144000" bIns="108000"/>
          <a:lstStyle>
            <a:lvl1pPr>
              <a:defRPr>
                <a:solidFill>
                  <a:schemeClr val="bg2"/>
                </a:solidFill>
              </a:defRPr>
            </a:lvl1pPr>
            <a:lvl2pPr>
              <a:buClr>
                <a:schemeClr val="bg2"/>
              </a:buClr>
              <a:defRPr>
                <a:solidFill>
                  <a:schemeClr val="bg2"/>
                </a:solidFill>
              </a:defRPr>
            </a:lvl2pPr>
            <a:lvl3pPr>
              <a:buClr>
                <a:schemeClr val="bg2"/>
              </a:buClr>
              <a:defRPr>
                <a:solidFill>
                  <a:schemeClr val="bg2"/>
                </a:solidFill>
              </a:defRPr>
            </a:lvl3pPr>
            <a:lvl4pPr>
              <a:buClr>
                <a:schemeClr val="bg2"/>
              </a:buClr>
              <a:defRPr>
                <a:solidFill>
                  <a:schemeClr val="bg2"/>
                </a:solidFill>
              </a:defRPr>
            </a:lvl4pPr>
            <a:lvl5pPr>
              <a:buClr>
                <a:schemeClr val="bg2"/>
              </a:buCl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8841432" y="6392361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E8856DA-B77A-4A94-8E84-45BF77D9376B}" type="slidenum">
              <a:rPr lang="en-AU" sz="1200" noProof="0" smtClean="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AU" sz="1200" noProof="0" dirty="0">
              <a:solidFill>
                <a:schemeClr val="accent3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7B0863C4-8A1F-4F37-B2BA-622825CC018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504000"/>
            <a:ext cx="8820000" cy="504056"/>
          </a:xfrm>
        </p:spPr>
        <p:txBody>
          <a:bodyPr anchor="ctr" anchorCtr="0"/>
          <a:lstStyle>
            <a:lvl1pPr marL="0" marR="0" indent="0" algn="l" defTabSz="914349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/>
            </a:lvl1pPr>
          </a:lstStyle>
          <a:p>
            <a:pPr lvl="0"/>
            <a:r>
              <a:rPr lang="en-AU" noProof="0" dirty="0"/>
              <a:t>Governing thought</a:t>
            </a:r>
          </a:p>
        </p:txBody>
      </p:sp>
    </p:spTree>
    <p:extLst>
      <p:ext uri="{BB962C8B-B14F-4D97-AF65-F5344CB8AC3E}">
        <p14:creationId xmlns:p14="http://schemas.microsoft.com/office/powerpoint/2010/main" val="1677026498"/>
      </p:ext>
    </p:extLst>
  </p:cSld>
  <p:clrMapOvr>
    <a:masterClrMapping/>
  </p:clrMapOvr>
</p:sldLayout>
</file>

<file path=ppt/slideLayouts/slideLayout2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out Nous_A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2780" y="1122417"/>
            <a:ext cx="3960440" cy="1082447"/>
          </a:xfrm>
          <a:prstGeom prst="rect">
            <a:avLst/>
          </a:prstGeom>
        </p:spPr>
      </p:pic>
      <p:cxnSp>
        <p:nvCxnSpPr>
          <p:cNvPr id="20" name="Straight Connector 19"/>
          <p:cNvCxnSpPr/>
          <p:nvPr userDrawn="1"/>
        </p:nvCxnSpPr>
        <p:spPr>
          <a:xfrm>
            <a:off x="1867694" y="3165288"/>
            <a:ext cx="6170612" cy="0"/>
          </a:xfrm>
          <a:prstGeom prst="line">
            <a:avLst/>
          </a:prstGeom>
          <a:ln w="19050" cap="rnd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 userDrawn="1"/>
        </p:nvSpPr>
        <p:spPr>
          <a:xfrm>
            <a:off x="4157430" y="2961572"/>
            <a:ext cx="159114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AU" sz="1800" noProof="0">
                <a:solidFill>
                  <a:schemeClr val="bg2"/>
                </a:solidFill>
                <a:latin typeface="Segoe UI Semibold" panose="020B0702040204020203" pitchFamily="34" charset="0"/>
              </a:rPr>
              <a:t>About Nous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F4E3E05-533A-4DB8-A232-F1B752B5781D}"/>
              </a:ext>
            </a:extLst>
          </p:cNvPr>
          <p:cNvSpPr/>
          <p:nvPr userDrawn="1"/>
        </p:nvSpPr>
        <p:spPr>
          <a:xfrm>
            <a:off x="1424608" y="3430741"/>
            <a:ext cx="705678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1400" noProof="0" dirty="0">
                <a:latin typeface="Segoe UI Semilight" panose="020B0402040204020203" pitchFamily="34" charset="0"/>
                <a:cs typeface="Segoe UI Semilight" panose="020B0402040204020203" pitchFamily="34" charset="0"/>
              </a:rPr>
              <a:t>Nous Group is an international management consultancy</a:t>
            </a:r>
            <a:br>
              <a:rPr lang="en-AU" sz="1400" noProof="0" dirty="0">
                <a:latin typeface="Segoe UI Semilight" panose="020B0402040204020203" pitchFamily="34" charset="0"/>
                <a:cs typeface="Segoe UI Semilight" panose="020B0402040204020203" pitchFamily="34" charset="0"/>
              </a:rPr>
            </a:br>
            <a:r>
              <a:rPr lang="en-AU" sz="1400" noProof="0" dirty="0">
                <a:latin typeface="Segoe UI Semilight" panose="020B0402040204020203" pitchFamily="34" charset="0"/>
                <a:cs typeface="Segoe UI Semilight" panose="020B0402040204020203" pitchFamily="34" charset="0"/>
              </a:rPr>
              <a:t>operating in 10 locations across Australia, the UK and Canada. 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B556F29-C459-402C-BF29-DE5994079688}"/>
              </a:ext>
            </a:extLst>
          </p:cNvPr>
          <p:cNvSpPr/>
          <p:nvPr userDrawn="1"/>
        </p:nvSpPr>
        <p:spPr>
          <a:xfrm>
            <a:off x="0" y="4602630"/>
            <a:ext cx="9906001" cy="1644281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B827C473-B3A8-4969-8131-63F1ED327477}"/>
              </a:ext>
            </a:extLst>
          </p:cNvPr>
          <p:cNvGrpSpPr/>
          <p:nvPr userDrawn="1"/>
        </p:nvGrpSpPr>
        <p:grpSpPr>
          <a:xfrm>
            <a:off x="4019143" y="4956969"/>
            <a:ext cx="1867713" cy="982931"/>
            <a:chOff x="3561693" y="4956969"/>
            <a:chExt cx="1867713" cy="982931"/>
          </a:xfrm>
        </p:grpSpPr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7A3C4CA6-4F87-4A68-A156-3E7778AF41D0}"/>
                </a:ext>
              </a:extLst>
            </p:cNvPr>
            <p:cNvSpPr/>
            <p:nvPr userDrawn="1"/>
          </p:nvSpPr>
          <p:spPr>
            <a:xfrm>
              <a:off x="3561693" y="5662901"/>
              <a:ext cx="1867713" cy="27699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ctr"/>
              <a:r>
                <a:rPr lang="en-AU" sz="1200" b="0" dirty="0">
                  <a:solidFill>
                    <a:schemeClr val="bg1"/>
                  </a:solidFill>
                  <a:latin typeface="Segoe UI Semibold" panose="020B0702040204020203" pitchFamily="34" charset="0"/>
                  <a:ea typeface="Segoe UI" panose="020B0502040204020203" pitchFamily="34" charset="0"/>
                  <a:cs typeface="Segoe UI Semibold" panose="020B0702040204020203" pitchFamily="34" charset="0"/>
                </a:rPr>
                <a:t>PEOPLE</a:t>
              </a:r>
            </a:p>
          </p:txBody>
        </p:sp>
        <p:sp>
          <p:nvSpPr>
            <p:cNvPr id="30" name="Freeform 70">
              <a:extLst>
                <a:ext uri="{FF2B5EF4-FFF2-40B4-BE49-F238E27FC236}">
                  <a16:creationId xmlns:a16="http://schemas.microsoft.com/office/drawing/2014/main" id="{AA267DE0-38A6-495D-A577-FACA783090D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169140" y="4956969"/>
              <a:ext cx="652819" cy="655335"/>
            </a:xfrm>
            <a:custGeom>
              <a:avLst/>
              <a:gdLst>
                <a:gd name="T0" fmla="*/ 110 w 220"/>
                <a:gd name="T1" fmla="*/ 220 h 220"/>
                <a:gd name="T2" fmla="*/ 0 w 220"/>
                <a:gd name="T3" fmla="*/ 110 h 220"/>
                <a:gd name="T4" fmla="*/ 110 w 220"/>
                <a:gd name="T5" fmla="*/ 0 h 220"/>
                <a:gd name="T6" fmla="*/ 220 w 220"/>
                <a:gd name="T7" fmla="*/ 110 h 220"/>
                <a:gd name="T8" fmla="*/ 110 w 220"/>
                <a:gd name="T9" fmla="*/ 220 h 220"/>
                <a:gd name="T10" fmla="*/ 110 w 220"/>
                <a:gd name="T11" fmla="*/ 8 h 220"/>
                <a:gd name="T12" fmla="*/ 8 w 220"/>
                <a:gd name="T13" fmla="*/ 110 h 220"/>
                <a:gd name="T14" fmla="*/ 110 w 220"/>
                <a:gd name="T15" fmla="*/ 212 h 220"/>
                <a:gd name="T16" fmla="*/ 212 w 220"/>
                <a:gd name="T17" fmla="*/ 110 h 220"/>
                <a:gd name="T18" fmla="*/ 110 w 220"/>
                <a:gd name="T19" fmla="*/ 8 h 2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0" h="220">
                  <a:moveTo>
                    <a:pt x="110" y="220"/>
                  </a:moveTo>
                  <a:cubicBezTo>
                    <a:pt x="49" y="220"/>
                    <a:pt x="0" y="171"/>
                    <a:pt x="0" y="110"/>
                  </a:cubicBezTo>
                  <a:cubicBezTo>
                    <a:pt x="0" y="49"/>
                    <a:pt x="49" y="0"/>
                    <a:pt x="110" y="0"/>
                  </a:cubicBezTo>
                  <a:cubicBezTo>
                    <a:pt x="171" y="0"/>
                    <a:pt x="220" y="49"/>
                    <a:pt x="220" y="110"/>
                  </a:cubicBezTo>
                  <a:cubicBezTo>
                    <a:pt x="220" y="171"/>
                    <a:pt x="171" y="220"/>
                    <a:pt x="110" y="220"/>
                  </a:cubicBezTo>
                  <a:close/>
                  <a:moveTo>
                    <a:pt x="110" y="8"/>
                  </a:moveTo>
                  <a:cubicBezTo>
                    <a:pt x="54" y="8"/>
                    <a:pt x="8" y="54"/>
                    <a:pt x="8" y="110"/>
                  </a:cubicBezTo>
                  <a:cubicBezTo>
                    <a:pt x="8" y="166"/>
                    <a:pt x="54" y="212"/>
                    <a:pt x="110" y="212"/>
                  </a:cubicBezTo>
                  <a:cubicBezTo>
                    <a:pt x="166" y="212"/>
                    <a:pt x="212" y="166"/>
                    <a:pt x="212" y="110"/>
                  </a:cubicBezTo>
                  <a:cubicBezTo>
                    <a:pt x="212" y="54"/>
                    <a:pt x="166" y="8"/>
                    <a:pt x="110" y="8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97000">
                  <a:schemeClr val="accent4"/>
                </a:gs>
                <a:gs pos="65000">
                  <a:schemeClr val="accent3"/>
                </a:gs>
                <a:gs pos="31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vert="horz" wrap="square" lIns="91440" tIns="36000" rIns="91440" bIns="36000" numCol="1" anchor="ctr" anchorCtr="0" compatLnSpc="1">
              <a:prstTxWarp prst="textNoShape">
                <a:avLst/>
              </a:prstTxWarp>
            </a:bodyPr>
            <a:lstStyle/>
            <a:p>
              <a:pPr algn="ctr"/>
              <a:r>
                <a:rPr kumimoji="0" lang="en-AU" sz="16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ea typeface="+mn-ea"/>
                  <a:cs typeface="Segoe UI" panose="020B0502040204020203" pitchFamily="34" charset="0"/>
                </a:rPr>
                <a:t>400</a:t>
              </a:r>
              <a:endParaRPr lang="en-AU" sz="1600" b="1" dirty="0">
                <a:solidFill>
                  <a:schemeClr val="bg1"/>
                </a:solidFill>
                <a:latin typeface="+mn-lt"/>
                <a:cs typeface="Segoe UI" panose="020B0502040204020203" pitchFamily="34" charset="0"/>
              </a:endParaRP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6BBA74CD-4713-4A19-9039-B3946929FC05}"/>
              </a:ext>
            </a:extLst>
          </p:cNvPr>
          <p:cNvGrpSpPr/>
          <p:nvPr userDrawn="1"/>
        </p:nvGrpSpPr>
        <p:grpSpPr>
          <a:xfrm>
            <a:off x="5824775" y="4941168"/>
            <a:ext cx="1674758" cy="998732"/>
            <a:chOff x="5244088" y="4941168"/>
            <a:chExt cx="1674758" cy="998732"/>
          </a:xfrm>
        </p:grpSpPr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24F598CB-FF51-463E-8900-9B10809D7BC8}"/>
                </a:ext>
              </a:extLst>
            </p:cNvPr>
            <p:cNvSpPr/>
            <p:nvPr userDrawn="1"/>
          </p:nvSpPr>
          <p:spPr>
            <a:xfrm>
              <a:off x="5244088" y="5662901"/>
              <a:ext cx="1674758" cy="27699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ctr"/>
              <a:r>
                <a:rPr lang="en-AU" sz="1200" b="0" dirty="0">
                  <a:solidFill>
                    <a:schemeClr val="bg1"/>
                  </a:solidFill>
                  <a:latin typeface="Segoe UI Semibold" panose="020B0702040204020203" pitchFamily="34" charset="0"/>
                  <a:ea typeface="Segoe UI" panose="020B0502040204020203" pitchFamily="34" charset="0"/>
                  <a:cs typeface="Segoe UI Semibold" panose="020B0702040204020203" pitchFamily="34" charset="0"/>
                </a:rPr>
                <a:t>LOCATIONS</a:t>
              </a:r>
            </a:p>
          </p:txBody>
        </p:sp>
        <p:sp>
          <p:nvSpPr>
            <p:cNvPr id="33" name="Freeform 70">
              <a:extLst>
                <a:ext uri="{FF2B5EF4-FFF2-40B4-BE49-F238E27FC236}">
                  <a16:creationId xmlns:a16="http://schemas.microsoft.com/office/drawing/2014/main" id="{F4C59075-8105-49BC-9908-69BEA122B4D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755058" y="4941168"/>
              <a:ext cx="652819" cy="655335"/>
            </a:xfrm>
            <a:custGeom>
              <a:avLst/>
              <a:gdLst>
                <a:gd name="T0" fmla="*/ 110 w 220"/>
                <a:gd name="T1" fmla="*/ 220 h 220"/>
                <a:gd name="T2" fmla="*/ 0 w 220"/>
                <a:gd name="T3" fmla="*/ 110 h 220"/>
                <a:gd name="T4" fmla="*/ 110 w 220"/>
                <a:gd name="T5" fmla="*/ 0 h 220"/>
                <a:gd name="T6" fmla="*/ 220 w 220"/>
                <a:gd name="T7" fmla="*/ 110 h 220"/>
                <a:gd name="T8" fmla="*/ 110 w 220"/>
                <a:gd name="T9" fmla="*/ 220 h 220"/>
                <a:gd name="T10" fmla="*/ 110 w 220"/>
                <a:gd name="T11" fmla="*/ 8 h 220"/>
                <a:gd name="T12" fmla="*/ 8 w 220"/>
                <a:gd name="T13" fmla="*/ 110 h 220"/>
                <a:gd name="T14" fmla="*/ 110 w 220"/>
                <a:gd name="T15" fmla="*/ 212 h 220"/>
                <a:gd name="T16" fmla="*/ 212 w 220"/>
                <a:gd name="T17" fmla="*/ 110 h 220"/>
                <a:gd name="T18" fmla="*/ 110 w 220"/>
                <a:gd name="T19" fmla="*/ 8 h 2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0" h="220">
                  <a:moveTo>
                    <a:pt x="110" y="220"/>
                  </a:moveTo>
                  <a:cubicBezTo>
                    <a:pt x="49" y="220"/>
                    <a:pt x="0" y="171"/>
                    <a:pt x="0" y="110"/>
                  </a:cubicBezTo>
                  <a:cubicBezTo>
                    <a:pt x="0" y="49"/>
                    <a:pt x="49" y="0"/>
                    <a:pt x="110" y="0"/>
                  </a:cubicBezTo>
                  <a:cubicBezTo>
                    <a:pt x="171" y="0"/>
                    <a:pt x="220" y="49"/>
                    <a:pt x="220" y="110"/>
                  </a:cubicBezTo>
                  <a:cubicBezTo>
                    <a:pt x="220" y="171"/>
                    <a:pt x="171" y="220"/>
                    <a:pt x="110" y="220"/>
                  </a:cubicBezTo>
                  <a:close/>
                  <a:moveTo>
                    <a:pt x="110" y="8"/>
                  </a:moveTo>
                  <a:cubicBezTo>
                    <a:pt x="54" y="8"/>
                    <a:pt x="8" y="54"/>
                    <a:pt x="8" y="110"/>
                  </a:cubicBezTo>
                  <a:cubicBezTo>
                    <a:pt x="8" y="166"/>
                    <a:pt x="54" y="212"/>
                    <a:pt x="110" y="212"/>
                  </a:cubicBezTo>
                  <a:cubicBezTo>
                    <a:pt x="166" y="212"/>
                    <a:pt x="212" y="166"/>
                    <a:pt x="212" y="110"/>
                  </a:cubicBezTo>
                  <a:cubicBezTo>
                    <a:pt x="212" y="54"/>
                    <a:pt x="166" y="8"/>
                    <a:pt x="110" y="8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97000">
                  <a:schemeClr val="accent4"/>
                </a:gs>
                <a:gs pos="65000">
                  <a:schemeClr val="accent3"/>
                </a:gs>
                <a:gs pos="31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vert="horz" wrap="square" lIns="91440" tIns="36000" rIns="91440" bIns="36000" numCol="1" anchor="ctr" anchorCtr="0" compatLnSpc="1">
              <a:prstTxWarp prst="textNoShape">
                <a:avLst/>
              </a:prstTxWarp>
            </a:bodyPr>
            <a:lstStyle/>
            <a:p>
              <a:pPr algn="ctr"/>
              <a:r>
                <a:rPr kumimoji="0" lang="en-AU" sz="16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ea typeface="+mn-ea"/>
                  <a:cs typeface="Segoe UI Semibold" panose="020B0702040204020203" pitchFamily="34" charset="0"/>
                </a:rPr>
                <a:t>10</a:t>
              </a:r>
              <a:endParaRPr lang="en-AU" sz="1600" b="1" dirty="0">
                <a:solidFill>
                  <a:schemeClr val="bg1"/>
                </a:solidFill>
                <a:latin typeface="+mn-lt"/>
                <a:cs typeface="Segoe UI Semibold" panose="020B0702040204020203" pitchFamily="34" charset="0"/>
              </a:endParaRP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0B7D11D3-C7C7-441D-ADBA-C269F6D1D9F1}"/>
              </a:ext>
            </a:extLst>
          </p:cNvPr>
          <p:cNvGrpSpPr/>
          <p:nvPr userDrawn="1"/>
        </p:nvGrpSpPr>
        <p:grpSpPr>
          <a:xfrm>
            <a:off x="7437452" y="4944416"/>
            <a:ext cx="1674758" cy="995484"/>
            <a:chOff x="7437452" y="4944416"/>
            <a:chExt cx="1674758" cy="995484"/>
          </a:xfrm>
        </p:grpSpPr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FF05606D-CBD7-4D72-8B54-A40B9E2FD0B6}"/>
                </a:ext>
              </a:extLst>
            </p:cNvPr>
            <p:cNvSpPr/>
            <p:nvPr userDrawn="1"/>
          </p:nvSpPr>
          <p:spPr>
            <a:xfrm>
              <a:off x="7437452" y="5662901"/>
              <a:ext cx="1674758" cy="27699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ctr"/>
              <a:r>
                <a:rPr lang="en-AU" sz="1200" b="0" dirty="0">
                  <a:solidFill>
                    <a:schemeClr val="bg1"/>
                  </a:solidFill>
                  <a:latin typeface="Segoe UI Semibold" panose="020B0702040204020203" pitchFamily="34" charset="0"/>
                  <a:ea typeface="Segoe UI" panose="020B0502040204020203" pitchFamily="34" charset="0"/>
                  <a:cs typeface="Segoe UI Semibold" panose="020B0702040204020203" pitchFamily="34" charset="0"/>
                </a:rPr>
                <a:t>COUNTRIES</a:t>
              </a:r>
            </a:p>
          </p:txBody>
        </p:sp>
        <p:sp>
          <p:nvSpPr>
            <p:cNvPr id="36" name="Freeform 70">
              <a:extLst>
                <a:ext uri="{FF2B5EF4-FFF2-40B4-BE49-F238E27FC236}">
                  <a16:creationId xmlns:a16="http://schemas.microsoft.com/office/drawing/2014/main" id="{22CE4B17-04F1-4666-A183-5235B2676B0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948422" y="4944416"/>
              <a:ext cx="652819" cy="655335"/>
            </a:xfrm>
            <a:custGeom>
              <a:avLst/>
              <a:gdLst>
                <a:gd name="T0" fmla="*/ 110 w 220"/>
                <a:gd name="T1" fmla="*/ 220 h 220"/>
                <a:gd name="T2" fmla="*/ 0 w 220"/>
                <a:gd name="T3" fmla="*/ 110 h 220"/>
                <a:gd name="T4" fmla="*/ 110 w 220"/>
                <a:gd name="T5" fmla="*/ 0 h 220"/>
                <a:gd name="T6" fmla="*/ 220 w 220"/>
                <a:gd name="T7" fmla="*/ 110 h 220"/>
                <a:gd name="T8" fmla="*/ 110 w 220"/>
                <a:gd name="T9" fmla="*/ 220 h 220"/>
                <a:gd name="T10" fmla="*/ 110 w 220"/>
                <a:gd name="T11" fmla="*/ 8 h 220"/>
                <a:gd name="T12" fmla="*/ 8 w 220"/>
                <a:gd name="T13" fmla="*/ 110 h 220"/>
                <a:gd name="T14" fmla="*/ 110 w 220"/>
                <a:gd name="T15" fmla="*/ 212 h 220"/>
                <a:gd name="T16" fmla="*/ 212 w 220"/>
                <a:gd name="T17" fmla="*/ 110 h 220"/>
                <a:gd name="T18" fmla="*/ 110 w 220"/>
                <a:gd name="T19" fmla="*/ 8 h 2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0" h="220">
                  <a:moveTo>
                    <a:pt x="110" y="220"/>
                  </a:moveTo>
                  <a:cubicBezTo>
                    <a:pt x="49" y="220"/>
                    <a:pt x="0" y="171"/>
                    <a:pt x="0" y="110"/>
                  </a:cubicBezTo>
                  <a:cubicBezTo>
                    <a:pt x="0" y="49"/>
                    <a:pt x="49" y="0"/>
                    <a:pt x="110" y="0"/>
                  </a:cubicBezTo>
                  <a:cubicBezTo>
                    <a:pt x="171" y="0"/>
                    <a:pt x="220" y="49"/>
                    <a:pt x="220" y="110"/>
                  </a:cubicBezTo>
                  <a:cubicBezTo>
                    <a:pt x="220" y="171"/>
                    <a:pt x="171" y="220"/>
                    <a:pt x="110" y="220"/>
                  </a:cubicBezTo>
                  <a:close/>
                  <a:moveTo>
                    <a:pt x="110" y="8"/>
                  </a:moveTo>
                  <a:cubicBezTo>
                    <a:pt x="54" y="8"/>
                    <a:pt x="8" y="54"/>
                    <a:pt x="8" y="110"/>
                  </a:cubicBezTo>
                  <a:cubicBezTo>
                    <a:pt x="8" y="166"/>
                    <a:pt x="54" y="212"/>
                    <a:pt x="110" y="212"/>
                  </a:cubicBezTo>
                  <a:cubicBezTo>
                    <a:pt x="166" y="212"/>
                    <a:pt x="212" y="166"/>
                    <a:pt x="212" y="110"/>
                  </a:cubicBezTo>
                  <a:cubicBezTo>
                    <a:pt x="212" y="54"/>
                    <a:pt x="166" y="8"/>
                    <a:pt x="110" y="8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97000">
                  <a:schemeClr val="accent4"/>
                </a:gs>
                <a:gs pos="65000">
                  <a:schemeClr val="accent3"/>
                </a:gs>
                <a:gs pos="31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vert="horz" wrap="square" lIns="91440" tIns="36000" rIns="91440" bIns="36000" numCol="1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34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AU" sz="16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ea typeface="+mn-ea"/>
                  <a:cs typeface="Segoe UI Semibold" panose="020B0702040204020203" pitchFamily="34" charset="0"/>
                </a:rPr>
                <a:t>3</a:t>
              </a:r>
            </a:p>
          </p:txBody>
        </p:sp>
      </p:grpSp>
      <p:sp>
        <p:nvSpPr>
          <p:cNvPr id="37" name="Rectangle 36">
            <a:extLst>
              <a:ext uri="{FF2B5EF4-FFF2-40B4-BE49-F238E27FC236}">
                <a16:creationId xmlns:a16="http://schemas.microsoft.com/office/drawing/2014/main" id="{2A01D100-AE28-4097-9013-854206D88AFE}"/>
              </a:ext>
            </a:extLst>
          </p:cNvPr>
          <p:cNvSpPr/>
          <p:nvPr userDrawn="1"/>
        </p:nvSpPr>
        <p:spPr>
          <a:xfrm>
            <a:off x="828000" y="4999763"/>
            <a:ext cx="3066254" cy="830997"/>
          </a:xfrm>
          <a:prstGeom prst="rect">
            <a:avLst/>
          </a:prstGeom>
        </p:spPr>
        <p:txBody>
          <a:bodyPr wrap="square" lIns="0" anchor="ctr" anchorCtr="0">
            <a:spAutoFit/>
          </a:bodyPr>
          <a:lstStyle/>
          <a:p>
            <a:r>
              <a:rPr lang="en-AU" sz="1200" dirty="0">
                <a:solidFill>
                  <a:schemeClr val="bg1"/>
                </a:solidFill>
                <a:latin typeface="Segoe UI Semibold" panose="020B0702040204020203" pitchFamily="34" charset="0"/>
                <a:cs typeface="Segoe UI Semilight" panose="020B0402040204020203" pitchFamily="34" charset="0"/>
              </a:rPr>
              <a:t>For over 20 years we have been partnering with leaders to shape world-class businesses, effective governments and empowered communities. </a:t>
            </a:r>
          </a:p>
        </p:txBody>
      </p:sp>
    </p:spTree>
    <p:extLst>
      <p:ext uri="{BB962C8B-B14F-4D97-AF65-F5344CB8AC3E}">
        <p14:creationId xmlns:p14="http://schemas.microsoft.com/office/powerpoint/2010/main" val="4696007"/>
      </p:ext>
    </p:extLst>
  </p:cSld>
  <p:clrMapOvr>
    <a:masterClrMapping/>
  </p:clrMapOvr>
</p:sldLayout>
</file>

<file path=ppt/slideLayouts/slideLayout2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out Nous_U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2780" y="1122417"/>
            <a:ext cx="3960440" cy="1082447"/>
          </a:xfrm>
          <a:prstGeom prst="rect">
            <a:avLst/>
          </a:prstGeom>
        </p:spPr>
      </p:pic>
      <p:cxnSp>
        <p:nvCxnSpPr>
          <p:cNvPr id="20" name="Straight Connector 19"/>
          <p:cNvCxnSpPr/>
          <p:nvPr userDrawn="1"/>
        </p:nvCxnSpPr>
        <p:spPr>
          <a:xfrm>
            <a:off x="1867694" y="3165288"/>
            <a:ext cx="6170612" cy="0"/>
          </a:xfrm>
          <a:prstGeom prst="line">
            <a:avLst/>
          </a:prstGeom>
          <a:ln w="19050" cap="rnd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 userDrawn="1"/>
        </p:nvSpPr>
        <p:spPr>
          <a:xfrm>
            <a:off x="4157430" y="2961572"/>
            <a:ext cx="159114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AU" sz="1800" noProof="0">
                <a:solidFill>
                  <a:schemeClr val="bg2"/>
                </a:solidFill>
                <a:latin typeface="Segoe UI Semibold" panose="020B0702040204020203" pitchFamily="34" charset="0"/>
              </a:rPr>
              <a:t>About Nous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0B0B5A6-FBE9-4643-B96A-507C4CC2971E}"/>
              </a:ext>
            </a:extLst>
          </p:cNvPr>
          <p:cNvSpPr/>
          <p:nvPr userDrawn="1"/>
        </p:nvSpPr>
        <p:spPr>
          <a:xfrm>
            <a:off x="0" y="4602630"/>
            <a:ext cx="9906001" cy="1644281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CD82EEA3-13A9-403E-8DAB-6B7DAE9A4F67}"/>
              </a:ext>
            </a:extLst>
          </p:cNvPr>
          <p:cNvGrpSpPr/>
          <p:nvPr userDrawn="1"/>
        </p:nvGrpSpPr>
        <p:grpSpPr>
          <a:xfrm>
            <a:off x="4019143" y="4956969"/>
            <a:ext cx="1867713" cy="982931"/>
            <a:chOff x="3561693" y="4956969"/>
            <a:chExt cx="1867713" cy="982931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BBDF0A1F-9B5F-48BB-A364-5FCEEE1FD492}"/>
                </a:ext>
              </a:extLst>
            </p:cNvPr>
            <p:cNvSpPr/>
            <p:nvPr userDrawn="1"/>
          </p:nvSpPr>
          <p:spPr>
            <a:xfrm>
              <a:off x="3561693" y="5662901"/>
              <a:ext cx="1867713" cy="27699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ctr"/>
              <a:r>
                <a:rPr lang="en-AU" sz="1200" b="0" dirty="0">
                  <a:solidFill>
                    <a:schemeClr val="bg1"/>
                  </a:solidFill>
                  <a:latin typeface="Segoe UI Semibold" panose="020B0702040204020203" pitchFamily="34" charset="0"/>
                  <a:ea typeface="Segoe UI" panose="020B0502040204020203" pitchFamily="34" charset="0"/>
                  <a:cs typeface="Segoe UI Semibold" panose="020B0702040204020203" pitchFamily="34" charset="0"/>
                </a:rPr>
                <a:t>PEOPLE</a:t>
              </a:r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7F95DF3B-1B5E-4D49-B900-9CB66C60FCE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169140" y="4956969"/>
              <a:ext cx="652819" cy="655335"/>
            </a:xfrm>
            <a:custGeom>
              <a:avLst/>
              <a:gdLst>
                <a:gd name="T0" fmla="*/ 110 w 220"/>
                <a:gd name="T1" fmla="*/ 220 h 220"/>
                <a:gd name="T2" fmla="*/ 0 w 220"/>
                <a:gd name="T3" fmla="*/ 110 h 220"/>
                <a:gd name="T4" fmla="*/ 110 w 220"/>
                <a:gd name="T5" fmla="*/ 0 h 220"/>
                <a:gd name="T6" fmla="*/ 220 w 220"/>
                <a:gd name="T7" fmla="*/ 110 h 220"/>
                <a:gd name="T8" fmla="*/ 110 w 220"/>
                <a:gd name="T9" fmla="*/ 220 h 220"/>
                <a:gd name="T10" fmla="*/ 110 w 220"/>
                <a:gd name="T11" fmla="*/ 8 h 220"/>
                <a:gd name="T12" fmla="*/ 8 w 220"/>
                <a:gd name="T13" fmla="*/ 110 h 220"/>
                <a:gd name="T14" fmla="*/ 110 w 220"/>
                <a:gd name="T15" fmla="*/ 212 h 220"/>
                <a:gd name="T16" fmla="*/ 212 w 220"/>
                <a:gd name="T17" fmla="*/ 110 h 220"/>
                <a:gd name="T18" fmla="*/ 110 w 220"/>
                <a:gd name="T19" fmla="*/ 8 h 2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0" h="220">
                  <a:moveTo>
                    <a:pt x="110" y="220"/>
                  </a:moveTo>
                  <a:cubicBezTo>
                    <a:pt x="49" y="220"/>
                    <a:pt x="0" y="171"/>
                    <a:pt x="0" y="110"/>
                  </a:cubicBezTo>
                  <a:cubicBezTo>
                    <a:pt x="0" y="49"/>
                    <a:pt x="49" y="0"/>
                    <a:pt x="110" y="0"/>
                  </a:cubicBezTo>
                  <a:cubicBezTo>
                    <a:pt x="171" y="0"/>
                    <a:pt x="220" y="49"/>
                    <a:pt x="220" y="110"/>
                  </a:cubicBezTo>
                  <a:cubicBezTo>
                    <a:pt x="220" y="171"/>
                    <a:pt x="171" y="220"/>
                    <a:pt x="110" y="220"/>
                  </a:cubicBezTo>
                  <a:close/>
                  <a:moveTo>
                    <a:pt x="110" y="8"/>
                  </a:moveTo>
                  <a:cubicBezTo>
                    <a:pt x="54" y="8"/>
                    <a:pt x="8" y="54"/>
                    <a:pt x="8" y="110"/>
                  </a:cubicBezTo>
                  <a:cubicBezTo>
                    <a:pt x="8" y="166"/>
                    <a:pt x="54" y="212"/>
                    <a:pt x="110" y="212"/>
                  </a:cubicBezTo>
                  <a:cubicBezTo>
                    <a:pt x="166" y="212"/>
                    <a:pt x="212" y="166"/>
                    <a:pt x="212" y="110"/>
                  </a:cubicBezTo>
                  <a:cubicBezTo>
                    <a:pt x="212" y="54"/>
                    <a:pt x="166" y="8"/>
                    <a:pt x="110" y="8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97000">
                  <a:schemeClr val="accent4"/>
                </a:gs>
                <a:gs pos="65000">
                  <a:schemeClr val="accent3"/>
                </a:gs>
                <a:gs pos="31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vert="horz" wrap="square" lIns="91440" tIns="36000" rIns="91440" bIns="36000" numCol="1" anchor="ctr" anchorCtr="0" compatLnSpc="1">
              <a:prstTxWarp prst="textNoShape">
                <a:avLst/>
              </a:prstTxWarp>
            </a:bodyPr>
            <a:lstStyle/>
            <a:p>
              <a:pPr algn="ctr"/>
              <a:r>
                <a:rPr kumimoji="0" lang="en-AU" sz="16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ea typeface="+mn-ea"/>
                  <a:cs typeface="Segoe UI" panose="020B0502040204020203" pitchFamily="34" charset="0"/>
                </a:rPr>
                <a:t>400</a:t>
              </a:r>
              <a:endParaRPr lang="en-AU" sz="1600" b="1" dirty="0">
                <a:solidFill>
                  <a:schemeClr val="bg1"/>
                </a:solidFill>
                <a:latin typeface="+mn-lt"/>
                <a:cs typeface="Segoe UI" panose="020B0502040204020203" pitchFamily="34" charset="0"/>
              </a:endParaRP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6CE86791-B0AA-4035-B9F8-2296A3390B4F}"/>
              </a:ext>
            </a:extLst>
          </p:cNvPr>
          <p:cNvGrpSpPr/>
          <p:nvPr userDrawn="1"/>
        </p:nvGrpSpPr>
        <p:grpSpPr>
          <a:xfrm>
            <a:off x="5824775" y="4941168"/>
            <a:ext cx="1674758" cy="998732"/>
            <a:chOff x="5244088" y="4941168"/>
            <a:chExt cx="1674758" cy="998732"/>
          </a:xfrm>
        </p:grpSpPr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C075AE6F-0DF5-49E5-B21A-038B7DB2D3EF}"/>
                </a:ext>
              </a:extLst>
            </p:cNvPr>
            <p:cNvSpPr/>
            <p:nvPr userDrawn="1"/>
          </p:nvSpPr>
          <p:spPr>
            <a:xfrm>
              <a:off x="5244088" y="5662901"/>
              <a:ext cx="1674758" cy="27699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ctr"/>
              <a:r>
                <a:rPr lang="en-AU" sz="1200" b="0" dirty="0">
                  <a:solidFill>
                    <a:schemeClr val="bg1"/>
                  </a:solidFill>
                  <a:latin typeface="Segoe UI Semibold" panose="020B0702040204020203" pitchFamily="34" charset="0"/>
                  <a:ea typeface="Segoe UI" panose="020B0502040204020203" pitchFamily="34" charset="0"/>
                  <a:cs typeface="Segoe UI Semibold" panose="020B0702040204020203" pitchFamily="34" charset="0"/>
                </a:rPr>
                <a:t>LOCATIONS</a:t>
              </a:r>
            </a:p>
          </p:txBody>
        </p:sp>
        <p:sp>
          <p:nvSpPr>
            <p:cNvPr id="30" name="Freeform 70">
              <a:extLst>
                <a:ext uri="{FF2B5EF4-FFF2-40B4-BE49-F238E27FC236}">
                  <a16:creationId xmlns:a16="http://schemas.microsoft.com/office/drawing/2014/main" id="{C0FD5F0C-472F-4CB7-84A3-9E44782A7F0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755058" y="4941168"/>
              <a:ext cx="652819" cy="655335"/>
            </a:xfrm>
            <a:custGeom>
              <a:avLst/>
              <a:gdLst>
                <a:gd name="T0" fmla="*/ 110 w 220"/>
                <a:gd name="T1" fmla="*/ 220 h 220"/>
                <a:gd name="T2" fmla="*/ 0 w 220"/>
                <a:gd name="T3" fmla="*/ 110 h 220"/>
                <a:gd name="T4" fmla="*/ 110 w 220"/>
                <a:gd name="T5" fmla="*/ 0 h 220"/>
                <a:gd name="T6" fmla="*/ 220 w 220"/>
                <a:gd name="T7" fmla="*/ 110 h 220"/>
                <a:gd name="T8" fmla="*/ 110 w 220"/>
                <a:gd name="T9" fmla="*/ 220 h 220"/>
                <a:gd name="T10" fmla="*/ 110 w 220"/>
                <a:gd name="T11" fmla="*/ 8 h 220"/>
                <a:gd name="T12" fmla="*/ 8 w 220"/>
                <a:gd name="T13" fmla="*/ 110 h 220"/>
                <a:gd name="T14" fmla="*/ 110 w 220"/>
                <a:gd name="T15" fmla="*/ 212 h 220"/>
                <a:gd name="T16" fmla="*/ 212 w 220"/>
                <a:gd name="T17" fmla="*/ 110 h 220"/>
                <a:gd name="T18" fmla="*/ 110 w 220"/>
                <a:gd name="T19" fmla="*/ 8 h 2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0" h="220">
                  <a:moveTo>
                    <a:pt x="110" y="220"/>
                  </a:moveTo>
                  <a:cubicBezTo>
                    <a:pt x="49" y="220"/>
                    <a:pt x="0" y="171"/>
                    <a:pt x="0" y="110"/>
                  </a:cubicBezTo>
                  <a:cubicBezTo>
                    <a:pt x="0" y="49"/>
                    <a:pt x="49" y="0"/>
                    <a:pt x="110" y="0"/>
                  </a:cubicBezTo>
                  <a:cubicBezTo>
                    <a:pt x="171" y="0"/>
                    <a:pt x="220" y="49"/>
                    <a:pt x="220" y="110"/>
                  </a:cubicBezTo>
                  <a:cubicBezTo>
                    <a:pt x="220" y="171"/>
                    <a:pt x="171" y="220"/>
                    <a:pt x="110" y="220"/>
                  </a:cubicBezTo>
                  <a:close/>
                  <a:moveTo>
                    <a:pt x="110" y="8"/>
                  </a:moveTo>
                  <a:cubicBezTo>
                    <a:pt x="54" y="8"/>
                    <a:pt x="8" y="54"/>
                    <a:pt x="8" y="110"/>
                  </a:cubicBezTo>
                  <a:cubicBezTo>
                    <a:pt x="8" y="166"/>
                    <a:pt x="54" y="212"/>
                    <a:pt x="110" y="212"/>
                  </a:cubicBezTo>
                  <a:cubicBezTo>
                    <a:pt x="166" y="212"/>
                    <a:pt x="212" y="166"/>
                    <a:pt x="212" y="110"/>
                  </a:cubicBezTo>
                  <a:cubicBezTo>
                    <a:pt x="212" y="54"/>
                    <a:pt x="166" y="8"/>
                    <a:pt x="110" y="8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97000">
                  <a:schemeClr val="accent4"/>
                </a:gs>
                <a:gs pos="65000">
                  <a:schemeClr val="accent3"/>
                </a:gs>
                <a:gs pos="31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vert="horz" wrap="square" lIns="91440" tIns="36000" rIns="91440" bIns="36000" numCol="1" anchor="ctr" anchorCtr="0" compatLnSpc="1">
              <a:prstTxWarp prst="textNoShape">
                <a:avLst/>
              </a:prstTxWarp>
            </a:bodyPr>
            <a:lstStyle/>
            <a:p>
              <a:pPr algn="ctr"/>
              <a:r>
                <a:rPr kumimoji="0" lang="en-AU" sz="16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ea typeface="+mn-ea"/>
                  <a:cs typeface="Segoe UI Semibold" panose="020B0702040204020203" pitchFamily="34" charset="0"/>
                </a:rPr>
                <a:t>10</a:t>
              </a:r>
              <a:endParaRPr lang="en-AU" sz="1600" b="1" dirty="0">
                <a:solidFill>
                  <a:schemeClr val="bg1"/>
                </a:solidFill>
                <a:latin typeface="+mn-lt"/>
                <a:cs typeface="Segoe UI Semibold" panose="020B0702040204020203" pitchFamily="34" charset="0"/>
              </a:endParaRP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081D7F1A-BC76-4288-9575-45E6B99B8430}"/>
              </a:ext>
            </a:extLst>
          </p:cNvPr>
          <p:cNvGrpSpPr/>
          <p:nvPr userDrawn="1"/>
        </p:nvGrpSpPr>
        <p:grpSpPr>
          <a:xfrm>
            <a:off x="7437452" y="4944416"/>
            <a:ext cx="1674758" cy="995484"/>
            <a:chOff x="7437452" y="4944416"/>
            <a:chExt cx="1674758" cy="995484"/>
          </a:xfrm>
        </p:grpSpPr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50E2CAF7-ADD0-427F-99CF-E25E51A11F13}"/>
                </a:ext>
              </a:extLst>
            </p:cNvPr>
            <p:cNvSpPr/>
            <p:nvPr userDrawn="1"/>
          </p:nvSpPr>
          <p:spPr>
            <a:xfrm>
              <a:off x="7437452" y="5662901"/>
              <a:ext cx="1674758" cy="27699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ctr"/>
              <a:r>
                <a:rPr lang="en-AU" sz="1200" b="0" dirty="0">
                  <a:solidFill>
                    <a:schemeClr val="bg1"/>
                  </a:solidFill>
                  <a:latin typeface="Segoe UI Semibold" panose="020B0702040204020203" pitchFamily="34" charset="0"/>
                  <a:ea typeface="Segoe UI" panose="020B0502040204020203" pitchFamily="34" charset="0"/>
                  <a:cs typeface="Segoe UI Semibold" panose="020B0702040204020203" pitchFamily="34" charset="0"/>
                </a:rPr>
                <a:t>COUNTRIES</a:t>
              </a:r>
            </a:p>
          </p:txBody>
        </p:sp>
        <p:sp>
          <p:nvSpPr>
            <p:cNvPr id="33" name="Freeform 70">
              <a:extLst>
                <a:ext uri="{FF2B5EF4-FFF2-40B4-BE49-F238E27FC236}">
                  <a16:creationId xmlns:a16="http://schemas.microsoft.com/office/drawing/2014/main" id="{5AC783B4-1499-406A-BF53-556F859A301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948422" y="4944416"/>
              <a:ext cx="652819" cy="655335"/>
            </a:xfrm>
            <a:custGeom>
              <a:avLst/>
              <a:gdLst>
                <a:gd name="T0" fmla="*/ 110 w 220"/>
                <a:gd name="T1" fmla="*/ 220 h 220"/>
                <a:gd name="T2" fmla="*/ 0 w 220"/>
                <a:gd name="T3" fmla="*/ 110 h 220"/>
                <a:gd name="T4" fmla="*/ 110 w 220"/>
                <a:gd name="T5" fmla="*/ 0 h 220"/>
                <a:gd name="T6" fmla="*/ 220 w 220"/>
                <a:gd name="T7" fmla="*/ 110 h 220"/>
                <a:gd name="T8" fmla="*/ 110 w 220"/>
                <a:gd name="T9" fmla="*/ 220 h 220"/>
                <a:gd name="T10" fmla="*/ 110 w 220"/>
                <a:gd name="T11" fmla="*/ 8 h 220"/>
                <a:gd name="T12" fmla="*/ 8 w 220"/>
                <a:gd name="T13" fmla="*/ 110 h 220"/>
                <a:gd name="T14" fmla="*/ 110 w 220"/>
                <a:gd name="T15" fmla="*/ 212 h 220"/>
                <a:gd name="T16" fmla="*/ 212 w 220"/>
                <a:gd name="T17" fmla="*/ 110 h 220"/>
                <a:gd name="T18" fmla="*/ 110 w 220"/>
                <a:gd name="T19" fmla="*/ 8 h 2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0" h="220">
                  <a:moveTo>
                    <a:pt x="110" y="220"/>
                  </a:moveTo>
                  <a:cubicBezTo>
                    <a:pt x="49" y="220"/>
                    <a:pt x="0" y="171"/>
                    <a:pt x="0" y="110"/>
                  </a:cubicBezTo>
                  <a:cubicBezTo>
                    <a:pt x="0" y="49"/>
                    <a:pt x="49" y="0"/>
                    <a:pt x="110" y="0"/>
                  </a:cubicBezTo>
                  <a:cubicBezTo>
                    <a:pt x="171" y="0"/>
                    <a:pt x="220" y="49"/>
                    <a:pt x="220" y="110"/>
                  </a:cubicBezTo>
                  <a:cubicBezTo>
                    <a:pt x="220" y="171"/>
                    <a:pt x="171" y="220"/>
                    <a:pt x="110" y="220"/>
                  </a:cubicBezTo>
                  <a:close/>
                  <a:moveTo>
                    <a:pt x="110" y="8"/>
                  </a:moveTo>
                  <a:cubicBezTo>
                    <a:pt x="54" y="8"/>
                    <a:pt x="8" y="54"/>
                    <a:pt x="8" y="110"/>
                  </a:cubicBezTo>
                  <a:cubicBezTo>
                    <a:pt x="8" y="166"/>
                    <a:pt x="54" y="212"/>
                    <a:pt x="110" y="212"/>
                  </a:cubicBezTo>
                  <a:cubicBezTo>
                    <a:pt x="166" y="212"/>
                    <a:pt x="212" y="166"/>
                    <a:pt x="212" y="110"/>
                  </a:cubicBezTo>
                  <a:cubicBezTo>
                    <a:pt x="212" y="54"/>
                    <a:pt x="166" y="8"/>
                    <a:pt x="110" y="8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97000">
                  <a:schemeClr val="accent4"/>
                </a:gs>
                <a:gs pos="65000">
                  <a:schemeClr val="accent3"/>
                </a:gs>
                <a:gs pos="31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vert="horz" wrap="square" lIns="91440" tIns="36000" rIns="91440" bIns="36000" numCol="1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34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AU" sz="16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ea typeface="+mn-ea"/>
                  <a:cs typeface="Segoe UI Semibold" panose="020B0702040204020203" pitchFamily="34" charset="0"/>
                </a:rPr>
                <a:t>3</a:t>
              </a:r>
            </a:p>
          </p:txBody>
        </p:sp>
      </p:grpSp>
      <p:sp>
        <p:nvSpPr>
          <p:cNvPr id="34" name="Rectangle 33">
            <a:extLst>
              <a:ext uri="{FF2B5EF4-FFF2-40B4-BE49-F238E27FC236}">
                <a16:creationId xmlns:a16="http://schemas.microsoft.com/office/drawing/2014/main" id="{003A538B-7CCE-4135-9BB8-B1E7A572443D}"/>
              </a:ext>
            </a:extLst>
          </p:cNvPr>
          <p:cNvSpPr/>
          <p:nvPr userDrawn="1"/>
        </p:nvSpPr>
        <p:spPr>
          <a:xfrm>
            <a:off x="828000" y="4999763"/>
            <a:ext cx="3066254" cy="830997"/>
          </a:xfrm>
          <a:prstGeom prst="rect">
            <a:avLst/>
          </a:prstGeom>
        </p:spPr>
        <p:txBody>
          <a:bodyPr wrap="square" lIns="0" anchor="ctr" anchorCtr="0">
            <a:spAutoFit/>
          </a:bodyPr>
          <a:lstStyle/>
          <a:p>
            <a:r>
              <a:rPr lang="en-AU" sz="1200" dirty="0">
                <a:solidFill>
                  <a:schemeClr val="bg1"/>
                </a:solidFill>
                <a:latin typeface="Segoe UI Semibold" panose="020B0702040204020203" pitchFamily="34" charset="0"/>
                <a:cs typeface="Segoe UI Semilight" panose="020B0402040204020203" pitchFamily="34" charset="0"/>
              </a:rPr>
              <a:t>For over 20 years we have been partnering with leaders to shape world-class businesses, effective governments and empowered communities. 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64BB793C-39D8-447C-B6E9-9C5E2D921A4D}"/>
              </a:ext>
            </a:extLst>
          </p:cNvPr>
          <p:cNvSpPr/>
          <p:nvPr userDrawn="1"/>
        </p:nvSpPr>
        <p:spPr>
          <a:xfrm>
            <a:off x="1424608" y="3430741"/>
            <a:ext cx="705678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1400" noProof="0" dirty="0">
                <a:latin typeface="Segoe UI Semilight" panose="020B0402040204020203" pitchFamily="34" charset="0"/>
                <a:cs typeface="Segoe UI Semilight" panose="020B0402040204020203" pitchFamily="34" charset="0"/>
              </a:rPr>
              <a:t>Nous Group is an international management consultancy</a:t>
            </a:r>
            <a:br>
              <a:rPr lang="en-AU" sz="1400" noProof="0" dirty="0">
                <a:latin typeface="Segoe UI Semilight" panose="020B0402040204020203" pitchFamily="34" charset="0"/>
                <a:cs typeface="Segoe UI Semilight" panose="020B0402040204020203" pitchFamily="34" charset="0"/>
              </a:rPr>
            </a:br>
            <a:r>
              <a:rPr lang="en-AU" sz="1400" noProof="0" dirty="0">
                <a:latin typeface="Segoe UI Semilight" panose="020B0402040204020203" pitchFamily="34" charset="0"/>
                <a:cs typeface="Segoe UI Semilight" panose="020B0402040204020203" pitchFamily="34" charset="0"/>
              </a:rPr>
              <a:t>operating in 10 locations across the UK, Australia and Canada. </a:t>
            </a:r>
          </a:p>
        </p:txBody>
      </p:sp>
    </p:spTree>
    <p:extLst>
      <p:ext uri="{BB962C8B-B14F-4D97-AF65-F5344CB8AC3E}">
        <p14:creationId xmlns:p14="http://schemas.microsoft.com/office/powerpoint/2010/main" val="23577754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63" Type="http://schemas.openxmlformats.org/officeDocument/2006/relationships/slideLayout" Target="../slideLayouts/slideLayout63.xml"/><Relationship Id="rId68" Type="http://schemas.openxmlformats.org/officeDocument/2006/relationships/slideLayout" Target="../slideLayouts/slideLayout68.xml"/><Relationship Id="rId16" Type="http://schemas.openxmlformats.org/officeDocument/2006/relationships/slideLayout" Target="../slideLayouts/slideLayout1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66" Type="http://schemas.openxmlformats.org/officeDocument/2006/relationships/slideLayout" Target="../slideLayouts/slideLayout66.xml"/><Relationship Id="rId74" Type="http://schemas.openxmlformats.org/officeDocument/2006/relationships/slideLayout" Target="../slideLayouts/slideLayout74.xml"/><Relationship Id="rId79" Type="http://schemas.openxmlformats.org/officeDocument/2006/relationships/oleObject" Target="../embeddings/oleObject1.bin"/><Relationship Id="rId5" Type="http://schemas.openxmlformats.org/officeDocument/2006/relationships/slideLayout" Target="../slideLayouts/slideLayout5.xml"/><Relationship Id="rId61" Type="http://schemas.openxmlformats.org/officeDocument/2006/relationships/slideLayout" Target="../slideLayouts/slideLayout61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64" Type="http://schemas.openxmlformats.org/officeDocument/2006/relationships/slideLayout" Target="../slideLayouts/slideLayout64.xml"/><Relationship Id="rId69" Type="http://schemas.openxmlformats.org/officeDocument/2006/relationships/slideLayout" Target="../slideLayouts/slideLayout69.xml"/><Relationship Id="rId77" Type="http://schemas.openxmlformats.org/officeDocument/2006/relationships/vmlDrawing" Target="../drawings/vmlDrawing1.v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72" Type="http://schemas.openxmlformats.org/officeDocument/2006/relationships/slideLayout" Target="../slideLayouts/slideLayout72.xml"/><Relationship Id="rId80" Type="http://schemas.openxmlformats.org/officeDocument/2006/relationships/image" Target="../media/image1.emf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Relationship Id="rId67" Type="http://schemas.openxmlformats.org/officeDocument/2006/relationships/slideLayout" Target="../slideLayouts/slideLayout67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62" Type="http://schemas.openxmlformats.org/officeDocument/2006/relationships/slideLayout" Target="../slideLayouts/slideLayout62.xml"/><Relationship Id="rId70" Type="http://schemas.openxmlformats.org/officeDocument/2006/relationships/slideLayout" Target="../slideLayouts/slideLayout70.xml"/><Relationship Id="rId75" Type="http://schemas.openxmlformats.org/officeDocument/2006/relationships/slideLayout" Target="../slideLayouts/slideLayout75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slideLayout" Target="../slideLayouts/slideLayout60.xml"/><Relationship Id="rId65" Type="http://schemas.openxmlformats.org/officeDocument/2006/relationships/slideLayout" Target="../slideLayouts/slideLayout65.xml"/><Relationship Id="rId73" Type="http://schemas.openxmlformats.org/officeDocument/2006/relationships/slideLayout" Target="../slideLayouts/slideLayout73.xml"/><Relationship Id="rId78" Type="http://schemas.openxmlformats.org/officeDocument/2006/relationships/tags" Target="../tags/tag2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9" Type="http://schemas.openxmlformats.org/officeDocument/2006/relationships/slideLayout" Target="../slideLayouts/slideLayout39.xml"/><Relationship Id="rId34" Type="http://schemas.openxmlformats.org/officeDocument/2006/relationships/slideLayout" Target="../slideLayouts/slideLayout34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6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71" Type="http://schemas.openxmlformats.org/officeDocument/2006/relationships/slideLayout" Target="../slideLayouts/slideLayout71.xml"/><Relationship Id="rId2" Type="http://schemas.openxmlformats.org/officeDocument/2006/relationships/slideLayout" Target="../slideLayouts/slideLayout2.xml"/><Relationship Id="rId29" Type="http://schemas.openxmlformats.org/officeDocument/2006/relationships/slideLayout" Target="../slideLayouts/slideLayout29.xml"/></Relationships>
</file>

<file path=ppt/slideMasters/_rels/slideMaster2.xml.rels><?xml version="1.0" encoding="UTF-8" standalone="yes"?>
<Relationships xmlns="http://schemas.openxmlformats.org/package/2006/relationships"><Relationship Id="rId26" Type="http://schemas.openxmlformats.org/officeDocument/2006/relationships/slideLayout" Target="../slideLayouts/slideLayout101.xml"/><Relationship Id="rId21" Type="http://schemas.openxmlformats.org/officeDocument/2006/relationships/slideLayout" Target="../slideLayouts/slideLayout96.xml"/><Relationship Id="rId42" Type="http://schemas.openxmlformats.org/officeDocument/2006/relationships/slideLayout" Target="../slideLayouts/slideLayout117.xml"/><Relationship Id="rId47" Type="http://schemas.openxmlformats.org/officeDocument/2006/relationships/slideLayout" Target="../slideLayouts/slideLayout122.xml"/><Relationship Id="rId63" Type="http://schemas.openxmlformats.org/officeDocument/2006/relationships/slideLayout" Target="../slideLayouts/slideLayout138.xml"/><Relationship Id="rId68" Type="http://schemas.openxmlformats.org/officeDocument/2006/relationships/slideLayout" Target="../slideLayouts/slideLayout143.xml"/><Relationship Id="rId16" Type="http://schemas.openxmlformats.org/officeDocument/2006/relationships/slideLayout" Target="../slideLayouts/slideLayout91.xml"/><Relationship Id="rId11" Type="http://schemas.openxmlformats.org/officeDocument/2006/relationships/slideLayout" Target="../slideLayouts/slideLayout86.xml"/><Relationship Id="rId24" Type="http://schemas.openxmlformats.org/officeDocument/2006/relationships/slideLayout" Target="../slideLayouts/slideLayout99.xml"/><Relationship Id="rId32" Type="http://schemas.openxmlformats.org/officeDocument/2006/relationships/slideLayout" Target="../slideLayouts/slideLayout107.xml"/><Relationship Id="rId37" Type="http://schemas.openxmlformats.org/officeDocument/2006/relationships/slideLayout" Target="../slideLayouts/slideLayout112.xml"/><Relationship Id="rId40" Type="http://schemas.openxmlformats.org/officeDocument/2006/relationships/slideLayout" Target="../slideLayouts/slideLayout115.xml"/><Relationship Id="rId45" Type="http://schemas.openxmlformats.org/officeDocument/2006/relationships/slideLayout" Target="../slideLayouts/slideLayout120.xml"/><Relationship Id="rId53" Type="http://schemas.openxmlformats.org/officeDocument/2006/relationships/slideLayout" Target="../slideLayouts/slideLayout128.xml"/><Relationship Id="rId58" Type="http://schemas.openxmlformats.org/officeDocument/2006/relationships/slideLayout" Target="../slideLayouts/slideLayout133.xml"/><Relationship Id="rId66" Type="http://schemas.openxmlformats.org/officeDocument/2006/relationships/slideLayout" Target="../slideLayouts/slideLayout141.xml"/><Relationship Id="rId74" Type="http://schemas.openxmlformats.org/officeDocument/2006/relationships/slideLayout" Target="../slideLayouts/slideLayout149.xml"/><Relationship Id="rId79" Type="http://schemas.openxmlformats.org/officeDocument/2006/relationships/oleObject" Target="../embeddings/oleObject47.bin"/><Relationship Id="rId5" Type="http://schemas.openxmlformats.org/officeDocument/2006/relationships/slideLayout" Target="../slideLayouts/slideLayout80.xml"/><Relationship Id="rId61" Type="http://schemas.openxmlformats.org/officeDocument/2006/relationships/slideLayout" Target="../slideLayouts/slideLayout136.xml"/><Relationship Id="rId19" Type="http://schemas.openxmlformats.org/officeDocument/2006/relationships/slideLayout" Target="../slideLayouts/slideLayout94.xml"/><Relationship Id="rId14" Type="http://schemas.openxmlformats.org/officeDocument/2006/relationships/slideLayout" Target="../slideLayouts/slideLayout89.xml"/><Relationship Id="rId22" Type="http://schemas.openxmlformats.org/officeDocument/2006/relationships/slideLayout" Target="../slideLayouts/slideLayout97.xml"/><Relationship Id="rId27" Type="http://schemas.openxmlformats.org/officeDocument/2006/relationships/slideLayout" Target="../slideLayouts/slideLayout102.xml"/><Relationship Id="rId30" Type="http://schemas.openxmlformats.org/officeDocument/2006/relationships/slideLayout" Target="../slideLayouts/slideLayout105.xml"/><Relationship Id="rId35" Type="http://schemas.openxmlformats.org/officeDocument/2006/relationships/slideLayout" Target="../slideLayouts/slideLayout110.xml"/><Relationship Id="rId43" Type="http://schemas.openxmlformats.org/officeDocument/2006/relationships/slideLayout" Target="../slideLayouts/slideLayout118.xml"/><Relationship Id="rId48" Type="http://schemas.openxmlformats.org/officeDocument/2006/relationships/slideLayout" Target="../slideLayouts/slideLayout123.xml"/><Relationship Id="rId56" Type="http://schemas.openxmlformats.org/officeDocument/2006/relationships/slideLayout" Target="../slideLayouts/slideLayout131.xml"/><Relationship Id="rId64" Type="http://schemas.openxmlformats.org/officeDocument/2006/relationships/slideLayout" Target="../slideLayouts/slideLayout139.xml"/><Relationship Id="rId69" Type="http://schemas.openxmlformats.org/officeDocument/2006/relationships/slideLayout" Target="../slideLayouts/slideLayout144.xml"/><Relationship Id="rId77" Type="http://schemas.openxmlformats.org/officeDocument/2006/relationships/vmlDrawing" Target="../drawings/vmlDrawing54.vml"/><Relationship Id="rId8" Type="http://schemas.openxmlformats.org/officeDocument/2006/relationships/slideLayout" Target="../slideLayouts/slideLayout83.xml"/><Relationship Id="rId51" Type="http://schemas.openxmlformats.org/officeDocument/2006/relationships/slideLayout" Target="../slideLayouts/slideLayout126.xml"/><Relationship Id="rId72" Type="http://schemas.openxmlformats.org/officeDocument/2006/relationships/slideLayout" Target="../slideLayouts/slideLayout147.xml"/><Relationship Id="rId80" Type="http://schemas.openxmlformats.org/officeDocument/2006/relationships/image" Target="../media/image1.emf"/><Relationship Id="rId3" Type="http://schemas.openxmlformats.org/officeDocument/2006/relationships/slideLayout" Target="../slideLayouts/slideLayout78.xml"/><Relationship Id="rId12" Type="http://schemas.openxmlformats.org/officeDocument/2006/relationships/slideLayout" Target="../slideLayouts/slideLayout87.xml"/><Relationship Id="rId17" Type="http://schemas.openxmlformats.org/officeDocument/2006/relationships/slideLayout" Target="../slideLayouts/slideLayout92.xml"/><Relationship Id="rId25" Type="http://schemas.openxmlformats.org/officeDocument/2006/relationships/slideLayout" Target="../slideLayouts/slideLayout100.xml"/><Relationship Id="rId33" Type="http://schemas.openxmlformats.org/officeDocument/2006/relationships/slideLayout" Target="../slideLayouts/slideLayout108.xml"/><Relationship Id="rId38" Type="http://schemas.openxmlformats.org/officeDocument/2006/relationships/slideLayout" Target="../slideLayouts/slideLayout113.xml"/><Relationship Id="rId46" Type="http://schemas.openxmlformats.org/officeDocument/2006/relationships/slideLayout" Target="../slideLayouts/slideLayout121.xml"/><Relationship Id="rId59" Type="http://schemas.openxmlformats.org/officeDocument/2006/relationships/slideLayout" Target="../slideLayouts/slideLayout134.xml"/><Relationship Id="rId67" Type="http://schemas.openxmlformats.org/officeDocument/2006/relationships/slideLayout" Target="../slideLayouts/slideLayout142.xml"/><Relationship Id="rId20" Type="http://schemas.openxmlformats.org/officeDocument/2006/relationships/slideLayout" Target="../slideLayouts/slideLayout95.xml"/><Relationship Id="rId41" Type="http://schemas.openxmlformats.org/officeDocument/2006/relationships/slideLayout" Target="../slideLayouts/slideLayout116.xml"/><Relationship Id="rId54" Type="http://schemas.openxmlformats.org/officeDocument/2006/relationships/slideLayout" Target="../slideLayouts/slideLayout129.xml"/><Relationship Id="rId62" Type="http://schemas.openxmlformats.org/officeDocument/2006/relationships/slideLayout" Target="../slideLayouts/slideLayout137.xml"/><Relationship Id="rId70" Type="http://schemas.openxmlformats.org/officeDocument/2006/relationships/slideLayout" Target="../slideLayouts/slideLayout145.xml"/><Relationship Id="rId75" Type="http://schemas.openxmlformats.org/officeDocument/2006/relationships/slideLayout" Target="../slideLayouts/slideLayout150.xml"/><Relationship Id="rId1" Type="http://schemas.openxmlformats.org/officeDocument/2006/relationships/slideLayout" Target="../slideLayouts/slideLayout76.xml"/><Relationship Id="rId6" Type="http://schemas.openxmlformats.org/officeDocument/2006/relationships/slideLayout" Target="../slideLayouts/slideLayout81.xml"/><Relationship Id="rId15" Type="http://schemas.openxmlformats.org/officeDocument/2006/relationships/slideLayout" Target="../slideLayouts/slideLayout90.xml"/><Relationship Id="rId23" Type="http://schemas.openxmlformats.org/officeDocument/2006/relationships/slideLayout" Target="../slideLayouts/slideLayout98.xml"/><Relationship Id="rId28" Type="http://schemas.openxmlformats.org/officeDocument/2006/relationships/slideLayout" Target="../slideLayouts/slideLayout103.xml"/><Relationship Id="rId36" Type="http://schemas.openxmlformats.org/officeDocument/2006/relationships/slideLayout" Target="../slideLayouts/slideLayout111.xml"/><Relationship Id="rId49" Type="http://schemas.openxmlformats.org/officeDocument/2006/relationships/slideLayout" Target="../slideLayouts/slideLayout124.xml"/><Relationship Id="rId57" Type="http://schemas.openxmlformats.org/officeDocument/2006/relationships/slideLayout" Target="../slideLayouts/slideLayout132.xml"/><Relationship Id="rId10" Type="http://schemas.openxmlformats.org/officeDocument/2006/relationships/slideLayout" Target="../slideLayouts/slideLayout85.xml"/><Relationship Id="rId31" Type="http://schemas.openxmlformats.org/officeDocument/2006/relationships/slideLayout" Target="../slideLayouts/slideLayout106.xml"/><Relationship Id="rId44" Type="http://schemas.openxmlformats.org/officeDocument/2006/relationships/slideLayout" Target="../slideLayouts/slideLayout119.xml"/><Relationship Id="rId52" Type="http://schemas.openxmlformats.org/officeDocument/2006/relationships/slideLayout" Target="../slideLayouts/slideLayout127.xml"/><Relationship Id="rId60" Type="http://schemas.openxmlformats.org/officeDocument/2006/relationships/slideLayout" Target="../slideLayouts/slideLayout135.xml"/><Relationship Id="rId65" Type="http://schemas.openxmlformats.org/officeDocument/2006/relationships/slideLayout" Target="../slideLayouts/slideLayout140.xml"/><Relationship Id="rId73" Type="http://schemas.openxmlformats.org/officeDocument/2006/relationships/slideLayout" Target="../slideLayouts/slideLayout148.xml"/><Relationship Id="rId78" Type="http://schemas.openxmlformats.org/officeDocument/2006/relationships/tags" Target="../tags/tag79.xml"/><Relationship Id="rId4" Type="http://schemas.openxmlformats.org/officeDocument/2006/relationships/slideLayout" Target="../slideLayouts/slideLayout79.xml"/><Relationship Id="rId9" Type="http://schemas.openxmlformats.org/officeDocument/2006/relationships/slideLayout" Target="../slideLayouts/slideLayout84.xml"/><Relationship Id="rId13" Type="http://schemas.openxmlformats.org/officeDocument/2006/relationships/slideLayout" Target="../slideLayouts/slideLayout88.xml"/><Relationship Id="rId18" Type="http://schemas.openxmlformats.org/officeDocument/2006/relationships/slideLayout" Target="../slideLayouts/slideLayout93.xml"/><Relationship Id="rId39" Type="http://schemas.openxmlformats.org/officeDocument/2006/relationships/slideLayout" Target="../slideLayouts/slideLayout114.xml"/><Relationship Id="rId34" Type="http://schemas.openxmlformats.org/officeDocument/2006/relationships/slideLayout" Target="../slideLayouts/slideLayout109.xml"/><Relationship Id="rId50" Type="http://schemas.openxmlformats.org/officeDocument/2006/relationships/slideLayout" Target="../slideLayouts/slideLayout125.xml"/><Relationship Id="rId55" Type="http://schemas.openxmlformats.org/officeDocument/2006/relationships/slideLayout" Target="../slideLayouts/slideLayout130.xml"/><Relationship Id="rId76" Type="http://schemas.openxmlformats.org/officeDocument/2006/relationships/theme" Target="../theme/theme2.xml"/><Relationship Id="rId7" Type="http://schemas.openxmlformats.org/officeDocument/2006/relationships/slideLayout" Target="../slideLayouts/slideLayout82.xml"/><Relationship Id="rId71" Type="http://schemas.openxmlformats.org/officeDocument/2006/relationships/slideLayout" Target="../slideLayouts/slideLayout146.xml"/><Relationship Id="rId2" Type="http://schemas.openxmlformats.org/officeDocument/2006/relationships/slideLayout" Target="../slideLayouts/slideLayout77.xml"/><Relationship Id="rId29" Type="http://schemas.openxmlformats.org/officeDocument/2006/relationships/slideLayout" Target="../slideLayouts/slideLayout104.xml"/></Relationships>
</file>

<file path=ppt/slideMasters/_rels/slideMaster3.xml.rels><?xml version="1.0" encoding="UTF-8" standalone="yes"?>
<Relationships xmlns="http://schemas.openxmlformats.org/package/2006/relationships"><Relationship Id="rId26" Type="http://schemas.openxmlformats.org/officeDocument/2006/relationships/slideLayout" Target="../slideLayouts/slideLayout176.xml"/><Relationship Id="rId21" Type="http://schemas.openxmlformats.org/officeDocument/2006/relationships/slideLayout" Target="../slideLayouts/slideLayout171.xml"/><Relationship Id="rId42" Type="http://schemas.openxmlformats.org/officeDocument/2006/relationships/slideLayout" Target="../slideLayouts/slideLayout192.xml"/><Relationship Id="rId47" Type="http://schemas.openxmlformats.org/officeDocument/2006/relationships/slideLayout" Target="../slideLayouts/slideLayout197.xml"/><Relationship Id="rId63" Type="http://schemas.openxmlformats.org/officeDocument/2006/relationships/slideLayout" Target="../slideLayouts/slideLayout213.xml"/><Relationship Id="rId68" Type="http://schemas.openxmlformats.org/officeDocument/2006/relationships/slideLayout" Target="../slideLayouts/slideLayout218.xml"/><Relationship Id="rId16" Type="http://schemas.openxmlformats.org/officeDocument/2006/relationships/slideLayout" Target="../slideLayouts/slideLayout166.xml"/><Relationship Id="rId11" Type="http://schemas.openxmlformats.org/officeDocument/2006/relationships/slideLayout" Target="../slideLayouts/slideLayout161.xml"/><Relationship Id="rId32" Type="http://schemas.openxmlformats.org/officeDocument/2006/relationships/slideLayout" Target="../slideLayouts/slideLayout182.xml"/><Relationship Id="rId37" Type="http://schemas.openxmlformats.org/officeDocument/2006/relationships/slideLayout" Target="../slideLayouts/slideLayout187.xml"/><Relationship Id="rId53" Type="http://schemas.openxmlformats.org/officeDocument/2006/relationships/slideLayout" Target="../slideLayouts/slideLayout203.xml"/><Relationship Id="rId58" Type="http://schemas.openxmlformats.org/officeDocument/2006/relationships/slideLayout" Target="../slideLayouts/slideLayout208.xml"/><Relationship Id="rId74" Type="http://schemas.openxmlformats.org/officeDocument/2006/relationships/slideLayout" Target="../slideLayouts/slideLayout224.xml"/><Relationship Id="rId79" Type="http://schemas.openxmlformats.org/officeDocument/2006/relationships/tags" Target="../tags/tag157.xml"/><Relationship Id="rId5" Type="http://schemas.openxmlformats.org/officeDocument/2006/relationships/slideLayout" Target="../slideLayouts/slideLayout155.xml"/><Relationship Id="rId61" Type="http://schemas.openxmlformats.org/officeDocument/2006/relationships/slideLayout" Target="../slideLayouts/slideLayout211.xml"/><Relationship Id="rId19" Type="http://schemas.openxmlformats.org/officeDocument/2006/relationships/slideLayout" Target="../slideLayouts/slideLayout169.xml"/><Relationship Id="rId14" Type="http://schemas.openxmlformats.org/officeDocument/2006/relationships/slideLayout" Target="../slideLayouts/slideLayout164.xml"/><Relationship Id="rId22" Type="http://schemas.openxmlformats.org/officeDocument/2006/relationships/slideLayout" Target="../slideLayouts/slideLayout172.xml"/><Relationship Id="rId27" Type="http://schemas.openxmlformats.org/officeDocument/2006/relationships/slideLayout" Target="../slideLayouts/slideLayout177.xml"/><Relationship Id="rId30" Type="http://schemas.openxmlformats.org/officeDocument/2006/relationships/slideLayout" Target="../slideLayouts/slideLayout180.xml"/><Relationship Id="rId35" Type="http://schemas.openxmlformats.org/officeDocument/2006/relationships/slideLayout" Target="../slideLayouts/slideLayout185.xml"/><Relationship Id="rId43" Type="http://schemas.openxmlformats.org/officeDocument/2006/relationships/slideLayout" Target="../slideLayouts/slideLayout193.xml"/><Relationship Id="rId48" Type="http://schemas.openxmlformats.org/officeDocument/2006/relationships/slideLayout" Target="../slideLayouts/slideLayout198.xml"/><Relationship Id="rId56" Type="http://schemas.openxmlformats.org/officeDocument/2006/relationships/slideLayout" Target="../slideLayouts/slideLayout206.xml"/><Relationship Id="rId64" Type="http://schemas.openxmlformats.org/officeDocument/2006/relationships/slideLayout" Target="../slideLayouts/slideLayout214.xml"/><Relationship Id="rId69" Type="http://schemas.openxmlformats.org/officeDocument/2006/relationships/slideLayout" Target="../slideLayouts/slideLayout219.xml"/><Relationship Id="rId77" Type="http://schemas.openxmlformats.org/officeDocument/2006/relationships/theme" Target="../theme/theme3.xml"/><Relationship Id="rId8" Type="http://schemas.openxmlformats.org/officeDocument/2006/relationships/slideLayout" Target="../slideLayouts/slideLayout158.xml"/><Relationship Id="rId51" Type="http://schemas.openxmlformats.org/officeDocument/2006/relationships/slideLayout" Target="../slideLayouts/slideLayout201.xml"/><Relationship Id="rId72" Type="http://schemas.openxmlformats.org/officeDocument/2006/relationships/slideLayout" Target="../slideLayouts/slideLayout222.xml"/><Relationship Id="rId80" Type="http://schemas.openxmlformats.org/officeDocument/2006/relationships/oleObject" Target="../embeddings/oleObject47.bin"/><Relationship Id="rId3" Type="http://schemas.openxmlformats.org/officeDocument/2006/relationships/slideLayout" Target="../slideLayouts/slideLayout153.xml"/><Relationship Id="rId12" Type="http://schemas.openxmlformats.org/officeDocument/2006/relationships/slideLayout" Target="../slideLayouts/slideLayout162.xml"/><Relationship Id="rId17" Type="http://schemas.openxmlformats.org/officeDocument/2006/relationships/slideLayout" Target="../slideLayouts/slideLayout167.xml"/><Relationship Id="rId25" Type="http://schemas.openxmlformats.org/officeDocument/2006/relationships/slideLayout" Target="../slideLayouts/slideLayout175.xml"/><Relationship Id="rId33" Type="http://schemas.openxmlformats.org/officeDocument/2006/relationships/slideLayout" Target="../slideLayouts/slideLayout183.xml"/><Relationship Id="rId38" Type="http://schemas.openxmlformats.org/officeDocument/2006/relationships/slideLayout" Target="../slideLayouts/slideLayout188.xml"/><Relationship Id="rId46" Type="http://schemas.openxmlformats.org/officeDocument/2006/relationships/slideLayout" Target="../slideLayouts/slideLayout196.xml"/><Relationship Id="rId59" Type="http://schemas.openxmlformats.org/officeDocument/2006/relationships/slideLayout" Target="../slideLayouts/slideLayout209.xml"/><Relationship Id="rId67" Type="http://schemas.openxmlformats.org/officeDocument/2006/relationships/slideLayout" Target="../slideLayouts/slideLayout217.xml"/><Relationship Id="rId20" Type="http://schemas.openxmlformats.org/officeDocument/2006/relationships/slideLayout" Target="../slideLayouts/slideLayout170.xml"/><Relationship Id="rId41" Type="http://schemas.openxmlformats.org/officeDocument/2006/relationships/slideLayout" Target="../slideLayouts/slideLayout191.xml"/><Relationship Id="rId54" Type="http://schemas.openxmlformats.org/officeDocument/2006/relationships/slideLayout" Target="../slideLayouts/slideLayout204.xml"/><Relationship Id="rId62" Type="http://schemas.openxmlformats.org/officeDocument/2006/relationships/slideLayout" Target="../slideLayouts/slideLayout212.xml"/><Relationship Id="rId70" Type="http://schemas.openxmlformats.org/officeDocument/2006/relationships/slideLayout" Target="../slideLayouts/slideLayout220.xml"/><Relationship Id="rId75" Type="http://schemas.openxmlformats.org/officeDocument/2006/relationships/slideLayout" Target="../slideLayouts/slideLayout225.xml"/><Relationship Id="rId1" Type="http://schemas.openxmlformats.org/officeDocument/2006/relationships/slideLayout" Target="../slideLayouts/slideLayout151.xml"/><Relationship Id="rId6" Type="http://schemas.openxmlformats.org/officeDocument/2006/relationships/slideLayout" Target="../slideLayouts/slideLayout156.xml"/><Relationship Id="rId15" Type="http://schemas.openxmlformats.org/officeDocument/2006/relationships/slideLayout" Target="../slideLayouts/slideLayout165.xml"/><Relationship Id="rId23" Type="http://schemas.openxmlformats.org/officeDocument/2006/relationships/slideLayout" Target="../slideLayouts/slideLayout173.xml"/><Relationship Id="rId28" Type="http://schemas.openxmlformats.org/officeDocument/2006/relationships/slideLayout" Target="../slideLayouts/slideLayout178.xml"/><Relationship Id="rId36" Type="http://schemas.openxmlformats.org/officeDocument/2006/relationships/slideLayout" Target="../slideLayouts/slideLayout186.xml"/><Relationship Id="rId49" Type="http://schemas.openxmlformats.org/officeDocument/2006/relationships/slideLayout" Target="../slideLayouts/slideLayout199.xml"/><Relationship Id="rId57" Type="http://schemas.openxmlformats.org/officeDocument/2006/relationships/slideLayout" Target="../slideLayouts/slideLayout207.xml"/><Relationship Id="rId10" Type="http://schemas.openxmlformats.org/officeDocument/2006/relationships/slideLayout" Target="../slideLayouts/slideLayout160.xml"/><Relationship Id="rId31" Type="http://schemas.openxmlformats.org/officeDocument/2006/relationships/slideLayout" Target="../slideLayouts/slideLayout181.xml"/><Relationship Id="rId44" Type="http://schemas.openxmlformats.org/officeDocument/2006/relationships/slideLayout" Target="../slideLayouts/slideLayout194.xml"/><Relationship Id="rId52" Type="http://schemas.openxmlformats.org/officeDocument/2006/relationships/slideLayout" Target="../slideLayouts/slideLayout202.xml"/><Relationship Id="rId60" Type="http://schemas.openxmlformats.org/officeDocument/2006/relationships/slideLayout" Target="../slideLayouts/slideLayout210.xml"/><Relationship Id="rId65" Type="http://schemas.openxmlformats.org/officeDocument/2006/relationships/slideLayout" Target="../slideLayouts/slideLayout215.xml"/><Relationship Id="rId73" Type="http://schemas.openxmlformats.org/officeDocument/2006/relationships/slideLayout" Target="../slideLayouts/slideLayout223.xml"/><Relationship Id="rId78" Type="http://schemas.openxmlformats.org/officeDocument/2006/relationships/vmlDrawing" Target="../drawings/vmlDrawing107.vml"/><Relationship Id="rId81" Type="http://schemas.openxmlformats.org/officeDocument/2006/relationships/image" Target="../media/image1.emf"/><Relationship Id="rId4" Type="http://schemas.openxmlformats.org/officeDocument/2006/relationships/slideLayout" Target="../slideLayouts/slideLayout154.xml"/><Relationship Id="rId9" Type="http://schemas.openxmlformats.org/officeDocument/2006/relationships/slideLayout" Target="../slideLayouts/slideLayout159.xml"/><Relationship Id="rId13" Type="http://schemas.openxmlformats.org/officeDocument/2006/relationships/slideLayout" Target="../slideLayouts/slideLayout163.xml"/><Relationship Id="rId18" Type="http://schemas.openxmlformats.org/officeDocument/2006/relationships/slideLayout" Target="../slideLayouts/slideLayout168.xml"/><Relationship Id="rId39" Type="http://schemas.openxmlformats.org/officeDocument/2006/relationships/slideLayout" Target="../slideLayouts/slideLayout189.xml"/><Relationship Id="rId34" Type="http://schemas.openxmlformats.org/officeDocument/2006/relationships/slideLayout" Target="../slideLayouts/slideLayout184.xml"/><Relationship Id="rId50" Type="http://schemas.openxmlformats.org/officeDocument/2006/relationships/slideLayout" Target="../slideLayouts/slideLayout200.xml"/><Relationship Id="rId55" Type="http://schemas.openxmlformats.org/officeDocument/2006/relationships/slideLayout" Target="../slideLayouts/slideLayout205.xml"/><Relationship Id="rId76" Type="http://schemas.openxmlformats.org/officeDocument/2006/relationships/slideLayout" Target="../slideLayouts/slideLayout226.xml"/><Relationship Id="rId7" Type="http://schemas.openxmlformats.org/officeDocument/2006/relationships/slideLayout" Target="../slideLayouts/slideLayout157.xml"/><Relationship Id="rId71" Type="http://schemas.openxmlformats.org/officeDocument/2006/relationships/slideLayout" Target="../slideLayouts/slideLayout221.xml"/><Relationship Id="rId2" Type="http://schemas.openxmlformats.org/officeDocument/2006/relationships/slideLayout" Target="../slideLayouts/slideLayout152.xml"/><Relationship Id="rId29" Type="http://schemas.openxmlformats.org/officeDocument/2006/relationships/slideLayout" Target="../slideLayouts/slideLayout179.xml"/><Relationship Id="rId24" Type="http://schemas.openxmlformats.org/officeDocument/2006/relationships/slideLayout" Target="../slideLayouts/slideLayout174.xml"/><Relationship Id="rId40" Type="http://schemas.openxmlformats.org/officeDocument/2006/relationships/slideLayout" Target="../slideLayouts/slideLayout190.xml"/><Relationship Id="rId45" Type="http://schemas.openxmlformats.org/officeDocument/2006/relationships/slideLayout" Target="../slideLayouts/slideLayout195.xml"/><Relationship Id="rId66" Type="http://schemas.openxmlformats.org/officeDocument/2006/relationships/slideLayout" Target="../slideLayouts/slideLayout21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/>
          <p:cNvGraphicFramePr>
            <a:graphicFrameLocks noChangeAspect="1"/>
          </p:cNvGraphicFramePr>
          <p:nvPr>
            <p:custDataLst>
              <p:tags r:id="rId78"/>
            </p:custDataLst>
            <p:extLst>
              <p:ext uri="{D42A27DB-BD31-4B8C-83A1-F6EECF244321}">
                <p14:modId xmlns:p14="http://schemas.microsoft.com/office/powerpoint/2010/main" val="4240718849"/>
              </p:ext>
            </p:extLst>
          </p:nvPr>
        </p:nvGraphicFramePr>
        <p:xfrm>
          <a:off x="1589" y="1589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" name="think-cell Slide" r:id="rId79" imgW="270" imgH="270" progId="TCLayout.ActiveDocument.1">
                  <p:embed/>
                </p:oleObj>
              </mc:Choice>
              <mc:Fallback>
                <p:oleObj name="think-cell Slide" r:id="rId79" imgW="270" imgH="270" progId="TCLayout.ActiveDocument.1">
                  <p:embed/>
                  <p:pic>
                    <p:nvPicPr>
                      <p:cNvPr id="4" name="Object 3" hidden="1"/>
                      <p:cNvPicPr/>
                      <p:nvPr/>
                    </p:nvPicPr>
                    <p:blipFill>
                      <a:blip r:embed="rId80"/>
                      <a:stretch>
                        <a:fillRect/>
                      </a:stretch>
                    </p:blipFill>
                    <p:spPr>
                      <a:xfrm>
                        <a:off x="1589" y="1589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40214" y="648000"/>
            <a:ext cx="8824912" cy="437029"/>
          </a:xfrm>
          <a:prstGeom prst="rect">
            <a:avLst/>
          </a:prstGeom>
        </p:spPr>
        <p:txBody>
          <a:bodyPr vert="horz" lIns="0" tIns="45713" rIns="0" bIns="45713" rtlCol="0" anchor="ctr" anchorCtr="0">
            <a:spAutoFit/>
          </a:bodyPr>
          <a:lstStyle/>
          <a:p>
            <a:r>
              <a:rPr lang="en-AU" noProof="0" dirty="0"/>
              <a:t>Governing thought</a:t>
            </a:r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540000" y="1845192"/>
            <a:ext cx="8823600" cy="4030009"/>
          </a:xfrm>
          <a:prstGeom prst="rect">
            <a:avLst/>
          </a:prstGeom>
        </p:spPr>
        <p:txBody>
          <a:bodyPr vert="horz" lIns="0" tIns="45713" rIns="0" bIns="45713" rtlCol="0">
            <a:noAutofit/>
          </a:bodyPr>
          <a:lstStyle/>
          <a:p>
            <a:pPr lvl="0"/>
            <a:r>
              <a:rPr lang="en-AU" noProof="0" dirty="0"/>
              <a:t>Body</a:t>
            </a:r>
          </a:p>
          <a:p>
            <a:pPr lvl="1"/>
            <a:r>
              <a:rPr lang="en-AU" noProof="0" dirty="0"/>
              <a:t>Second level</a:t>
            </a:r>
          </a:p>
          <a:p>
            <a:pPr lvl="2"/>
            <a:r>
              <a:rPr lang="en-AU" noProof="0" dirty="0"/>
              <a:t>Third level</a:t>
            </a:r>
          </a:p>
          <a:p>
            <a:pPr lvl="3"/>
            <a:r>
              <a:rPr lang="en-AU" noProof="0" dirty="0"/>
              <a:t>Fourth level</a:t>
            </a:r>
          </a:p>
          <a:p>
            <a:pPr lvl="4"/>
            <a:r>
              <a:rPr lang="en-AU" noProof="0" dirty="0"/>
              <a:t>Fifth level</a:t>
            </a:r>
          </a:p>
          <a:p>
            <a:pPr lvl="5"/>
            <a:r>
              <a:rPr lang="en-AU" noProof="0" dirty="0"/>
              <a:t>Sixth level</a:t>
            </a:r>
          </a:p>
          <a:p>
            <a:pPr lvl="6"/>
            <a:r>
              <a:rPr lang="en-AU" noProof="0" dirty="0"/>
              <a:t>Seventh level</a:t>
            </a:r>
          </a:p>
          <a:p>
            <a:pPr lvl="7"/>
            <a:r>
              <a:rPr lang="en-AU" noProof="0" dirty="0"/>
              <a:t>Eight level</a:t>
            </a:r>
          </a:p>
        </p:txBody>
      </p:sp>
    </p:spTree>
    <p:extLst>
      <p:ext uri="{BB962C8B-B14F-4D97-AF65-F5344CB8AC3E}">
        <p14:creationId xmlns:p14="http://schemas.microsoft.com/office/powerpoint/2010/main" val="37133318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759" r:id="rId2"/>
    <p:sldLayoutId id="2147483730" r:id="rId3"/>
    <p:sldLayoutId id="2147483731" r:id="rId4"/>
    <p:sldLayoutId id="2147483732" r:id="rId5"/>
    <p:sldLayoutId id="2147483682" r:id="rId6"/>
    <p:sldLayoutId id="2147483786" r:id="rId7"/>
    <p:sldLayoutId id="2147483787" r:id="rId8"/>
    <p:sldLayoutId id="2147483793" r:id="rId9"/>
    <p:sldLayoutId id="2147483784" r:id="rId10"/>
    <p:sldLayoutId id="2147483789" r:id="rId11"/>
    <p:sldLayoutId id="2147483794" r:id="rId12"/>
    <p:sldLayoutId id="2147483785" r:id="rId13"/>
    <p:sldLayoutId id="2147483790" r:id="rId14"/>
    <p:sldLayoutId id="2147483795" r:id="rId15"/>
    <p:sldLayoutId id="2147483733" r:id="rId16"/>
    <p:sldLayoutId id="2147483729" r:id="rId17"/>
    <p:sldLayoutId id="2147483791" r:id="rId18"/>
    <p:sldLayoutId id="2147483726" r:id="rId19"/>
    <p:sldLayoutId id="2147483727" r:id="rId20"/>
    <p:sldLayoutId id="2147483728" r:id="rId21"/>
    <p:sldLayoutId id="2147483763" r:id="rId22"/>
    <p:sldLayoutId id="2147483764" r:id="rId23"/>
    <p:sldLayoutId id="2147483737" r:id="rId24"/>
    <p:sldLayoutId id="2147483738" r:id="rId25"/>
    <p:sldLayoutId id="2147483739" r:id="rId26"/>
    <p:sldLayoutId id="2147483740" r:id="rId27"/>
    <p:sldLayoutId id="2147483741" r:id="rId28"/>
    <p:sldLayoutId id="2147483742" r:id="rId29"/>
    <p:sldLayoutId id="2147483762" r:id="rId30"/>
    <p:sldLayoutId id="2147483723" r:id="rId31"/>
    <p:sldLayoutId id="2147483720" r:id="rId32"/>
    <p:sldLayoutId id="2147483770" r:id="rId33"/>
    <p:sldLayoutId id="2147483771" r:id="rId34"/>
    <p:sldLayoutId id="2147483777" r:id="rId35"/>
    <p:sldLayoutId id="2147483721" r:id="rId36"/>
    <p:sldLayoutId id="2147483746" r:id="rId37"/>
    <p:sldLayoutId id="2147483745" r:id="rId38"/>
    <p:sldLayoutId id="2147483747" r:id="rId39"/>
    <p:sldLayoutId id="2147483744" r:id="rId40"/>
    <p:sldLayoutId id="2147483748" r:id="rId41"/>
    <p:sldLayoutId id="2147483749" r:id="rId42"/>
    <p:sldLayoutId id="2147483716" r:id="rId43"/>
    <p:sldLayoutId id="2147483768" r:id="rId44"/>
    <p:sldLayoutId id="2147483690" r:id="rId45"/>
    <p:sldLayoutId id="2147483706" r:id="rId46"/>
    <p:sldLayoutId id="2147483673" r:id="rId47"/>
    <p:sldLayoutId id="2147483724" r:id="rId48"/>
    <p:sldLayoutId id="2147483783" r:id="rId49"/>
    <p:sldLayoutId id="2147483765" r:id="rId50"/>
    <p:sldLayoutId id="2147483766" r:id="rId51"/>
    <p:sldLayoutId id="2147483767" r:id="rId52"/>
    <p:sldLayoutId id="2147483778" r:id="rId53"/>
    <p:sldLayoutId id="2147483780" r:id="rId54"/>
    <p:sldLayoutId id="2147483779" r:id="rId55"/>
    <p:sldLayoutId id="2147483781" r:id="rId56"/>
    <p:sldLayoutId id="2147483750" r:id="rId57"/>
    <p:sldLayoutId id="2147483755" r:id="rId58"/>
    <p:sldLayoutId id="2147483753" r:id="rId59"/>
    <p:sldLayoutId id="2147483756" r:id="rId60"/>
    <p:sldLayoutId id="2147483751" r:id="rId61"/>
    <p:sldLayoutId id="2147483754" r:id="rId62"/>
    <p:sldLayoutId id="2147483757" r:id="rId63"/>
    <p:sldLayoutId id="2147483758" r:id="rId64"/>
    <p:sldLayoutId id="2147483718" r:id="rId65"/>
    <p:sldLayoutId id="2147483769" r:id="rId66"/>
    <p:sldLayoutId id="2147483772" r:id="rId67"/>
    <p:sldLayoutId id="2147483776" r:id="rId68"/>
    <p:sldLayoutId id="2147483773" r:id="rId69"/>
    <p:sldLayoutId id="2147483775" r:id="rId70"/>
    <p:sldLayoutId id="2147483774" r:id="rId71"/>
    <p:sldLayoutId id="2147483734" r:id="rId72"/>
    <p:sldLayoutId id="2147483735" r:id="rId73"/>
    <p:sldLayoutId id="2147483736" r:id="rId74"/>
    <p:sldLayoutId id="2147483752" r:id="rId75"/>
  </p:sldLayoutIdLst>
  <p:hf hdr="0" ftr="0" dt="0"/>
  <p:txStyles>
    <p:titleStyle>
      <a:lvl1pPr algn="l" defTabSz="914349" rtl="0" eaLnBrk="1" latinLnBrk="0" hangingPunct="1">
        <a:lnSpc>
          <a:spcPct val="80000"/>
        </a:lnSpc>
        <a:spcBef>
          <a:spcPct val="0"/>
        </a:spcBef>
        <a:buNone/>
        <a:defRPr sz="2800" kern="1200" baseline="0">
          <a:solidFill>
            <a:schemeClr val="bg2"/>
          </a:solidFill>
          <a:latin typeface="Segoe UI Semibold" panose="020B0702040204020203" pitchFamily="34" charset="0"/>
          <a:ea typeface="+mj-ea"/>
          <a:cs typeface="+mj-cs"/>
        </a:defRPr>
      </a:lvl1pPr>
    </p:titleStyle>
    <p:bodyStyle>
      <a:lvl1pPr marL="0" indent="0" algn="l" defTabSz="914349" rtl="0" eaLnBrk="1" latinLnBrk="0" hangingPunct="1">
        <a:spcBef>
          <a:spcPts val="1200"/>
        </a:spcBef>
        <a:buFont typeface="Arial" pitchFamily="34" charset="0"/>
        <a:buNone/>
        <a:defRPr sz="1400" kern="1200" spc="0">
          <a:solidFill>
            <a:schemeClr val="bg2"/>
          </a:solidFill>
          <a:latin typeface="Segoe UI" panose="020B0502040204020203" pitchFamily="34" charset="0"/>
          <a:ea typeface="Segoe UI" panose="020B0502040204020203" pitchFamily="34" charset="0"/>
          <a:cs typeface="Segoe UI" panose="020B0502040204020203" pitchFamily="34" charset="0"/>
        </a:defRPr>
      </a:lvl1pPr>
      <a:lvl2pPr marL="252000" indent="-252000" algn="l" defTabSz="914349" rtl="0" eaLnBrk="1" latinLnBrk="0" hangingPunct="1">
        <a:spcBef>
          <a:spcPts val="400"/>
        </a:spcBef>
        <a:buClrTx/>
        <a:buFont typeface="Arial" pitchFamily="34" charset="0"/>
        <a:buChar char="•"/>
        <a:defRPr sz="1400" kern="1200" spc="0">
          <a:solidFill>
            <a:schemeClr val="bg2"/>
          </a:solidFill>
          <a:latin typeface="Segoe UI" panose="020B0502040204020203" pitchFamily="34" charset="0"/>
          <a:ea typeface="Segoe UI" panose="020B0502040204020203" pitchFamily="34" charset="0"/>
          <a:cs typeface="Segoe UI" panose="020B0502040204020203" pitchFamily="34" charset="0"/>
        </a:defRPr>
      </a:lvl2pPr>
      <a:lvl3pPr marL="504000" indent="-252000" algn="l" defTabSz="914349" rtl="0" eaLnBrk="1" latinLnBrk="0" hangingPunct="1">
        <a:spcBef>
          <a:spcPts val="400"/>
        </a:spcBef>
        <a:buClrTx/>
        <a:buFont typeface="Segoe UI" panose="020B0502040204020203" pitchFamily="34" charset="0"/>
        <a:buChar char="–"/>
        <a:defRPr sz="1400" kern="1200" spc="0">
          <a:solidFill>
            <a:schemeClr val="bg2"/>
          </a:solidFill>
          <a:latin typeface="Segoe UI" panose="020B0502040204020203" pitchFamily="34" charset="0"/>
          <a:ea typeface="Segoe UI" panose="020B0502040204020203" pitchFamily="34" charset="0"/>
          <a:cs typeface="Segoe UI" panose="020B0502040204020203" pitchFamily="34" charset="0"/>
        </a:defRPr>
      </a:lvl3pPr>
      <a:lvl4pPr marL="756000" indent="-252000" algn="l" defTabSz="914349" rtl="0" eaLnBrk="1" latinLnBrk="0" hangingPunct="1">
        <a:spcBef>
          <a:spcPts val="400"/>
        </a:spcBef>
        <a:buClrTx/>
        <a:buFont typeface="Arial" pitchFamily="34" charset="0"/>
        <a:buChar char="•"/>
        <a:defRPr sz="1400" kern="1200" spc="0">
          <a:solidFill>
            <a:schemeClr val="bg2"/>
          </a:solidFill>
          <a:latin typeface="Segoe UI" panose="020B0502040204020203" pitchFamily="34" charset="0"/>
          <a:ea typeface="Segoe UI" panose="020B0502040204020203" pitchFamily="34" charset="0"/>
          <a:cs typeface="Segoe UI" panose="020B0502040204020203" pitchFamily="34" charset="0"/>
        </a:defRPr>
      </a:lvl4pPr>
      <a:lvl5pPr marL="1008000" indent="-252000" algn="l" defTabSz="914349" rtl="0" eaLnBrk="1" latinLnBrk="0" hangingPunct="1">
        <a:spcBef>
          <a:spcPts val="400"/>
        </a:spcBef>
        <a:buClrTx/>
        <a:buFont typeface="Segoe UI" panose="020B0502040204020203" pitchFamily="34" charset="0"/>
        <a:buChar char="–"/>
        <a:defRPr sz="1400" kern="1200" spc="0">
          <a:solidFill>
            <a:schemeClr val="bg2"/>
          </a:solidFill>
          <a:latin typeface="Segoe UI" panose="020B0502040204020203" pitchFamily="34" charset="0"/>
          <a:ea typeface="Segoe UI" panose="020B0502040204020203" pitchFamily="34" charset="0"/>
          <a:cs typeface="Segoe UI" panose="020B0502040204020203" pitchFamily="34" charset="0"/>
        </a:defRPr>
      </a:lvl5pPr>
      <a:lvl6pPr marL="504000" indent="-252000" algn="l" defTabSz="914349" rtl="0" eaLnBrk="1" latinLnBrk="0" hangingPunct="1">
        <a:spcBef>
          <a:spcPts val="400"/>
        </a:spcBef>
        <a:buClr>
          <a:schemeClr val="bg2"/>
        </a:buClr>
        <a:buFont typeface="+mj-lt"/>
        <a:buAutoNum type="arabicPeriod"/>
        <a:defRPr sz="1400" kern="1200" spc="0" baseline="0">
          <a:solidFill>
            <a:schemeClr val="bg2"/>
          </a:solidFill>
          <a:latin typeface="Segoe UI" panose="020B0502040204020203" pitchFamily="34" charset="0"/>
          <a:ea typeface="Segoe UI" panose="020B0502040204020203" pitchFamily="34" charset="0"/>
          <a:cs typeface="Segoe UI" panose="020B0502040204020203" pitchFamily="34" charset="0"/>
        </a:defRPr>
      </a:lvl6pPr>
      <a:lvl7pPr marL="756000" indent="-252000" algn="l" defTabSz="914349" rtl="0" eaLnBrk="1" latinLnBrk="0" hangingPunct="1">
        <a:spcBef>
          <a:spcPts val="400"/>
        </a:spcBef>
        <a:buClr>
          <a:schemeClr val="bg2"/>
        </a:buClr>
        <a:buFont typeface="+mj-lt"/>
        <a:buAutoNum type="alphaLcPeriod"/>
        <a:defRPr sz="1400" kern="1200" spc="0">
          <a:solidFill>
            <a:schemeClr val="bg2"/>
          </a:solidFill>
          <a:latin typeface="Segoe UI" panose="020B0502040204020203" pitchFamily="34" charset="0"/>
          <a:ea typeface="Segoe UI" panose="020B0502040204020203" pitchFamily="34" charset="0"/>
          <a:cs typeface="Segoe UI" panose="020B0502040204020203" pitchFamily="34" charset="0"/>
        </a:defRPr>
      </a:lvl7pPr>
      <a:lvl8pPr marL="1008000" indent="-252000" algn="l" defTabSz="914349" rtl="0" eaLnBrk="1" latinLnBrk="0" hangingPunct="1">
        <a:spcBef>
          <a:spcPts val="400"/>
        </a:spcBef>
        <a:buClr>
          <a:schemeClr val="bg2"/>
        </a:buClr>
        <a:buFont typeface="+mj-lt"/>
        <a:buAutoNum type="romanLcPeriod"/>
        <a:defRPr sz="1400" kern="1200" spc="0" baseline="0">
          <a:solidFill>
            <a:schemeClr val="bg2"/>
          </a:solidFill>
          <a:latin typeface="Segoe UI" panose="020B0502040204020203" pitchFamily="34" charset="0"/>
          <a:ea typeface="Segoe UI" panose="020B0502040204020203" pitchFamily="34" charset="0"/>
          <a:cs typeface="Segoe UI" panose="020B0502040204020203" pitchFamily="34" charset="0"/>
        </a:defRPr>
      </a:lvl8pPr>
      <a:lvl9pPr marL="3885982" indent="-228587" algn="l" defTabSz="914349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4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4" algn="l" defTabSz="91434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49" algn="l" defTabSz="91434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23" algn="l" defTabSz="91434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697" algn="l" defTabSz="91434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72" algn="l" defTabSz="91434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46" algn="l" defTabSz="91434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21" algn="l" defTabSz="91434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395" algn="l" defTabSz="91434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/>
          <p:cNvGraphicFramePr>
            <a:graphicFrameLocks noChangeAspect="1"/>
          </p:cNvGraphicFramePr>
          <p:nvPr>
            <p:custDataLst>
              <p:tags r:id="rId78"/>
            </p:custDataLst>
            <p:extLst>
              <p:ext uri="{D42A27DB-BD31-4B8C-83A1-F6EECF244321}">
                <p14:modId xmlns:p14="http://schemas.microsoft.com/office/powerpoint/2010/main" val="1531360432"/>
              </p:ext>
            </p:extLst>
          </p:nvPr>
        </p:nvGraphicFramePr>
        <p:xfrm>
          <a:off x="1589" y="1589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298" name="think-cell Slide" r:id="rId79" imgW="270" imgH="270" progId="TCLayout.ActiveDocument.1">
                  <p:embed/>
                </p:oleObj>
              </mc:Choice>
              <mc:Fallback>
                <p:oleObj name="think-cell Slide" r:id="rId79" imgW="270" imgH="270" progId="TCLayout.ActiveDocument.1">
                  <p:embed/>
                  <p:pic>
                    <p:nvPicPr>
                      <p:cNvPr id="4" name="Object 3" hidden="1"/>
                      <p:cNvPicPr/>
                      <p:nvPr/>
                    </p:nvPicPr>
                    <p:blipFill>
                      <a:blip r:embed="rId80"/>
                      <a:stretch>
                        <a:fillRect/>
                      </a:stretch>
                    </p:blipFill>
                    <p:spPr>
                      <a:xfrm>
                        <a:off x="1589" y="1589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40214" y="504000"/>
            <a:ext cx="8824912" cy="480117"/>
          </a:xfrm>
          <a:prstGeom prst="rect">
            <a:avLst/>
          </a:prstGeom>
        </p:spPr>
        <p:txBody>
          <a:bodyPr vert="horz" lIns="0" tIns="45713" rIns="0" bIns="45713" rtlCol="0" anchor="ctr" anchorCtr="0">
            <a:spAutoFit/>
          </a:bodyPr>
          <a:lstStyle/>
          <a:p>
            <a:r>
              <a:rPr lang="en-AU" noProof="0" dirty="0"/>
              <a:t>Governing thought</a:t>
            </a:r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540000" y="1845192"/>
            <a:ext cx="8823600" cy="4030009"/>
          </a:xfrm>
          <a:prstGeom prst="rect">
            <a:avLst/>
          </a:prstGeom>
        </p:spPr>
        <p:txBody>
          <a:bodyPr vert="horz" lIns="0" tIns="45713" rIns="0" bIns="45713" rtlCol="0">
            <a:noAutofit/>
          </a:bodyPr>
          <a:lstStyle/>
          <a:p>
            <a:pPr lvl="0"/>
            <a:r>
              <a:rPr lang="en-AU" noProof="0" dirty="0"/>
              <a:t>Body</a:t>
            </a:r>
          </a:p>
          <a:p>
            <a:pPr lvl="1"/>
            <a:r>
              <a:rPr lang="en-AU" noProof="0" dirty="0"/>
              <a:t>Second level</a:t>
            </a:r>
          </a:p>
          <a:p>
            <a:pPr lvl="2"/>
            <a:r>
              <a:rPr lang="en-AU" noProof="0" dirty="0"/>
              <a:t>Third level</a:t>
            </a:r>
          </a:p>
          <a:p>
            <a:pPr lvl="3"/>
            <a:r>
              <a:rPr lang="en-AU" noProof="0" dirty="0"/>
              <a:t>Fourth level</a:t>
            </a:r>
          </a:p>
          <a:p>
            <a:pPr lvl="4"/>
            <a:r>
              <a:rPr lang="en-AU" noProof="0" dirty="0"/>
              <a:t>Fifth level</a:t>
            </a:r>
          </a:p>
          <a:p>
            <a:pPr lvl="5"/>
            <a:r>
              <a:rPr lang="en-AU" noProof="0" dirty="0"/>
              <a:t>Sixth level</a:t>
            </a:r>
          </a:p>
          <a:p>
            <a:pPr lvl="6"/>
            <a:r>
              <a:rPr lang="en-AU" noProof="0" dirty="0"/>
              <a:t>Seventh level</a:t>
            </a:r>
          </a:p>
          <a:p>
            <a:pPr lvl="7"/>
            <a:r>
              <a:rPr lang="en-AU" noProof="0" dirty="0"/>
              <a:t>Eight level</a:t>
            </a:r>
          </a:p>
        </p:txBody>
      </p:sp>
    </p:spTree>
    <p:extLst>
      <p:ext uri="{BB962C8B-B14F-4D97-AF65-F5344CB8AC3E}">
        <p14:creationId xmlns:p14="http://schemas.microsoft.com/office/powerpoint/2010/main" val="10462739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7" r:id="rId1"/>
    <p:sldLayoutId id="2147483798" r:id="rId2"/>
    <p:sldLayoutId id="2147483799" r:id="rId3"/>
    <p:sldLayoutId id="2147483800" r:id="rId4"/>
    <p:sldLayoutId id="2147483801" r:id="rId5"/>
    <p:sldLayoutId id="2147483802" r:id="rId6"/>
    <p:sldLayoutId id="2147483803" r:id="rId7"/>
    <p:sldLayoutId id="2147483804" r:id="rId8"/>
    <p:sldLayoutId id="2147483805" r:id="rId9"/>
    <p:sldLayoutId id="2147483806" r:id="rId10"/>
    <p:sldLayoutId id="2147483807" r:id="rId11"/>
    <p:sldLayoutId id="2147483808" r:id="rId12"/>
    <p:sldLayoutId id="2147483809" r:id="rId13"/>
    <p:sldLayoutId id="2147483810" r:id="rId14"/>
    <p:sldLayoutId id="2147483811" r:id="rId15"/>
    <p:sldLayoutId id="2147483812" r:id="rId16"/>
    <p:sldLayoutId id="2147483813" r:id="rId17"/>
    <p:sldLayoutId id="2147483814" r:id="rId18"/>
    <p:sldLayoutId id="2147483815" r:id="rId19"/>
    <p:sldLayoutId id="2147483816" r:id="rId20"/>
    <p:sldLayoutId id="2147483817" r:id="rId21"/>
    <p:sldLayoutId id="2147483818" r:id="rId22"/>
    <p:sldLayoutId id="2147483819" r:id="rId23"/>
    <p:sldLayoutId id="2147483820" r:id="rId24"/>
    <p:sldLayoutId id="2147483821" r:id="rId25"/>
    <p:sldLayoutId id="2147483822" r:id="rId26"/>
    <p:sldLayoutId id="2147483823" r:id="rId27"/>
    <p:sldLayoutId id="2147483824" r:id="rId28"/>
    <p:sldLayoutId id="2147483825" r:id="rId29"/>
    <p:sldLayoutId id="2147483826" r:id="rId30"/>
    <p:sldLayoutId id="2147483827" r:id="rId31"/>
    <p:sldLayoutId id="2147483828" r:id="rId32"/>
    <p:sldLayoutId id="2147483829" r:id="rId33"/>
    <p:sldLayoutId id="2147483830" r:id="rId34"/>
    <p:sldLayoutId id="2147483831" r:id="rId35"/>
    <p:sldLayoutId id="2147483832" r:id="rId36"/>
    <p:sldLayoutId id="2147483833" r:id="rId37"/>
    <p:sldLayoutId id="2147483834" r:id="rId38"/>
    <p:sldLayoutId id="2147483835" r:id="rId39"/>
    <p:sldLayoutId id="2147483836" r:id="rId40"/>
    <p:sldLayoutId id="2147483837" r:id="rId41"/>
    <p:sldLayoutId id="2147483838" r:id="rId42"/>
    <p:sldLayoutId id="2147483839" r:id="rId43"/>
    <p:sldLayoutId id="2147483840" r:id="rId44"/>
    <p:sldLayoutId id="2147483841" r:id="rId45"/>
    <p:sldLayoutId id="2147483842" r:id="rId46"/>
    <p:sldLayoutId id="2147483843" r:id="rId47"/>
    <p:sldLayoutId id="2147483844" r:id="rId48"/>
    <p:sldLayoutId id="2147483845" r:id="rId49"/>
    <p:sldLayoutId id="2147483846" r:id="rId50"/>
    <p:sldLayoutId id="2147483847" r:id="rId51"/>
    <p:sldLayoutId id="2147483848" r:id="rId52"/>
    <p:sldLayoutId id="2147483849" r:id="rId53"/>
    <p:sldLayoutId id="2147483850" r:id="rId54"/>
    <p:sldLayoutId id="2147483851" r:id="rId55"/>
    <p:sldLayoutId id="2147483852" r:id="rId56"/>
    <p:sldLayoutId id="2147483853" r:id="rId57"/>
    <p:sldLayoutId id="2147483854" r:id="rId58"/>
    <p:sldLayoutId id="2147483855" r:id="rId59"/>
    <p:sldLayoutId id="2147483856" r:id="rId60"/>
    <p:sldLayoutId id="2147483857" r:id="rId61"/>
    <p:sldLayoutId id="2147483858" r:id="rId62"/>
    <p:sldLayoutId id="2147483859" r:id="rId63"/>
    <p:sldLayoutId id="2147483860" r:id="rId64"/>
    <p:sldLayoutId id="2147483861" r:id="rId65"/>
    <p:sldLayoutId id="2147483862" r:id="rId66"/>
    <p:sldLayoutId id="2147483863" r:id="rId67"/>
    <p:sldLayoutId id="2147483864" r:id="rId68"/>
    <p:sldLayoutId id="2147483865" r:id="rId69"/>
    <p:sldLayoutId id="2147483866" r:id="rId70"/>
    <p:sldLayoutId id="2147483867" r:id="rId71"/>
    <p:sldLayoutId id="2147483868" r:id="rId72"/>
    <p:sldLayoutId id="2147483869" r:id="rId73"/>
    <p:sldLayoutId id="2147483870" r:id="rId74"/>
    <p:sldLayoutId id="2147483871" r:id="rId75"/>
  </p:sldLayoutIdLst>
  <p:hf hdr="0" ftr="0" dt="0"/>
  <p:txStyles>
    <p:titleStyle>
      <a:lvl1pPr algn="l" defTabSz="914349" rtl="0" eaLnBrk="1" latinLnBrk="0" hangingPunct="1">
        <a:lnSpc>
          <a:spcPct val="90000"/>
        </a:lnSpc>
        <a:spcBef>
          <a:spcPct val="0"/>
        </a:spcBef>
        <a:buNone/>
        <a:defRPr sz="2800" kern="1200" baseline="0">
          <a:solidFill>
            <a:schemeClr val="bg2"/>
          </a:solidFill>
          <a:latin typeface="Segoe UI Semibold" panose="020B0702040204020203" pitchFamily="34" charset="0"/>
          <a:ea typeface="+mj-ea"/>
          <a:cs typeface="+mj-cs"/>
        </a:defRPr>
      </a:lvl1pPr>
    </p:titleStyle>
    <p:bodyStyle>
      <a:lvl1pPr marL="0" indent="0" algn="l" defTabSz="914349" rtl="0" eaLnBrk="1" latinLnBrk="0" hangingPunct="1">
        <a:spcBef>
          <a:spcPts val="1200"/>
        </a:spcBef>
        <a:buFont typeface="Arial" pitchFamily="34" charset="0"/>
        <a:buNone/>
        <a:defRPr sz="1400" kern="1200" spc="0">
          <a:solidFill>
            <a:schemeClr val="bg2"/>
          </a:solidFill>
          <a:latin typeface="Segoe UI" panose="020B0502040204020203" pitchFamily="34" charset="0"/>
          <a:ea typeface="Segoe UI" panose="020B0502040204020203" pitchFamily="34" charset="0"/>
          <a:cs typeface="Segoe UI" panose="020B0502040204020203" pitchFamily="34" charset="0"/>
        </a:defRPr>
      </a:lvl1pPr>
      <a:lvl2pPr marL="252000" indent="-252000" algn="l" defTabSz="914349" rtl="0" eaLnBrk="1" latinLnBrk="0" hangingPunct="1">
        <a:spcBef>
          <a:spcPts val="400"/>
        </a:spcBef>
        <a:buClrTx/>
        <a:buFont typeface="Arial" pitchFamily="34" charset="0"/>
        <a:buChar char="•"/>
        <a:defRPr sz="1400" kern="1200" spc="0">
          <a:solidFill>
            <a:schemeClr val="bg2"/>
          </a:solidFill>
          <a:latin typeface="Segoe UI" panose="020B0502040204020203" pitchFamily="34" charset="0"/>
          <a:ea typeface="Segoe UI" panose="020B0502040204020203" pitchFamily="34" charset="0"/>
          <a:cs typeface="Segoe UI" panose="020B0502040204020203" pitchFamily="34" charset="0"/>
        </a:defRPr>
      </a:lvl2pPr>
      <a:lvl3pPr marL="504000" indent="-252000" algn="l" defTabSz="914349" rtl="0" eaLnBrk="1" latinLnBrk="0" hangingPunct="1">
        <a:spcBef>
          <a:spcPts val="400"/>
        </a:spcBef>
        <a:buClrTx/>
        <a:buFont typeface="Segoe UI" panose="020B0502040204020203" pitchFamily="34" charset="0"/>
        <a:buChar char="–"/>
        <a:defRPr sz="1400" kern="1200" spc="0">
          <a:solidFill>
            <a:schemeClr val="bg2"/>
          </a:solidFill>
          <a:latin typeface="Segoe UI" panose="020B0502040204020203" pitchFamily="34" charset="0"/>
          <a:ea typeface="Segoe UI" panose="020B0502040204020203" pitchFamily="34" charset="0"/>
          <a:cs typeface="Segoe UI" panose="020B0502040204020203" pitchFamily="34" charset="0"/>
        </a:defRPr>
      </a:lvl3pPr>
      <a:lvl4pPr marL="756000" indent="-252000" algn="l" defTabSz="914349" rtl="0" eaLnBrk="1" latinLnBrk="0" hangingPunct="1">
        <a:spcBef>
          <a:spcPts val="400"/>
        </a:spcBef>
        <a:buClrTx/>
        <a:buFont typeface="Arial" pitchFamily="34" charset="0"/>
        <a:buChar char="•"/>
        <a:defRPr sz="1400" kern="1200" spc="0">
          <a:solidFill>
            <a:schemeClr val="bg2"/>
          </a:solidFill>
          <a:latin typeface="Segoe UI" panose="020B0502040204020203" pitchFamily="34" charset="0"/>
          <a:ea typeface="Segoe UI" panose="020B0502040204020203" pitchFamily="34" charset="0"/>
          <a:cs typeface="Segoe UI" panose="020B0502040204020203" pitchFamily="34" charset="0"/>
        </a:defRPr>
      </a:lvl4pPr>
      <a:lvl5pPr marL="1008000" indent="-252000" algn="l" defTabSz="914349" rtl="0" eaLnBrk="1" latinLnBrk="0" hangingPunct="1">
        <a:spcBef>
          <a:spcPts val="400"/>
        </a:spcBef>
        <a:buClrTx/>
        <a:buFont typeface="Segoe UI" panose="020B0502040204020203" pitchFamily="34" charset="0"/>
        <a:buChar char="–"/>
        <a:defRPr sz="1400" kern="1200" spc="0">
          <a:solidFill>
            <a:schemeClr val="bg2"/>
          </a:solidFill>
          <a:latin typeface="Segoe UI" panose="020B0502040204020203" pitchFamily="34" charset="0"/>
          <a:ea typeface="Segoe UI" panose="020B0502040204020203" pitchFamily="34" charset="0"/>
          <a:cs typeface="Segoe UI" panose="020B0502040204020203" pitchFamily="34" charset="0"/>
        </a:defRPr>
      </a:lvl5pPr>
      <a:lvl6pPr marL="504000" indent="-252000" algn="l" defTabSz="914349" rtl="0" eaLnBrk="1" latinLnBrk="0" hangingPunct="1">
        <a:spcBef>
          <a:spcPts val="400"/>
        </a:spcBef>
        <a:buClr>
          <a:schemeClr val="bg2"/>
        </a:buClr>
        <a:buFont typeface="+mj-lt"/>
        <a:buAutoNum type="arabicPeriod"/>
        <a:defRPr sz="1400" kern="1200" spc="0" baseline="0">
          <a:solidFill>
            <a:schemeClr val="bg2"/>
          </a:solidFill>
          <a:latin typeface="Segoe UI" panose="020B0502040204020203" pitchFamily="34" charset="0"/>
          <a:ea typeface="Segoe UI" panose="020B0502040204020203" pitchFamily="34" charset="0"/>
          <a:cs typeface="Segoe UI" panose="020B0502040204020203" pitchFamily="34" charset="0"/>
        </a:defRPr>
      </a:lvl6pPr>
      <a:lvl7pPr marL="756000" indent="-252000" algn="l" defTabSz="914349" rtl="0" eaLnBrk="1" latinLnBrk="0" hangingPunct="1">
        <a:spcBef>
          <a:spcPts val="400"/>
        </a:spcBef>
        <a:buClr>
          <a:schemeClr val="bg2"/>
        </a:buClr>
        <a:buFont typeface="+mj-lt"/>
        <a:buAutoNum type="alphaLcPeriod"/>
        <a:defRPr sz="1400" kern="1200" spc="0">
          <a:solidFill>
            <a:schemeClr val="bg2"/>
          </a:solidFill>
          <a:latin typeface="Segoe UI" panose="020B0502040204020203" pitchFamily="34" charset="0"/>
          <a:ea typeface="Segoe UI" panose="020B0502040204020203" pitchFamily="34" charset="0"/>
          <a:cs typeface="Segoe UI" panose="020B0502040204020203" pitchFamily="34" charset="0"/>
        </a:defRPr>
      </a:lvl7pPr>
      <a:lvl8pPr marL="1008000" indent="-252000" algn="l" defTabSz="914349" rtl="0" eaLnBrk="1" latinLnBrk="0" hangingPunct="1">
        <a:spcBef>
          <a:spcPts val="400"/>
        </a:spcBef>
        <a:buClr>
          <a:schemeClr val="bg2"/>
        </a:buClr>
        <a:buFont typeface="+mj-lt"/>
        <a:buAutoNum type="romanLcPeriod"/>
        <a:defRPr sz="1400" kern="1200" spc="0" baseline="0">
          <a:solidFill>
            <a:schemeClr val="bg2"/>
          </a:solidFill>
          <a:latin typeface="Segoe UI" panose="020B0502040204020203" pitchFamily="34" charset="0"/>
          <a:ea typeface="Segoe UI" panose="020B0502040204020203" pitchFamily="34" charset="0"/>
          <a:cs typeface="Segoe UI" panose="020B0502040204020203" pitchFamily="34" charset="0"/>
        </a:defRPr>
      </a:lvl8pPr>
      <a:lvl9pPr marL="3885982" indent="-228587" algn="l" defTabSz="914349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4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4" algn="l" defTabSz="91434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49" algn="l" defTabSz="91434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23" algn="l" defTabSz="91434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697" algn="l" defTabSz="91434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72" algn="l" defTabSz="91434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46" algn="l" defTabSz="91434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21" algn="l" defTabSz="91434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395" algn="l" defTabSz="91434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/>
          <p:cNvGraphicFramePr>
            <a:graphicFrameLocks noChangeAspect="1"/>
          </p:cNvGraphicFramePr>
          <p:nvPr>
            <p:custDataLst>
              <p:tags r:id="rId79"/>
            </p:custDataLst>
            <p:extLst>
              <p:ext uri="{D42A27DB-BD31-4B8C-83A1-F6EECF244321}">
                <p14:modId xmlns:p14="http://schemas.microsoft.com/office/powerpoint/2010/main" val="3598405002"/>
              </p:ext>
            </p:extLst>
          </p:nvPr>
        </p:nvGraphicFramePr>
        <p:xfrm>
          <a:off x="1589" y="1589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570" name="think-cell Slide" r:id="rId80" imgW="270" imgH="270" progId="TCLayout.ActiveDocument.1">
                  <p:embed/>
                </p:oleObj>
              </mc:Choice>
              <mc:Fallback>
                <p:oleObj name="think-cell Slide" r:id="rId80" imgW="270" imgH="270" progId="TCLayout.ActiveDocument.1">
                  <p:embed/>
                  <p:pic>
                    <p:nvPicPr>
                      <p:cNvPr id="4" name="Object 3" hidden="1"/>
                      <p:cNvPicPr/>
                      <p:nvPr/>
                    </p:nvPicPr>
                    <p:blipFill>
                      <a:blip r:embed="rId81"/>
                      <a:stretch>
                        <a:fillRect/>
                      </a:stretch>
                    </p:blipFill>
                    <p:spPr>
                      <a:xfrm>
                        <a:off x="1589" y="1589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40214" y="504000"/>
            <a:ext cx="8824912" cy="480117"/>
          </a:xfrm>
          <a:prstGeom prst="rect">
            <a:avLst/>
          </a:prstGeom>
        </p:spPr>
        <p:txBody>
          <a:bodyPr vert="horz" lIns="0" tIns="45713" rIns="0" bIns="45713" rtlCol="0" anchor="ctr" anchorCtr="0">
            <a:spAutoFit/>
          </a:bodyPr>
          <a:lstStyle/>
          <a:p>
            <a:r>
              <a:rPr lang="en-AU" noProof="0" dirty="0"/>
              <a:t>Governing thought</a:t>
            </a:r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540000" y="1845192"/>
            <a:ext cx="8823600" cy="4030009"/>
          </a:xfrm>
          <a:prstGeom prst="rect">
            <a:avLst/>
          </a:prstGeom>
        </p:spPr>
        <p:txBody>
          <a:bodyPr vert="horz" lIns="0" tIns="45713" rIns="0" bIns="45713" rtlCol="0">
            <a:noAutofit/>
          </a:bodyPr>
          <a:lstStyle/>
          <a:p>
            <a:pPr lvl="0"/>
            <a:r>
              <a:rPr lang="en-AU" noProof="0" dirty="0"/>
              <a:t>Body</a:t>
            </a:r>
          </a:p>
          <a:p>
            <a:pPr lvl="1"/>
            <a:r>
              <a:rPr lang="en-AU" noProof="0" dirty="0"/>
              <a:t>Second level</a:t>
            </a:r>
          </a:p>
          <a:p>
            <a:pPr lvl="2"/>
            <a:r>
              <a:rPr lang="en-AU" noProof="0" dirty="0"/>
              <a:t>Third level</a:t>
            </a:r>
          </a:p>
          <a:p>
            <a:pPr lvl="3"/>
            <a:r>
              <a:rPr lang="en-AU" noProof="0" dirty="0"/>
              <a:t>Fourth level</a:t>
            </a:r>
          </a:p>
          <a:p>
            <a:pPr lvl="4"/>
            <a:r>
              <a:rPr lang="en-AU" noProof="0" dirty="0"/>
              <a:t>Fifth level</a:t>
            </a:r>
          </a:p>
          <a:p>
            <a:pPr lvl="5"/>
            <a:r>
              <a:rPr lang="en-AU" noProof="0" dirty="0"/>
              <a:t>Sixth level</a:t>
            </a:r>
          </a:p>
          <a:p>
            <a:pPr lvl="6"/>
            <a:r>
              <a:rPr lang="en-AU" noProof="0" dirty="0"/>
              <a:t>Seventh level</a:t>
            </a:r>
          </a:p>
          <a:p>
            <a:pPr lvl="7"/>
            <a:r>
              <a:rPr lang="en-AU" noProof="0" dirty="0"/>
              <a:t>Eight level</a:t>
            </a:r>
          </a:p>
        </p:txBody>
      </p:sp>
    </p:spTree>
    <p:extLst>
      <p:ext uri="{BB962C8B-B14F-4D97-AF65-F5344CB8AC3E}">
        <p14:creationId xmlns:p14="http://schemas.microsoft.com/office/powerpoint/2010/main" val="41809272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73" r:id="rId1"/>
    <p:sldLayoutId id="2147483874" r:id="rId2"/>
    <p:sldLayoutId id="2147483875" r:id="rId3"/>
    <p:sldLayoutId id="2147483876" r:id="rId4"/>
    <p:sldLayoutId id="2147483877" r:id="rId5"/>
    <p:sldLayoutId id="2147483878" r:id="rId6"/>
    <p:sldLayoutId id="2147483879" r:id="rId7"/>
    <p:sldLayoutId id="2147483880" r:id="rId8"/>
    <p:sldLayoutId id="2147483881" r:id="rId9"/>
    <p:sldLayoutId id="2147483882" r:id="rId10"/>
    <p:sldLayoutId id="2147483883" r:id="rId11"/>
    <p:sldLayoutId id="2147483884" r:id="rId12"/>
    <p:sldLayoutId id="2147483885" r:id="rId13"/>
    <p:sldLayoutId id="2147483886" r:id="rId14"/>
    <p:sldLayoutId id="2147483887" r:id="rId15"/>
    <p:sldLayoutId id="2147483888" r:id="rId16"/>
    <p:sldLayoutId id="2147483889" r:id="rId17"/>
    <p:sldLayoutId id="2147483890" r:id="rId18"/>
    <p:sldLayoutId id="2147483891" r:id="rId19"/>
    <p:sldLayoutId id="2147483892" r:id="rId20"/>
    <p:sldLayoutId id="2147483893" r:id="rId21"/>
    <p:sldLayoutId id="2147483894" r:id="rId22"/>
    <p:sldLayoutId id="2147483895" r:id="rId23"/>
    <p:sldLayoutId id="2147483896" r:id="rId24"/>
    <p:sldLayoutId id="2147483897" r:id="rId25"/>
    <p:sldLayoutId id="2147483898" r:id="rId26"/>
    <p:sldLayoutId id="2147483899" r:id="rId27"/>
    <p:sldLayoutId id="2147483900" r:id="rId28"/>
    <p:sldLayoutId id="2147483901" r:id="rId29"/>
    <p:sldLayoutId id="2147483902" r:id="rId30"/>
    <p:sldLayoutId id="2147483903" r:id="rId31"/>
    <p:sldLayoutId id="2147483904" r:id="rId32"/>
    <p:sldLayoutId id="2147483905" r:id="rId33"/>
    <p:sldLayoutId id="2147483906" r:id="rId34"/>
    <p:sldLayoutId id="2147483907" r:id="rId35"/>
    <p:sldLayoutId id="2147483908" r:id="rId36"/>
    <p:sldLayoutId id="2147483909" r:id="rId37"/>
    <p:sldLayoutId id="2147483910" r:id="rId38"/>
    <p:sldLayoutId id="2147483911" r:id="rId39"/>
    <p:sldLayoutId id="2147483912" r:id="rId40"/>
    <p:sldLayoutId id="2147483913" r:id="rId41"/>
    <p:sldLayoutId id="2147483914" r:id="rId42"/>
    <p:sldLayoutId id="2147483915" r:id="rId43"/>
    <p:sldLayoutId id="2147483916" r:id="rId44"/>
    <p:sldLayoutId id="2147483917" r:id="rId45"/>
    <p:sldLayoutId id="2147483918" r:id="rId46"/>
    <p:sldLayoutId id="2147483919" r:id="rId47"/>
    <p:sldLayoutId id="2147483920" r:id="rId48"/>
    <p:sldLayoutId id="2147483921" r:id="rId49"/>
    <p:sldLayoutId id="2147483922" r:id="rId50"/>
    <p:sldLayoutId id="2147483923" r:id="rId51"/>
    <p:sldLayoutId id="2147483924" r:id="rId52"/>
    <p:sldLayoutId id="2147483925" r:id="rId53"/>
    <p:sldLayoutId id="2147483926" r:id="rId54"/>
    <p:sldLayoutId id="2147483927" r:id="rId55"/>
    <p:sldLayoutId id="2147483928" r:id="rId56"/>
    <p:sldLayoutId id="2147483929" r:id="rId57"/>
    <p:sldLayoutId id="2147483930" r:id="rId58"/>
    <p:sldLayoutId id="2147483931" r:id="rId59"/>
    <p:sldLayoutId id="2147483932" r:id="rId60"/>
    <p:sldLayoutId id="2147483933" r:id="rId61"/>
    <p:sldLayoutId id="2147483934" r:id="rId62"/>
    <p:sldLayoutId id="2147483935" r:id="rId63"/>
    <p:sldLayoutId id="2147483936" r:id="rId64"/>
    <p:sldLayoutId id="2147483937" r:id="rId65"/>
    <p:sldLayoutId id="2147483938" r:id="rId66"/>
    <p:sldLayoutId id="2147483939" r:id="rId67"/>
    <p:sldLayoutId id="2147483940" r:id="rId68"/>
    <p:sldLayoutId id="2147483941" r:id="rId69"/>
    <p:sldLayoutId id="2147483942" r:id="rId70"/>
    <p:sldLayoutId id="2147483943" r:id="rId71"/>
    <p:sldLayoutId id="2147483944" r:id="rId72"/>
    <p:sldLayoutId id="2147483945" r:id="rId73"/>
    <p:sldLayoutId id="2147483946" r:id="rId74"/>
    <p:sldLayoutId id="2147483947" r:id="rId75"/>
    <p:sldLayoutId id="2147483948" r:id="rId76"/>
  </p:sldLayoutIdLst>
  <p:hf hdr="0" ftr="0" dt="0"/>
  <p:txStyles>
    <p:titleStyle>
      <a:lvl1pPr algn="l" defTabSz="914349" rtl="0" eaLnBrk="1" latinLnBrk="0" hangingPunct="1">
        <a:lnSpc>
          <a:spcPct val="90000"/>
        </a:lnSpc>
        <a:spcBef>
          <a:spcPct val="0"/>
        </a:spcBef>
        <a:buNone/>
        <a:defRPr sz="2800" kern="1200" baseline="0">
          <a:solidFill>
            <a:schemeClr val="bg2"/>
          </a:solidFill>
          <a:latin typeface="Segoe UI Semibold" panose="020B0702040204020203" pitchFamily="34" charset="0"/>
          <a:ea typeface="+mj-ea"/>
          <a:cs typeface="+mj-cs"/>
        </a:defRPr>
      </a:lvl1pPr>
    </p:titleStyle>
    <p:bodyStyle>
      <a:lvl1pPr marL="0" indent="0" algn="l" defTabSz="914349" rtl="0" eaLnBrk="1" latinLnBrk="0" hangingPunct="1">
        <a:spcBef>
          <a:spcPts val="1200"/>
        </a:spcBef>
        <a:buFont typeface="Arial" pitchFamily="34" charset="0"/>
        <a:buNone/>
        <a:defRPr sz="1400" kern="1200" spc="0">
          <a:solidFill>
            <a:schemeClr val="bg2"/>
          </a:solidFill>
          <a:latin typeface="Segoe UI" panose="020B0502040204020203" pitchFamily="34" charset="0"/>
          <a:ea typeface="Segoe UI" panose="020B0502040204020203" pitchFamily="34" charset="0"/>
          <a:cs typeface="Segoe UI" panose="020B0502040204020203" pitchFamily="34" charset="0"/>
        </a:defRPr>
      </a:lvl1pPr>
      <a:lvl2pPr marL="252000" indent="-252000" algn="l" defTabSz="914349" rtl="0" eaLnBrk="1" latinLnBrk="0" hangingPunct="1">
        <a:spcBef>
          <a:spcPts val="400"/>
        </a:spcBef>
        <a:buClrTx/>
        <a:buFont typeface="Arial" pitchFamily="34" charset="0"/>
        <a:buChar char="•"/>
        <a:defRPr sz="1400" kern="1200" spc="0">
          <a:solidFill>
            <a:schemeClr val="bg2"/>
          </a:solidFill>
          <a:latin typeface="Segoe UI" panose="020B0502040204020203" pitchFamily="34" charset="0"/>
          <a:ea typeface="Segoe UI" panose="020B0502040204020203" pitchFamily="34" charset="0"/>
          <a:cs typeface="Segoe UI" panose="020B0502040204020203" pitchFamily="34" charset="0"/>
        </a:defRPr>
      </a:lvl2pPr>
      <a:lvl3pPr marL="504000" indent="-252000" algn="l" defTabSz="914349" rtl="0" eaLnBrk="1" latinLnBrk="0" hangingPunct="1">
        <a:spcBef>
          <a:spcPts val="400"/>
        </a:spcBef>
        <a:buClrTx/>
        <a:buFont typeface="Segoe UI" panose="020B0502040204020203" pitchFamily="34" charset="0"/>
        <a:buChar char="–"/>
        <a:defRPr sz="1400" kern="1200" spc="0">
          <a:solidFill>
            <a:schemeClr val="bg2"/>
          </a:solidFill>
          <a:latin typeface="Segoe UI" panose="020B0502040204020203" pitchFamily="34" charset="0"/>
          <a:ea typeface="Segoe UI" panose="020B0502040204020203" pitchFamily="34" charset="0"/>
          <a:cs typeface="Segoe UI" panose="020B0502040204020203" pitchFamily="34" charset="0"/>
        </a:defRPr>
      </a:lvl3pPr>
      <a:lvl4pPr marL="756000" indent="-252000" algn="l" defTabSz="914349" rtl="0" eaLnBrk="1" latinLnBrk="0" hangingPunct="1">
        <a:spcBef>
          <a:spcPts val="400"/>
        </a:spcBef>
        <a:buClrTx/>
        <a:buFont typeface="Arial" pitchFamily="34" charset="0"/>
        <a:buChar char="•"/>
        <a:defRPr sz="1400" kern="1200" spc="0">
          <a:solidFill>
            <a:schemeClr val="bg2"/>
          </a:solidFill>
          <a:latin typeface="Segoe UI" panose="020B0502040204020203" pitchFamily="34" charset="0"/>
          <a:ea typeface="Segoe UI" panose="020B0502040204020203" pitchFamily="34" charset="0"/>
          <a:cs typeface="Segoe UI" panose="020B0502040204020203" pitchFamily="34" charset="0"/>
        </a:defRPr>
      </a:lvl4pPr>
      <a:lvl5pPr marL="1008000" indent="-252000" algn="l" defTabSz="914349" rtl="0" eaLnBrk="1" latinLnBrk="0" hangingPunct="1">
        <a:spcBef>
          <a:spcPts val="400"/>
        </a:spcBef>
        <a:buClrTx/>
        <a:buFont typeface="Segoe UI" panose="020B0502040204020203" pitchFamily="34" charset="0"/>
        <a:buChar char="–"/>
        <a:defRPr sz="1400" kern="1200" spc="0">
          <a:solidFill>
            <a:schemeClr val="bg2"/>
          </a:solidFill>
          <a:latin typeface="Segoe UI" panose="020B0502040204020203" pitchFamily="34" charset="0"/>
          <a:ea typeface="Segoe UI" panose="020B0502040204020203" pitchFamily="34" charset="0"/>
          <a:cs typeface="Segoe UI" panose="020B0502040204020203" pitchFamily="34" charset="0"/>
        </a:defRPr>
      </a:lvl5pPr>
      <a:lvl6pPr marL="504000" indent="-252000" algn="l" defTabSz="914349" rtl="0" eaLnBrk="1" latinLnBrk="0" hangingPunct="1">
        <a:spcBef>
          <a:spcPts val="400"/>
        </a:spcBef>
        <a:buClr>
          <a:schemeClr val="bg2"/>
        </a:buClr>
        <a:buFont typeface="+mj-lt"/>
        <a:buAutoNum type="arabicPeriod"/>
        <a:defRPr sz="1400" kern="1200" spc="0" baseline="0">
          <a:solidFill>
            <a:schemeClr val="bg2"/>
          </a:solidFill>
          <a:latin typeface="Segoe UI" panose="020B0502040204020203" pitchFamily="34" charset="0"/>
          <a:ea typeface="Segoe UI" panose="020B0502040204020203" pitchFamily="34" charset="0"/>
          <a:cs typeface="Segoe UI" panose="020B0502040204020203" pitchFamily="34" charset="0"/>
        </a:defRPr>
      </a:lvl6pPr>
      <a:lvl7pPr marL="756000" indent="-252000" algn="l" defTabSz="914349" rtl="0" eaLnBrk="1" latinLnBrk="0" hangingPunct="1">
        <a:spcBef>
          <a:spcPts val="400"/>
        </a:spcBef>
        <a:buClr>
          <a:schemeClr val="bg2"/>
        </a:buClr>
        <a:buFont typeface="+mj-lt"/>
        <a:buAutoNum type="alphaLcPeriod"/>
        <a:defRPr sz="1400" kern="1200" spc="0">
          <a:solidFill>
            <a:schemeClr val="bg2"/>
          </a:solidFill>
          <a:latin typeface="Segoe UI" panose="020B0502040204020203" pitchFamily="34" charset="0"/>
          <a:ea typeface="Segoe UI" panose="020B0502040204020203" pitchFamily="34" charset="0"/>
          <a:cs typeface="Segoe UI" panose="020B0502040204020203" pitchFamily="34" charset="0"/>
        </a:defRPr>
      </a:lvl7pPr>
      <a:lvl8pPr marL="1008000" indent="-252000" algn="l" defTabSz="914349" rtl="0" eaLnBrk="1" latinLnBrk="0" hangingPunct="1">
        <a:spcBef>
          <a:spcPts val="400"/>
        </a:spcBef>
        <a:buClr>
          <a:schemeClr val="bg2"/>
        </a:buClr>
        <a:buFont typeface="+mj-lt"/>
        <a:buAutoNum type="romanLcPeriod"/>
        <a:defRPr sz="1400" kern="1200" spc="0" baseline="0">
          <a:solidFill>
            <a:schemeClr val="bg2"/>
          </a:solidFill>
          <a:latin typeface="Segoe UI" panose="020B0502040204020203" pitchFamily="34" charset="0"/>
          <a:ea typeface="Segoe UI" panose="020B0502040204020203" pitchFamily="34" charset="0"/>
          <a:cs typeface="Segoe UI" panose="020B0502040204020203" pitchFamily="34" charset="0"/>
        </a:defRPr>
      </a:lvl8pPr>
      <a:lvl9pPr marL="3885982" indent="-228587" algn="l" defTabSz="914349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4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4" algn="l" defTabSz="91434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49" algn="l" defTabSz="91434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23" algn="l" defTabSz="91434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697" algn="l" defTabSz="91434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72" algn="l" defTabSz="91434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46" algn="l" defTabSz="91434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21" algn="l" defTabSz="91434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395" algn="l" defTabSz="91434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1.xml"/>
</Relationships>

</file>

<file path=ppt/slides/_rels/slide2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/Relationships>

</file>

<file path=ppt/slides/_rels/slide3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19.xml"/>
</Relationships>

</file>

<file path=ppt/slides/_rels/slide4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19.xml"/>
</Relationships>

</file>

<file path=ppt/slides/_rels/slide5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19.xml"/>
</Relationships>

</file>

<file path=ppt/slides/_rels/slide6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30.xml"/>
</Relationships>

</file>

<file path=ppt/slides/_rels/slide7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30.xml"/>
</Relationships>

</file>

<file path=ppt/slides/_rels/slide8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/Relationships>

</file>

<file path=ppt/slides/_rels/slide9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19.xml"/>
</Relationships>

</file>

<file path=ppt/slides/_rels/slide10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19.xml"/>
</Relationships>

</file>

<file path=ppt/slides/_rels/slide1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19.xml"/>
</Relationships>

</file>

<file path=ppt/slides/_rels/slide12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19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body" sz="quarter" idx="10" hasCustomPrompt="1"/>
          </p:nvPr>
        </p:nvSpPr>
        <p:spPr>
          <a:xfrm>
            <a:off x="540000" y="3716363"/>
            <a:ext cx="7618023" cy="1080790"/>
          </a:xfrm>
        </p:spPr>
        <p:txBody>
          <a:bodyPr/>
          <a:lstStyle/>
          <a:p>
            <a:r>
              <a:rPr/>
              <a:t>MBassy statistics</a:t>
            </a:r>
          </a:p>
        </p:txBody>
      </p:sp>
      <p:sp>
        <p:nvSpPr>
          <p:cNvPr id="3" name="Subtitle"/>
          <p:cNvSpPr>
            <a:spLocks noGrp="1"/>
          </p:cNvSpPr>
          <p:nvPr>
            <p:ph type="body" sz="quarter" idx="11" hasCustomPrompt="1"/>
          </p:nvPr>
        </p:nvSpPr>
        <p:spPr>
          <a:xfrm>
            <a:off x="540000" y="4941912"/>
            <a:ext cx="7618023" cy="503312"/>
          </a:xfrm>
        </p:spPr>
        <p:txBody>
          <a:bodyPr/>
          <a:lstStyle/>
          <a:p>
            <a:r>
              <a:rPr/>
              <a:t>2023-04-01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title"/>
          <p:cNvSpPr>
            <a:spLocks noGrp="1"/>
          </p:cNvSpPr>
          <p:nvPr>
            <p:ph type="body" sz="quarter" idx="10" hasCustomPrompt="1"/>
          </p:nvPr>
        </p:nvSpPr>
        <p:spPr>
          <a:xfrm>
            <a:off x="540000" y="4148411"/>
            <a:ext cx="6825934" cy="1080790"/>
          </a:xfrm>
        </p:spPr>
        <p:txBody>
          <a:bodyPr/>
          <a:lstStyle/>
          <a:p>
            <a:r>
              <a:rPr/>
              <a:t>Student registration analysis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verning Thought"/>
          <p:cNvSpPr>
            <a:spLocks noGrp="1"/>
          </p:cNvSpPr>
          <p:nvPr>
            <p:ph type="title" hasCustomPrompt="1"/>
          </p:nvPr>
        </p:nvSpPr>
        <p:spPr>
          <a:xfrm>
            <a:off x="540000" y="504000"/>
            <a:ext cx="8820000" cy="504056"/>
          </a:xfrm>
        </p:spPr>
        <p:txBody>
          <a:bodyPr/>
          <a:lstStyle/>
          <a:p>
            <a:r>
              <a:rPr/>
              <a:t>Breakdown of unique students by number of terms attended</a:t>
            </a:r>
          </a:p>
        </p:txBody>
      </p:sp>
      <p:grpSp xmlns:pic="http://schemas.openxmlformats.org/drawingml/2006/picture">
        <p:nvGrpSpPr>
          <p:cNvPr id="3" name="Chart 1"/>
          <p:cNvGrpSpPr/>
          <p:nvPr/>
        </p:nvGrpSpPr>
        <p:grpSpPr>
          <a:xfrm>
            <a:off x="539999" y="1916113"/>
            <a:ext cx="8820001" cy="3745135"/>
            <a:chOff x="539999" y="1916113"/>
            <a:chExt cx="8820001" cy="3745135"/>
          </a:xfrm>
        </p:grpSpPr>
        <p:sp>
          <p:nvSpPr>
            <p:cNvPr id="4" name="rc3"/>
            <p:cNvSpPr/>
            <p:nvPr/>
          </p:nvSpPr>
          <p:spPr>
            <a:xfrm>
              <a:off x="539999" y="1916113"/>
              <a:ext cx="8820001" cy="374513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4"/>
            <p:cNvSpPr/>
            <p:nvPr/>
          </p:nvSpPr>
          <p:spPr>
            <a:xfrm>
              <a:off x="539999" y="1916113"/>
              <a:ext cx="8820000" cy="3745134"/>
            </a:xfrm>
            <a:prstGeom prst="rect">
              <a:avLst/>
            </a:prstGeom>
            <a:solidFill>
              <a:srgbClr val="E6E6E1">
                <a:alpha val="100000"/>
              </a:srgbClr>
            </a:solidFill>
            <a:ln w="14782" cap="rnd">
              <a:solidFill>
                <a:srgbClr val="E6E6E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rc5"/>
            <p:cNvSpPr/>
            <p:nvPr/>
          </p:nvSpPr>
          <p:spPr>
            <a:xfrm>
              <a:off x="1114517" y="2242321"/>
              <a:ext cx="8166282" cy="2948290"/>
            </a:xfrm>
            <a:prstGeom prst="rect">
              <a:avLst/>
            </a:prstGeom>
            <a:solidFill>
              <a:srgbClr val="E6E6E1">
                <a:alpha val="100000"/>
              </a:srgbClr>
            </a:solidFill>
            <a:ln w="14782" cap="rnd">
              <a:solidFill>
                <a:srgbClr val="E6E6E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rc6"/>
            <p:cNvSpPr/>
            <p:nvPr/>
          </p:nvSpPr>
          <p:spPr>
            <a:xfrm>
              <a:off x="1485711" y="2461422"/>
              <a:ext cx="1713206" cy="2595176"/>
            </a:xfrm>
            <a:prstGeom prst="rect">
              <a:avLst/>
            </a:prstGeom>
            <a:solidFill>
              <a:srgbClr val="F8981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" name="rc7"/>
            <p:cNvSpPr/>
            <p:nvPr/>
          </p:nvSpPr>
          <p:spPr>
            <a:xfrm>
              <a:off x="3389274" y="4439712"/>
              <a:ext cx="1713206" cy="616886"/>
            </a:xfrm>
            <a:prstGeom prst="rect">
              <a:avLst/>
            </a:prstGeom>
            <a:solidFill>
              <a:srgbClr val="F8981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" name="rc8"/>
            <p:cNvSpPr/>
            <p:nvPr/>
          </p:nvSpPr>
          <p:spPr>
            <a:xfrm>
              <a:off x="5292836" y="4865151"/>
              <a:ext cx="1713206" cy="191447"/>
            </a:xfrm>
            <a:prstGeom prst="rect">
              <a:avLst/>
            </a:prstGeom>
            <a:solidFill>
              <a:srgbClr val="F8981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" name="rc9"/>
            <p:cNvSpPr/>
            <p:nvPr/>
          </p:nvSpPr>
          <p:spPr>
            <a:xfrm>
              <a:off x="7196399" y="4907695"/>
              <a:ext cx="1713206" cy="148903"/>
            </a:xfrm>
            <a:prstGeom prst="rect">
              <a:avLst/>
            </a:prstGeom>
            <a:solidFill>
              <a:srgbClr val="F8981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" name="tx10"/>
            <p:cNvSpPr/>
            <p:nvPr/>
          </p:nvSpPr>
          <p:spPr>
            <a:xfrm>
              <a:off x="2228947" y="2325058"/>
              <a:ext cx="226735" cy="10036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3">
                  <a:solidFill>
                    <a:srgbClr val="00264D">
                      <a:alpha val="100000"/>
                    </a:srgbClr>
                  </a:solidFill>
                  <a:latin typeface="Segoe UI"/>
                  <a:cs typeface="Segoe UI"/>
                </a:rPr>
                <a:t>122</a:t>
              </a:r>
            </a:p>
          </p:txBody>
        </p:sp>
        <p:sp>
          <p:nvSpPr>
            <p:cNvPr id="12" name="tx11"/>
            <p:cNvSpPr/>
            <p:nvPr/>
          </p:nvSpPr>
          <p:spPr>
            <a:xfrm>
              <a:off x="4170298" y="4302185"/>
              <a:ext cx="151157" cy="10152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3">
                  <a:solidFill>
                    <a:srgbClr val="00264D">
                      <a:alpha val="100000"/>
                    </a:srgbClr>
                  </a:solidFill>
                  <a:latin typeface="Segoe UI"/>
                  <a:cs typeface="Segoe UI"/>
                </a:rPr>
                <a:t>29</a:t>
              </a:r>
            </a:p>
          </p:txBody>
        </p:sp>
        <p:sp>
          <p:nvSpPr>
            <p:cNvPr id="13" name="tx12"/>
            <p:cNvSpPr/>
            <p:nvPr/>
          </p:nvSpPr>
          <p:spPr>
            <a:xfrm>
              <a:off x="6111650" y="4727623"/>
              <a:ext cx="75578" cy="10152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3">
                  <a:solidFill>
                    <a:srgbClr val="00264D">
                      <a:alpha val="100000"/>
                    </a:srgbClr>
                  </a:solidFill>
                  <a:latin typeface="Segoe UI"/>
                  <a:cs typeface="Segoe UI"/>
                </a:rPr>
                <a:t>9</a:t>
              </a:r>
            </a:p>
          </p:txBody>
        </p:sp>
        <p:sp>
          <p:nvSpPr>
            <p:cNvPr id="14" name="tx13"/>
            <p:cNvSpPr/>
            <p:nvPr/>
          </p:nvSpPr>
          <p:spPr>
            <a:xfrm>
              <a:off x="8015212" y="4773522"/>
              <a:ext cx="75578" cy="981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3">
                  <a:solidFill>
                    <a:srgbClr val="00264D">
                      <a:alpha val="100000"/>
                    </a:srgbClr>
                  </a:solidFill>
                  <a:latin typeface="Segoe UI"/>
                  <a:cs typeface="Segoe UI"/>
                </a:rPr>
                <a:t>7</a:t>
              </a:r>
            </a:p>
          </p:txBody>
        </p:sp>
        <p:sp>
          <p:nvSpPr>
            <p:cNvPr id="15" name="pl14"/>
            <p:cNvSpPr/>
            <p:nvPr/>
          </p:nvSpPr>
          <p:spPr>
            <a:xfrm>
              <a:off x="1114517" y="2242321"/>
              <a:ext cx="0" cy="2948290"/>
            </a:xfrm>
            <a:custGeom>
              <a:avLst/>
              <a:pathLst>
                <a:path w="0" h="2948290">
                  <a:moveTo>
                    <a:pt x="0" y="2948290"/>
                  </a:moveTo>
                  <a:lnTo>
                    <a:pt x="0" y="0"/>
                  </a:lnTo>
                </a:path>
              </a:pathLst>
            </a:custGeom>
            <a:ln w="7182" cap="flat">
              <a:solidFill>
                <a:srgbClr val="0026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tx15"/>
            <p:cNvSpPr/>
            <p:nvPr/>
          </p:nvSpPr>
          <p:spPr>
            <a:xfrm>
              <a:off x="964040" y="4999597"/>
              <a:ext cx="82153" cy="11035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264D">
                      <a:alpha val="100000"/>
                    </a:srgbClr>
                  </a:solidFill>
                  <a:latin typeface="Segoe UI"/>
                  <a:cs typeface="Segoe UI"/>
                </a:rPr>
                <a:t>0</a:t>
              </a:r>
            </a:p>
          </p:txBody>
        </p:sp>
        <p:sp>
          <p:nvSpPr>
            <p:cNvPr id="17" name="tx16"/>
            <p:cNvSpPr/>
            <p:nvPr/>
          </p:nvSpPr>
          <p:spPr>
            <a:xfrm>
              <a:off x="881887" y="3936000"/>
              <a:ext cx="164306" cy="11035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264D">
                      <a:alpha val="100000"/>
                    </a:srgbClr>
                  </a:solidFill>
                  <a:latin typeface="Segoe UI"/>
                  <a:cs typeface="Segoe UI"/>
                </a:rPr>
                <a:t>50</a:t>
              </a:r>
            </a:p>
          </p:txBody>
        </p:sp>
        <p:sp>
          <p:nvSpPr>
            <p:cNvPr id="18" name="tx17"/>
            <p:cNvSpPr/>
            <p:nvPr/>
          </p:nvSpPr>
          <p:spPr>
            <a:xfrm>
              <a:off x="799734" y="2871808"/>
              <a:ext cx="246459" cy="11095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264D">
                      <a:alpha val="100000"/>
                    </a:srgbClr>
                  </a:solidFill>
                  <a:latin typeface="Segoe UI"/>
                  <a:cs typeface="Segoe UI"/>
                </a:rPr>
                <a:t>100</a:t>
              </a:r>
            </a:p>
          </p:txBody>
        </p:sp>
        <p:sp>
          <p:nvSpPr>
            <p:cNvPr id="19" name="pl18"/>
            <p:cNvSpPr/>
            <p:nvPr/>
          </p:nvSpPr>
          <p:spPr>
            <a:xfrm>
              <a:off x="1076559" y="5056598"/>
              <a:ext cx="37957" cy="0"/>
            </a:xfrm>
            <a:custGeom>
              <a:avLst/>
              <a:pathLst>
                <a:path w="37957" h="0">
                  <a:moveTo>
                    <a:pt x="0" y="0"/>
                  </a:moveTo>
                  <a:lnTo>
                    <a:pt x="37957" y="0"/>
                  </a:lnTo>
                </a:path>
              </a:pathLst>
            </a:custGeom>
            <a:ln w="14782" cap="flat">
              <a:solidFill>
                <a:srgbClr val="0026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19"/>
            <p:cNvSpPr/>
            <p:nvPr/>
          </p:nvSpPr>
          <p:spPr>
            <a:xfrm>
              <a:off x="1076559" y="3993001"/>
              <a:ext cx="37957" cy="0"/>
            </a:xfrm>
            <a:custGeom>
              <a:avLst/>
              <a:pathLst>
                <a:path w="37957" h="0">
                  <a:moveTo>
                    <a:pt x="0" y="0"/>
                  </a:moveTo>
                  <a:lnTo>
                    <a:pt x="37957" y="0"/>
                  </a:lnTo>
                </a:path>
              </a:pathLst>
            </a:custGeom>
            <a:ln w="14782" cap="flat">
              <a:solidFill>
                <a:srgbClr val="0026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0"/>
            <p:cNvSpPr/>
            <p:nvPr/>
          </p:nvSpPr>
          <p:spPr>
            <a:xfrm>
              <a:off x="1076559" y="2929404"/>
              <a:ext cx="37957" cy="0"/>
            </a:xfrm>
            <a:custGeom>
              <a:avLst/>
              <a:pathLst>
                <a:path w="37957" h="0">
                  <a:moveTo>
                    <a:pt x="0" y="0"/>
                  </a:moveTo>
                  <a:lnTo>
                    <a:pt x="37957" y="0"/>
                  </a:lnTo>
                </a:path>
              </a:pathLst>
            </a:custGeom>
            <a:ln w="14782" cap="flat">
              <a:solidFill>
                <a:srgbClr val="0026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1"/>
            <p:cNvSpPr/>
            <p:nvPr/>
          </p:nvSpPr>
          <p:spPr>
            <a:xfrm>
              <a:off x="1114517" y="5190611"/>
              <a:ext cx="8166282" cy="0"/>
            </a:xfrm>
            <a:custGeom>
              <a:avLst/>
              <a:pathLst>
                <a:path w="8166282" h="0">
                  <a:moveTo>
                    <a:pt x="0" y="0"/>
                  </a:moveTo>
                  <a:lnTo>
                    <a:pt x="8166282" y="0"/>
                  </a:lnTo>
                </a:path>
              </a:pathLst>
            </a:custGeom>
            <a:ln w="7182" cap="flat">
              <a:solidFill>
                <a:srgbClr val="0026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2"/>
            <p:cNvSpPr/>
            <p:nvPr/>
          </p:nvSpPr>
          <p:spPr>
            <a:xfrm>
              <a:off x="2342314" y="5190611"/>
              <a:ext cx="0" cy="37957"/>
            </a:xfrm>
            <a:custGeom>
              <a:avLst/>
              <a:pathLst>
                <a:path w="0" h="37957">
                  <a:moveTo>
                    <a:pt x="0" y="37957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0026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3"/>
            <p:cNvSpPr/>
            <p:nvPr/>
          </p:nvSpPr>
          <p:spPr>
            <a:xfrm>
              <a:off x="4245877" y="5190611"/>
              <a:ext cx="0" cy="37957"/>
            </a:xfrm>
            <a:custGeom>
              <a:avLst/>
              <a:pathLst>
                <a:path w="0" h="37957">
                  <a:moveTo>
                    <a:pt x="0" y="37957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0026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4"/>
            <p:cNvSpPr/>
            <p:nvPr/>
          </p:nvSpPr>
          <p:spPr>
            <a:xfrm>
              <a:off x="6149439" y="5190611"/>
              <a:ext cx="0" cy="37957"/>
            </a:xfrm>
            <a:custGeom>
              <a:avLst/>
              <a:pathLst>
                <a:path w="0" h="37957">
                  <a:moveTo>
                    <a:pt x="0" y="37957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0026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5"/>
            <p:cNvSpPr/>
            <p:nvPr/>
          </p:nvSpPr>
          <p:spPr>
            <a:xfrm>
              <a:off x="8053002" y="5190611"/>
              <a:ext cx="0" cy="37957"/>
            </a:xfrm>
            <a:custGeom>
              <a:avLst/>
              <a:pathLst>
                <a:path w="0" h="37957">
                  <a:moveTo>
                    <a:pt x="0" y="37957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0026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tx26"/>
            <p:cNvSpPr/>
            <p:nvPr/>
          </p:nvSpPr>
          <p:spPr>
            <a:xfrm>
              <a:off x="2301238" y="5256554"/>
              <a:ext cx="82153" cy="1090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264D">
                      <a:alpha val="100000"/>
                    </a:srgbClr>
                  </a:solidFill>
                  <a:latin typeface="Segoe UI"/>
                  <a:cs typeface="Segoe UI"/>
                </a:rPr>
                <a:t>1</a:t>
              </a:r>
            </a:p>
          </p:txBody>
        </p:sp>
        <p:sp>
          <p:nvSpPr>
            <p:cNvPr id="28" name="tx27"/>
            <p:cNvSpPr/>
            <p:nvPr/>
          </p:nvSpPr>
          <p:spPr>
            <a:xfrm>
              <a:off x="4204800" y="5257149"/>
              <a:ext cx="82153" cy="1084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264D">
                      <a:alpha val="100000"/>
                    </a:srgbClr>
                  </a:solidFill>
                  <a:latin typeface="Segoe UI"/>
                  <a:cs typeface="Segoe UI"/>
                </a:rPr>
                <a:t>2</a:t>
              </a:r>
            </a:p>
          </p:txBody>
        </p:sp>
        <p:sp>
          <p:nvSpPr>
            <p:cNvPr id="29" name="tx28"/>
            <p:cNvSpPr/>
            <p:nvPr/>
          </p:nvSpPr>
          <p:spPr>
            <a:xfrm>
              <a:off x="6108363" y="5255289"/>
              <a:ext cx="82153" cy="11035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264D">
                      <a:alpha val="100000"/>
                    </a:srgbClr>
                  </a:solidFill>
                  <a:latin typeface="Segoe UI"/>
                  <a:cs typeface="Segoe UI"/>
                </a:rPr>
                <a:t>3</a:t>
              </a:r>
            </a:p>
          </p:txBody>
        </p:sp>
        <p:sp>
          <p:nvSpPr>
            <p:cNvPr id="30" name="tx29"/>
            <p:cNvSpPr/>
            <p:nvPr/>
          </p:nvSpPr>
          <p:spPr>
            <a:xfrm>
              <a:off x="8011925" y="5258935"/>
              <a:ext cx="82153" cy="1067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264D">
                      <a:alpha val="100000"/>
                    </a:srgbClr>
                  </a:solidFill>
                  <a:latin typeface="Segoe UI"/>
                  <a:cs typeface="Segoe UI"/>
                </a:rPr>
                <a:t>4</a:t>
              </a:r>
            </a:p>
          </p:txBody>
        </p:sp>
        <p:sp>
          <p:nvSpPr>
            <p:cNvPr id="31" name="tx30"/>
            <p:cNvSpPr/>
            <p:nvPr/>
          </p:nvSpPr>
          <p:spPr>
            <a:xfrm>
              <a:off x="4121928" y="5465813"/>
              <a:ext cx="2151459" cy="11623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264D">
                      <a:alpha val="100000"/>
                    </a:srgbClr>
                  </a:solidFill>
                  <a:latin typeface="Segoe UI"/>
                  <a:cs typeface="Segoe UI"/>
                </a:rPr>
                <a:t>Total number of terms attended</a:t>
              </a:r>
            </a:p>
          </p:txBody>
        </p:sp>
        <p:sp>
          <p:nvSpPr>
            <p:cNvPr id="32" name="tx31"/>
            <p:cNvSpPr/>
            <p:nvPr/>
          </p:nvSpPr>
          <p:spPr>
            <a:xfrm rot="-5400000">
              <a:off x="-15590" y="3658349"/>
              <a:ext cx="1348829" cy="11623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264D">
                      <a:alpha val="100000"/>
                    </a:srgbClr>
                  </a:solidFill>
                  <a:latin typeface="Segoe UI"/>
                  <a:cs typeface="Segoe UI"/>
                </a:rPr>
                <a:t>Number of students</a:t>
              </a:r>
            </a:p>
          </p:txBody>
        </p:sp>
        <p:sp>
          <p:nvSpPr>
            <p:cNvPr id="33" name="tx32"/>
            <p:cNvSpPr/>
            <p:nvPr/>
          </p:nvSpPr>
          <p:spPr>
            <a:xfrm>
              <a:off x="1114517" y="1932135"/>
              <a:ext cx="5223599" cy="1804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 b="1">
                  <a:solidFill>
                    <a:srgbClr val="00264D">
                      <a:alpha val="100000"/>
                    </a:srgbClr>
                  </a:solidFill>
                  <a:latin typeface="Segoe UI"/>
                  <a:cs typeface="Segoe UI"/>
                </a:rPr>
                <a:t>Breakdown of unique students by number of terms attended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verning Thought"/>
          <p:cNvSpPr>
            <a:spLocks noGrp="1"/>
          </p:cNvSpPr>
          <p:nvPr>
            <p:ph type="title" hasCustomPrompt="1"/>
          </p:nvPr>
        </p:nvSpPr>
        <p:spPr>
          <a:xfrm>
            <a:off x="540000" y="504000"/>
            <a:ext cx="8820000" cy="504056"/>
          </a:xfrm>
        </p:spPr>
        <p:txBody>
          <a:bodyPr/>
          <a:lstStyle/>
          <a:p>
            <a:r>
              <a:rPr/>
              <a:t>Number of unique students per term broken down by upfront registrations(since Term 4 2022)</a:t>
            </a:r>
          </a:p>
        </p:txBody>
      </p:sp>
      <p:grpSp xmlns:pic="http://schemas.openxmlformats.org/drawingml/2006/picture">
        <p:nvGrpSpPr>
          <p:cNvPr id="3" name="Chart 1"/>
          <p:cNvGrpSpPr/>
          <p:nvPr/>
        </p:nvGrpSpPr>
        <p:grpSpPr>
          <a:xfrm>
            <a:off x="539999" y="1916113"/>
            <a:ext cx="8820001" cy="3745135"/>
            <a:chOff x="539999" y="1916113"/>
            <a:chExt cx="8820001" cy="3745135"/>
          </a:xfrm>
        </p:grpSpPr>
        <p:sp>
          <p:nvSpPr>
            <p:cNvPr id="4" name="rc3"/>
            <p:cNvSpPr/>
            <p:nvPr/>
          </p:nvSpPr>
          <p:spPr>
            <a:xfrm>
              <a:off x="539999" y="1916113"/>
              <a:ext cx="8820001" cy="374513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4"/>
            <p:cNvSpPr/>
            <p:nvPr/>
          </p:nvSpPr>
          <p:spPr>
            <a:xfrm>
              <a:off x="539999" y="1916113"/>
              <a:ext cx="8820000" cy="3745135"/>
            </a:xfrm>
            <a:prstGeom prst="rect">
              <a:avLst/>
            </a:prstGeom>
            <a:solidFill>
              <a:srgbClr val="E6E6E1">
                <a:alpha val="100000"/>
              </a:srgbClr>
            </a:solidFill>
            <a:ln w="14782" cap="rnd">
              <a:solidFill>
                <a:srgbClr val="E6E6E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rc5"/>
            <p:cNvSpPr/>
            <p:nvPr/>
          </p:nvSpPr>
          <p:spPr>
            <a:xfrm>
              <a:off x="1114517" y="2242321"/>
              <a:ext cx="8166282" cy="2260581"/>
            </a:xfrm>
            <a:prstGeom prst="rect">
              <a:avLst/>
            </a:prstGeom>
            <a:solidFill>
              <a:srgbClr val="E6E6E1">
                <a:alpha val="100000"/>
              </a:srgbClr>
            </a:solidFill>
            <a:ln w="14782" cap="rnd">
              <a:solidFill>
                <a:srgbClr val="E6E6E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rc6"/>
            <p:cNvSpPr/>
            <p:nvPr/>
          </p:nvSpPr>
          <p:spPr>
            <a:xfrm>
              <a:off x="1406170" y="3351641"/>
              <a:ext cx="1749917" cy="398432"/>
            </a:xfrm>
            <a:prstGeom prst="rect">
              <a:avLst/>
            </a:prstGeom>
            <a:solidFill>
              <a:srgbClr val="F8981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" name="rc7"/>
            <p:cNvSpPr/>
            <p:nvPr/>
          </p:nvSpPr>
          <p:spPr>
            <a:xfrm>
              <a:off x="1406170" y="3750074"/>
              <a:ext cx="1749917" cy="650074"/>
            </a:xfrm>
            <a:prstGeom prst="rect">
              <a:avLst/>
            </a:prstGeom>
            <a:solidFill>
              <a:srgbClr val="00264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" name="rc8"/>
            <p:cNvSpPr/>
            <p:nvPr/>
          </p:nvSpPr>
          <p:spPr>
            <a:xfrm>
              <a:off x="3350523" y="3561343"/>
              <a:ext cx="1749917" cy="419402"/>
            </a:xfrm>
            <a:prstGeom prst="rect">
              <a:avLst/>
            </a:prstGeom>
            <a:solidFill>
              <a:srgbClr val="F8981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" name="rc9"/>
            <p:cNvSpPr/>
            <p:nvPr/>
          </p:nvSpPr>
          <p:spPr>
            <a:xfrm>
              <a:off x="3350523" y="3980746"/>
              <a:ext cx="1749917" cy="419402"/>
            </a:xfrm>
            <a:prstGeom prst="rect">
              <a:avLst/>
            </a:prstGeom>
            <a:solidFill>
              <a:srgbClr val="00264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" name="rc10"/>
            <p:cNvSpPr/>
            <p:nvPr/>
          </p:nvSpPr>
          <p:spPr>
            <a:xfrm>
              <a:off x="5294876" y="2345074"/>
              <a:ext cx="1749917" cy="1174328"/>
            </a:xfrm>
            <a:prstGeom prst="rect">
              <a:avLst/>
            </a:prstGeom>
            <a:solidFill>
              <a:srgbClr val="F8981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" name="rc11"/>
            <p:cNvSpPr/>
            <p:nvPr/>
          </p:nvSpPr>
          <p:spPr>
            <a:xfrm>
              <a:off x="5294876" y="3519402"/>
              <a:ext cx="1749917" cy="880746"/>
            </a:xfrm>
            <a:prstGeom prst="rect">
              <a:avLst/>
            </a:prstGeom>
            <a:solidFill>
              <a:srgbClr val="00264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" name="rc12"/>
            <p:cNvSpPr/>
            <p:nvPr/>
          </p:nvSpPr>
          <p:spPr>
            <a:xfrm>
              <a:off x="7239229" y="3414552"/>
              <a:ext cx="1749917" cy="314552"/>
            </a:xfrm>
            <a:prstGeom prst="rect">
              <a:avLst/>
            </a:prstGeom>
            <a:solidFill>
              <a:srgbClr val="F8981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" name="rc13"/>
            <p:cNvSpPr/>
            <p:nvPr/>
          </p:nvSpPr>
          <p:spPr>
            <a:xfrm>
              <a:off x="7239229" y="3729104"/>
              <a:ext cx="1749917" cy="671044"/>
            </a:xfrm>
            <a:prstGeom prst="rect">
              <a:avLst/>
            </a:prstGeom>
            <a:solidFill>
              <a:srgbClr val="00264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" name="tx14"/>
            <p:cNvSpPr/>
            <p:nvPr/>
          </p:nvSpPr>
          <p:spPr>
            <a:xfrm>
              <a:off x="2095194" y="3498418"/>
              <a:ext cx="371868" cy="10152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3">
                  <a:solidFill>
                    <a:srgbClr val="FFFFFF">
                      <a:alpha val="100000"/>
                    </a:srgbClr>
                  </a:solidFill>
                  <a:latin typeface="Segoe UI"/>
                  <a:cs typeface="Segoe UI"/>
                </a:rPr>
                <a:t>38.0%</a:t>
              </a:r>
            </a:p>
          </p:txBody>
        </p:sp>
        <p:sp>
          <p:nvSpPr>
            <p:cNvPr id="16" name="tx15"/>
            <p:cNvSpPr/>
            <p:nvPr/>
          </p:nvSpPr>
          <p:spPr>
            <a:xfrm>
              <a:off x="2095194" y="4022672"/>
              <a:ext cx="371868" cy="10152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3">
                  <a:solidFill>
                    <a:srgbClr val="FFFFFF">
                      <a:alpha val="100000"/>
                    </a:srgbClr>
                  </a:solidFill>
                  <a:latin typeface="Segoe UI"/>
                  <a:cs typeface="Segoe UI"/>
                </a:rPr>
                <a:t>62.0%</a:t>
              </a:r>
            </a:p>
          </p:txBody>
        </p:sp>
        <p:sp>
          <p:nvSpPr>
            <p:cNvPr id="17" name="tx16"/>
            <p:cNvSpPr/>
            <p:nvPr/>
          </p:nvSpPr>
          <p:spPr>
            <a:xfrm>
              <a:off x="4039547" y="3718605"/>
              <a:ext cx="371868" cy="10152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3">
                  <a:solidFill>
                    <a:srgbClr val="FFFFFF">
                      <a:alpha val="100000"/>
                    </a:srgbClr>
                  </a:solidFill>
                  <a:latin typeface="Segoe UI"/>
                  <a:cs typeface="Segoe UI"/>
                </a:rPr>
                <a:t>50.0%</a:t>
              </a:r>
            </a:p>
          </p:txBody>
        </p:sp>
        <p:sp>
          <p:nvSpPr>
            <p:cNvPr id="18" name="tx17"/>
            <p:cNvSpPr/>
            <p:nvPr/>
          </p:nvSpPr>
          <p:spPr>
            <a:xfrm>
              <a:off x="4039547" y="4138007"/>
              <a:ext cx="371868" cy="10152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3">
                  <a:solidFill>
                    <a:srgbClr val="FFFFFF">
                      <a:alpha val="100000"/>
                    </a:srgbClr>
                  </a:solidFill>
                  <a:latin typeface="Segoe UI"/>
                  <a:cs typeface="Segoe UI"/>
                </a:rPr>
                <a:t>50.0%</a:t>
              </a:r>
            </a:p>
          </p:txBody>
        </p:sp>
        <p:sp>
          <p:nvSpPr>
            <p:cNvPr id="19" name="tx18"/>
            <p:cNvSpPr/>
            <p:nvPr/>
          </p:nvSpPr>
          <p:spPr>
            <a:xfrm>
              <a:off x="5983900" y="2879251"/>
              <a:ext cx="371868" cy="10207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3">
                  <a:solidFill>
                    <a:srgbClr val="FFFFFF">
                      <a:alpha val="100000"/>
                    </a:srgbClr>
                  </a:solidFill>
                  <a:latin typeface="Segoe UI"/>
                  <a:cs typeface="Segoe UI"/>
                </a:rPr>
                <a:t>57.1%</a:t>
              </a:r>
            </a:p>
          </p:txBody>
        </p:sp>
        <p:sp>
          <p:nvSpPr>
            <p:cNvPr id="20" name="tx19"/>
            <p:cNvSpPr/>
            <p:nvPr/>
          </p:nvSpPr>
          <p:spPr>
            <a:xfrm>
              <a:off x="5983900" y="3907336"/>
              <a:ext cx="371868" cy="10152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3">
                  <a:solidFill>
                    <a:srgbClr val="FFFFFF">
                      <a:alpha val="100000"/>
                    </a:srgbClr>
                  </a:solidFill>
                  <a:latin typeface="Segoe UI"/>
                  <a:cs typeface="Segoe UI"/>
                </a:rPr>
                <a:t>42.9%</a:t>
              </a:r>
            </a:p>
          </p:txBody>
        </p:sp>
        <p:sp>
          <p:nvSpPr>
            <p:cNvPr id="21" name="tx20"/>
            <p:cNvSpPr/>
            <p:nvPr/>
          </p:nvSpPr>
          <p:spPr>
            <a:xfrm>
              <a:off x="7928253" y="3518841"/>
              <a:ext cx="371868" cy="10207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3">
                  <a:solidFill>
                    <a:srgbClr val="FFFFFF">
                      <a:alpha val="100000"/>
                    </a:srgbClr>
                  </a:solidFill>
                  <a:latin typeface="Segoe UI"/>
                  <a:cs typeface="Segoe UI"/>
                </a:rPr>
                <a:t>31.9%</a:t>
              </a:r>
            </a:p>
          </p:txBody>
        </p:sp>
        <p:sp>
          <p:nvSpPr>
            <p:cNvPr id="22" name="tx21"/>
            <p:cNvSpPr/>
            <p:nvPr/>
          </p:nvSpPr>
          <p:spPr>
            <a:xfrm>
              <a:off x="7928253" y="4011639"/>
              <a:ext cx="371868" cy="10207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3">
                  <a:solidFill>
                    <a:srgbClr val="FFFFFF">
                      <a:alpha val="100000"/>
                    </a:srgbClr>
                  </a:solidFill>
                  <a:latin typeface="Segoe UI"/>
                  <a:cs typeface="Segoe UI"/>
                </a:rPr>
                <a:t>68.1%</a:t>
              </a:r>
            </a:p>
          </p:txBody>
        </p:sp>
        <p:sp>
          <p:nvSpPr>
            <p:cNvPr id="23" name="pl22"/>
            <p:cNvSpPr/>
            <p:nvPr/>
          </p:nvSpPr>
          <p:spPr>
            <a:xfrm>
              <a:off x="1114517" y="2242321"/>
              <a:ext cx="0" cy="2260581"/>
            </a:xfrm>
            <a:custGeom>
              <a:avLst/>
              <a:pathLst>
                <a:path w="0" h="2260581">
                  <a:moveTo>
                    <a:pt x="0" y="2260581"/>
                  </a:moveTo>
                  <a:lnTo>
                    <a:pt x="0" y="0"/>
                  </a:lnTo>
                </a:path>
              </a:pathLst>
            </a:custGeom>
            <a:ln w="7182" cap="flat">
              <a:solidFill>
                <a:srgbClr val="0026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tx23"/>
            <p:cNvSpPr/>
            <p:nvPr/>
          </p:nvSpPr>
          <p:spPr>
            <a:xfrm>
              <a:off x="964040" y="4343147"/>
              <a:ext cx="82153" cy="11035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264D">
                      <a:alpha val="100000"/>
                    </a:srgbClr>
                  </a:solidFill>
                  <a:latin typeface="Segoe UI"/>
                  <a:cs typeface="Segoe UI"/>
                </a:rPr>
                <a:t>0</a:t>
              </a:r>
            </a:p>
          </p:txBody>
        </p:sp>
        <p:sp>
          <p:nvSpPr>
            <p:cNvPr id="25" name="tx24"/>
            <p:cNvSpPr/>
            <p:nvPr/>
          </p:nvSpPr>
          <p:spPr>
            <a:xfrm>
              <a:off x="881887" y="3818894"/>
              <a:ext cx="164306" cy="11035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264D">
                      <a:alpha val="100000"/>
                    </a:srgbClr>
                  </a:solidFill>
                  <a:latin typeface="Segoe UI"/>
                  <a:cs typeface="Segoe UI"/>
                </a:rPr>
                <a:t>25</a:t>
              </a:r>
            </a:p>
          </p:txBody>
        </p:sp>
        <p:sp>
          <p:nvSpPr>
            <p:cNvPr id="26" name="tx25"/>
            <p:cNvSpPr/>
            <p:nvPr/>
          </p:nvSpPr>
          <p:spPr>
            <a:xfrm>
              <a:off x="881887" y="3294640"/>
              <a:ext cx="164306" cy="11035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264D">
                      <a:alpha val="100000"/>
                    </a:srgbClr>
                  </a:solidFill>
                  <a:latin typeface="Segoe UI"/>
                  <a:cs typeface="Segoe UI"/>
                </a:rPr>
                <a:t>50</a:t>
              </a:r>
            </a:p>
          </p:txBody>
        </p:sp>
        <p:sp>
          <p:nvSpPr>
            <p:cNvPr id="27" name="tx26"/>
            <p:cNvSpPr/>
            <p:nvPr/>
          </p:nvSpPr>
          <p:spPr>
            <a:xfrm>
              <a:off x="881887" y="2772172"/>
              <a:ext cx="164306" cy="1085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264D">
                      <a:alpha val="100000"/>
                    </a:srgbClr>
                  </a:solidFill>
                  <a:latin typeface="Segoe UI"/>
                  <a:cs typeface="Segoe UI"/>
                </a:rPr>
                <a:t>75</a:t>
              </a:r>
            </a:p>
          </p:txBody>
        </p:sp>
        <p:sp>
          <p:nvSpPr>
            <p:cNvPr id="28" name="tx27"/>
            <p:cNvSpPr/>
            <p:nvPr/>
          </p:nvSpPr>
          <p:spPr>
            <a:xfrm>
              <a:off x="799734" y="2245538"/>
              <a:ext cx="246459" cy="11095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264D">
                      <a:alpha val="100000"/>
                    </a:srgbClr>
                  </a:solidFill>
                  <a:latin typeface="Segoe UI"/>
                  <a:cs typeface="Segoe UI"/>
                </a:rPr>
                <a:t>100</a:t>
              </a:r>
            </a:p>
          </p:txBody>
        </p:sp>
        <p:sp>
          <p:nvSpPr>
            <p:cNvPr id="29" name="pl28"/>
            <p:cNvSpPr/>
            <p:nvPr/>
          </p:nvSpPr>
          <p:spPr>
            <a:xfrm>
              <a:off x="1076559" y="4400148"/>
              <a:ext cx="37957" cy="0"/>
            </a:xfrm>
            <a:custGeom>
              <a:avLst/>
              <a:pathLst>
                <a:path w="37957" h="0">
                  <a:moveTo>
                    <a:pt x="0" y="0"/>
                  </a:moveTo>
                  <a:lnTo>
                    <a:pt x="37957" y="0"/>
                  </a:lnTo>
                </a:path>
              </a:pathLst>
            </a:custGeom>
            <a:ln w="14782" cap="flat">
              <a:solidFill>
                <a:srgbClr val="0026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29"/>
            <p:cNvSpPr/>
            <p:nvPr/>
          </p:nvSpPr>
          <p:spPr>
            <a:xfrm>
              <a:off x="1076559" y="3875895"/>
              <a:ext cx="37957" cy="0"/>
            </a:xfrm>
            <a:custGeom>
              <a:avLst/>
              <a:pathLst>
                <a:path w="37957" h="0">
                  <a:moveTo>
                    <a:pt x="0" y="0"/>
                  </a:moveTo>
                  <a:lnTo>
                    <a:pt x="37957" y="0"/>
                  </a:lnTo>
                </a:path>
              </a:pathLst>
            </a:custGeom>
            <a:ln w="14782" cap="flat">
              <a:solidFill>
                <a:srgbClr val="0026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0"/>
            <p:cNvSpPr/>
            <p:nvPr/>
          </p:nvSpPr>
          <p:spPr>
            <a:xfrm>
              <a:off x="1076559" y="3351641"/>
              <a:ext cx="37957" cy="0"/>
            </a:xfrm>
            <a:custGeom>
              <a:avLst/>
              <a:pathLst>
                <a:path w="37957" h="0">
                  <a:moveTo>
                    <a:pt x="0" y="0"/>
                  </a:moveTo>
                  <a:lnTo>
                    <a:pt x="37957" y="0"/>
                  </a:lnTo>
                </a:path>
              </a:pathLst>
            </a:custGeom>
            <a:ln w="14782" cap="flat">
              <a:solidFill>
                <a:srgbClr val="0026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1"/>
            <p:cNvSpPr/>
            <p:nvPr/>
          </p:nvSpPr>
          <p:spPr>
            <a:xfrm>
              <a:off x="1076559" y="2827388"/>
              <a:ext cx="37957" cy="0"/>
            </a:xfrm>
            <a:custGeom>
              <a:avLst/>
              <a:pathLst>
                <a:path w="37957" h="0">
                  <a:moveTo>
                    <a:pt x="0" y="0"/>
                  </a:moveTo>
                  <a:lnTo>
                    <a:pt x="37957" y="0"/>
                  </a:lnTo>
                </a:path>
              </a:pathLst>
            </a:custGeom>
            <a:ln w="14782" cap="flat">
              <a:solidFill>
                <a:srgbClr val="0026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2"/>
            <p:cNvSpPr/>
            <p:nvPr/>
          </p:nvSpPr>
          <p:spPr>
            <a:xfrm>
              <a:off x="1076559" y="2303134"/>
              <a:ext cx="37957" cy="0"/>
            </a:xfrm>
            <a:custGeom>
              <a:avLst/>
              <a:pathLst>
                <a:path w="37957" h="0">
                  <a:moveTo>
                    <a:pt x="0" y="0"/>
                  </a:moveTo>
                  <a:lnTo>
                    <a:pt x="37957" y="0"/>
                  </a:lnTo>
                </a:path>
              </a:pathLst>
            </a:custGeom>
            <a:ln w="14782" cap="flat">
              <a:solidFill>
                <a:srgbClr val="0026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3"/>
            <p:cNvSpPr/>
            <p:nvPr/>
          </p:nvSpPr>
          <p:spPr>
            <a:xfrm>
              <a:off x="1114517" y="4502902"/>
              <a:ext cx="8166282" cy="0"/>
            </a:xfrm>
            <a:custGeom>
              <a:avLst/>
              <a:pathLst>
                <a:path w="8166282" h="0">
                  <a:moveTo>
                    <a:pt x="0" y="0"/>
                  </a:moveTo>
                  <a:lnTo>
                    <a:pt x="8166282" y="0"/>
                  </a:lnTo>
                </a:path>
              </a:pathLst>
            </a:custGeom>
            <a:ln w="7182" cap="flat">
              <a:solidFill>
                <a:srgbClr val="0026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4"/>
            <p:cNvSpPr/>
            <p:nvPr/>
          </p:nvSpPr>
          <p:spPr>
            <a:xfrm>
              <a:off x="2281128" y="4502902"/>
              <a:ext cx="0" cy="37957"/>
            </a:xfrm>
            <a:custGeom>
              <a:avLst/>
              <a:pathLst>
                <a:path w="0" h="37957">
                  <a:moveTo>
                    <a:pt x="0" y="37957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0026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5"/>
            <p:cNvSpPr/>
            <p:nvPr/>
          </p:nvSpPr>
          <p:spPr>
            <a:xfrm>
              <a:off x="4225482" y="4502902"/>
              <a:ext cx="0" cy="37957"/>
            </a:xfrm>
            <a:custGeom>
              <a:avLst/>
              <a:pathLst>
                <a:path w="0" h="37957">
                  <a:moveTo>
                    <a:pt x="0" y="37957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0026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6"/>
            <p:cNvSpPr/>
            <p:nvPr/>
          </p:nvSpPr>
          <p:spPr>
            <a:xfrm>
              <a:off x="6169835" y="4502902"/>
              <a:ext cx="0" cy="37957"/>
            </a:xfrm>
            <a:custGeom>
              <a:avLst/>
              <a:pathLst>
                <a:path w="0" h="37957">
                  <a:moveTo>
                    <a:pt x="0" y="37957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0026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7"/>
            <p:cNvSpPr/>
            <p:nvPr/>
          </p:nvSpPr>
          <p:spPr>
            <a:xfrm>
              <a:off x="8114188" y="4502902"/>
              <a:ext cx="0" cy="37957"/>
            </a:xfrm>
            <a:custGeom>
              <a:avLst/>
              <a:pathLst>
                <a:path w="0" h="37957">
                  <a:moveTo>
                    <a:pt x="0" y="37957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0026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tx38"/>
            <p:cNvSpPr/>
            <p:nvPr/>
          </p:nvSpPr>
          <p:spPr>
            <a:xfrm>
              <a:off x="2047282" y="4569440"/>
              <a:ext cx="467692" cy="1084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264D">
                      <a:alpha val="100000"/>
                    </a:srgbClr>
                  </a:solidFill>
                  <a:latin typeface="Segoe UI"/>
                  <a:cs typeface="Segoe UI"/>
                </a:rPr>
                <a:t>Term 4</a:t>
              </a:r>
            </a:p>
          </p:txBody>
        </p:sp>
        <p:sp>
          <p:nvSpPr>
            <p:cNvPr id="40" name="tx39"/>
            <p:cNvSpPr/>
            <p:nvPr/>
          </p:nvSpPr>
          <p:spPr>
            <a:xfrm>
              <a:off x="2085047" y="4732172"/>
              <a:ext cx="392162" cy="11035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264D">
                      <a:alpha val="100000"/>
                    </a:srgbClr>
                  </a:solidFill>
                  <a:latin typeface="Segoe UI"/>
                  <a:cs typeface="Segoe UI"/>
                </a:rPr>
                <a:t>2022*</a:t>
              </a:r>
            </a:p>
          </p:txBody>
        </p:sp>
        <p:sp>
          <p:nvSpPr>
            <p:cNvPr id="41" name="tx40"/>
            <p:cNvSpPr/>
            <p:nvPr/>
          </p:nvSpPr>
          <p:spPr>
            <a:xfrm>
              <a:off x="3991635" y="4569366"/>
              <a:ext cx="467692" cy="1085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264D">
                      <a:alpha val="100000"/>
                    </a:srgbClr>
                  </a:solidFill>
                  <a:latin typeface="Segoe UI"/>
                  <a:cs typeface="Segoe UI"/>
                </a:rPr>
                <a:t>Term 5</a:t>
              </a:r>
            </a:p>
          </p:txBody>
        </p:sp>
        <p:sp>
          <p:nvSpPr>
            <p:cNvPr id="42" name="tx41"/>
            <p:cNvSpPr/>
            <p:nvPr/>
          </p:nvSpPr>
          <p:spPr>
            <a:xfrm>
              <a:off x="4029400" y="4732172"/>
              <a:ext cx="392162" cy="11035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264D">
                      <a:alpha val="100000"/>
                    </a:srgbClr>
                  </a:solidFill>
                  <a:latin typeface="Segoe UI"/>
                  <a:cs typeface="Segoe UI"/>
                </a:rPr>
                <a:t>2022*</a:t>
              </a:r>
            </a:p>
          </p:txBody>
        </p:sp>
        <p:sp>
          <p:nvSpPr>
            <p:cNvPr id="43" name="tx42"/>
            <p:cNvSpPr/>
            <p:nvPr/>
          </p:nvSpPr>
          <p:spPr>
            <a:xfrm>
              <a:off x="5935988" y="4567059"/>
              <a:ext cx="467692" cy="11087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264D">
                      <a:alpha val="100000"/>
                    </a:srgbClr>
                  </a:solidFill>
                  <a:latin typeface="Segoe UI"/>
                  <a:cs typeface="Segoe UI"/>
                </a:rPr>
                <a:t>Term 1</a:t>
              </a:r>
            </a:p>
          </p:txBody>
        </p:sp>
        <p:sp>
          <p:nvSpPr>
            <p:cNvPr id="44" name="tx43"/>
            <p:cNvSpPr/>
            <p:nvPr/>
          </p:nvSpPr>
          <p:spPr>
            <a:xfrm>
              <a:off x="6005528" y="4732172"/>
              <a:ext cx="328612" cy="11035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264D">
                      <a:alpha val="100000"/>
                    </a:srgbClr>
                  </a:solidFill>
                  <a:latin typeface="Segoe UI"/>
                  <a:cs typeface="Segoe UI"/>
                </a:rPr>
                <a:t>2023</a:t>
              </a:r>
            </a:p>
          </p:txBody>
        </p:sp>
        <p:sp>
          <p:nvSpPr>
            <p:cNvPr id="45" name="tx44"/>
            <p:cNvSpPr/>
            <p:nvPr/>
          </p:nvSpPr>
          <p:spPr>
            <a:xfrm>
              <a:off x="7880341" y="4567654"/>
              <a:ext cx="467692" cy="11028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264D">
                      <a:alpha val="100000"/>
                    </a:srgbClr>
                  </a:solidFill>
                  <a:latin typeface="Segoe UI"/>
                  <a:cs typeface="Segoe UI"/>
                </a:rPr>
                <a:t>Term 2</a:t>
              </a:r>
            </a:p>
          </p:txBody>
        </p:sp>
        <p:sp>
          <p:nvSpPr>
            <p:cNvPr id="46" name="tx45"/>
            <p:cNvSpPr/>
            <p:nvPr/>
          </p:nvSpPr>
          <p:spPr>
            <a:xfrm>
              <a:off x="7949881" y="4732172"/>
              <a:ext cx="328612" cy="11035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264D">
                      <a:alpha val="100000"/>
                    </a:srgbClr>
                  </a:solidFill>
                  <a:latin typeface="Segoe UI"/>
                  <a:cs typeface="Segoe UI"/>
                </a:rPr>
                <a:t>2023</a:t>
              </a:r>
            </a:p>
          </p:txBody>
        </p:sp>
        <p:sp>
          <p:nvSpPr>
            <p:cNvPr id="47" name="tx46"/>
            <p:cNvSpPr/>
            <p:nvPr/>
          </p:nvSpPr>
          <p:spPr>
            <a:xfrm>
              <a:off x="5025762" y="4950435"/>
              <a:ext cx="343792" cy="1084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264D">
                      <a:alpha val="100000"/>
                    </a:srgbClr>
                  </a:solidFill>
                  <a:latin typeface="Segoe UI"/>
                  <a:cs typeface="Segoe UI"/>
                </a:rPr>
                <a:t>Term</a:t>
              </a:r>
            </a:p>
          </p:txBody>
        </p:sp>
        <p:sp>
          <p:nvSpPr>
            <p:cNvPr id="48" name="tx47"/>
            <p:cNvSpPr/>
            <p:nvPr/>
          </p:nvSpPr>
          <p:spPr>
            <a:xfrm rot="-5400000">
              <a:off x="-285638" y="3297862"/>
              <a:ext cx="1855663" cy="14949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264D">
                      <a:alpha val="100000"/>
                    </a:srgbClr>
                  </a:solidFill>
                  <a:latin typeface="Segoe UI"/>
                  <a:cs typeface="Segoe UI"/>
                </a:rPr>
                <a:t>Number of unique students</a:t>
              </a:r>
            </a:p>
          </p:txBody>
        </p:sp>
        <p:sp>
          <p:nvSpPr>
            <p:cNvPr id="49" name="rc48"/>
            <p:cNvSpPr/>
            <p:nvPr/>
          </p:nvSpPr>
          <p:spPr>
            <a:xfrm>
              <a:off x="3993658" y="5210761"/>
              <a:ext cx="2408000" cy="371286"/>
            </a:xfrm>
            <a:prstGeom prst="rect">
              <a:avLst/>
            </a:prstGeom>
            <a:solidFill>
              <a:srgbClr val="E6E6E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0" name="tx49"/>
            <p:cNvSpPr/>
            <p:nvPr/>
          </p:nvSpPr>
          <p:spPr>
            <a:xfrm>
              <a:off x="4069573" y="5301080"/>
              <a:ext cx="496862" cy="1486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264D">
                      <a:alpha val="100000"/>
                    </a:srgbClr>
                  </a:solidFill>
                  <a:latin typeface="Segoe UI"/>
                  <a:cs typeface="Segoe UI"/>
                </a:rPr>
                <a:t>Legend</a:t>
              </a:r>
            </a:p>
          </p:txBody>
        </p:sp>
        <p:sp>
          <p:nvSpPr>
            <p:cNvPr id="51" name="rc50"/>
            <p:cNvSpPr/>
            <p:nvPr/>
          </p:nvSpPr>
          <p:spPr>
            <a:xfrm>
              <a:off x="4642351" y="5286676"/>
              <a:ext cx="219455" cy="219455"/>
            </a:xfrm>
            <a:prstGeom prst="rect">
              <a:avLst/>
            </a:prstGeom>
            <a:solidFill>
              <a:srgbClr val="E6E6E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2" name="rc51"/>
            <p:cNvSpPr/>
            <p:nvPr/>
          </p:nvSpPr>
          <p:spPr>
            <a:xfrm>
              <a:off x="4651351" y="5295676"/>
              <a:ext cx="201456" cy="201456"/>
            </a:xfrm>
            <a:prstGeom prst="rect">
              <a:avLst/>
            </a:prstGeom>
            <a:solidFill>
              <a:srgbClr val="F8981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3" name="rc52"/>
            <p:cNvSpPr/>
            <p:nvPr/>
          </p:nvSpPr>
          <p:spPr>
            <a:xfrm>
              <a:off x="5612641" y="5286676"/>
              <a:ext cx="219455" cy="219455"/>
            </a:xfrm>
            <a:prstGeom prst="rect">
              <a:avLst/>
            </a:prstGeom>
            <a:solidFill>
              <a:srgbClr val="E6E6E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4" name="rc53"/>
            <p:cNvSpPr/>
            <p:nvPr/>
          </p:nvSpPr>
          <p:spPr>
            <a:xfrm>
              <a:off x="5621641" y="5295676"/>
              <a:ext cx="201456" cy="201456"/>
            </a:xfrm>
            <a:prstGeom prst="rect">
              <a:avLst/>
            </a:prstGeom>
            <a:solidFill>
              <a:srgbClr val="00264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5" name="tx54"/>
            <p:cNvSpPr/>
            <p:nvPr/>
          </p:nvSpPr>
          <p:spPr>
            <a:xfrm>
              <a:off x="4937722" y="5319490"/>
              <a:ext cx="599003" cy="1195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00264D">
                      <a:alpha val="100000"/>
                    </a:srgbClr>
                  </a:solidFill>
                  <a:latin typeface="Segoe UI"/>
                  <a:cs typeface="Segoe UI"/>
                </a:rPr>
                <a:t>No upfront</a:t>
              </a:r>
            </a:p>
          </p:txBody>
        </p:sp>
        <p:sp>
          <p:nvSpPr>
            <p:cNvPr id="56" name="tx55"/>
            <p:cNvSpPr/>
            <p:nvPr/>
          </p:nvSpPr>
          <p:spPr>
            <a:xfrm>
              <a:off x="5908012" y="5319490"/>
              <a:ext cx="417730" cy="1195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00264D">
                      <a:alpha val="100000"/>
                    </a:srgbClr>
                  </a:solidFill>
                  <a:latin typeface="Segoe UI"/>
                  <a:cs typeface="Segoe UI"/>
                </a:rPr>
                <a:t>Upfront</a:t>
              </a:r>
            </a:p>
          </p:txBody>
        </p:sp>
        <p:sp>
          <p:nvSpPr>
            <p:cNvPr id="57" name="tx56"/>
            <p:cNvSpPr/>
            <p:nvPr/>
          </p:nvSpPr>
          <p:spPr>
            <a:xfrm>
              <a:off x="1114517" y="1932135"/>
              <a:ext cx="6474469" cy="1804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 b="1">
                  <a:solidFill>
                    <a:srgbClr val="00264D">
                      <a:alpha val="100000"/>
                    </a:srgbClr>
                  </a:solidFill>
                  <a:latin typeface="Segoe UI"/>
                  <a:cs typeface="Segoe UI"/>
                </a:rPr>
                <a:t>Number of unique students per term broked down by upfront registrations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verning Thought"/>
          <p:cNvSpPr>
            <a:spLocks noGrp="1"/>
          </p:cNvSpPr>
          <p:nvPr>
            <p:ph type="title" hasCustomPrompt="1"/>
          </p:nvPr>
        </p:nvSpPr>
        <p:spPr>
          <a:xfrm>
            <a:off x="540000" y="504000"/>
            <a:ext cx="8820000" cy="504056"/>
          </a:xfrm>
        </p:spPr>
        <p:txBody>
          <a:bodyPr/>
          <a:lstStyle/>
          <a:p>
            <a:r>
              <a:rPr/>
              <a:t>Number of registrations - casual vs. upfront</a:t>
            </a:r>
          </a:p>
        </p:txBody>
      </p:sp>
      <p:grpSp xmlns:pic="http://schemas.openxmlformats.org/drawingml/2006/picture">
        <p:nvGrpSpPr>
          <p:cNvPr id="3" name="Chart 1"/>
          <p:cNvGrpSpPr/>
          <p:nvPr/>
        </p:nvGrpSpPr>
        <p:grpSpPr>
          <a:xfrm>
            <a:off x="539999" y="1916113"/>
            <a:ext cx="8820001" cy="3745135"/>
            <a:chOff x="539999" y="1916113"/>
            <a:chExt cx="8820001" cy="3745135"/>
          </a:xfrm>
        </p:grpSpPr>
        <p:sp>
          <p:nvSpPr>
            <p:cNvPr id="4" name="rc3"/>
            <p:cNvSpPr/>
            <p:nvPr/>
          </p:nvSpPr>
          <p:spPr>
            <a:xfrm>
              <a:off x="539999" y="1916113"/>
              <a:ext cx="8820001" cy="374513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4"/>
            <p:cNvSpPr/>
            <p:nvPr/>
          </p:nvSpPr>
          <p:spPr>
            <a:xfrm>
              <a:off x="539999" y="1916113"/>
              <a:ext cx="8820000" cy="3745135"/>
            </a:xfrm>
            <a:prstGeom prst="rect">
              <a:avLst/>
            </a:prstGeom>
            <a:solidFill>
              <a:srgbClr val="E6E6E1">
                <a:alpha val="100000"/>
              </a:srgbClr>
            </a:solidFill>
            <a:ln w="14782" cap="rnd">
              <a:solidFill>
                <a:srgbClr val="E6E6E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rc5"/>
            <p:cNvSpPr/>
            <p:nvPr/>
          </p:nvSpPr>
          <p:spPr>
            <a:xfrm>
              <a:off x="1114517" y="2242321"/>
              <a:ext cx="8166282" cy="2260581"/>
            </a:xfrm>
            <a:prstGeom prst="rect">
              <a:avLst/>
            </a:prstGeom>
            <a:solidFill>
              <a:srgbClr val="E6E6E1">
                <a:alpha val="100000"/>
              </a:srgbClr>
            </a:solidFill>
            <a:ln w="14782" cap="rnd">
              <a:solidFill>
                <a:srgbClr val="E6E6E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rc6"/>
            <p:cNvSpPr/>
            <p:nvPr/>
          </p:nvSpPr>
          <p:spPr>
            <a:xfrm>
              <a:off x="1406170" y="2472579"/>
              <a:ext cx="1749917" cy="1492553"/>
            </a:xfrm>
            <a:prstGeom prst="rect">
              <a:avLst/>
            </a:prstGeom>
            <a:solidFill>
              <a:srgbClr val="F8981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" name="rc7"/>
            <p:cNvSpPr/>
            <p:nvPr/>
          </p:nvSpPr>
          <p:spPr>
            <a:xfrm>
              <a:off x="1406170" y="3965133"/>
              <a:ext cx="1749917" cy="435015"/>
            </a:xfrm>
            <a:prstGeom prst="rect">
              <a:avLst/>
            </a:prstGeom>
            <a:solidFill>
              <a:srgbClr val="00264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" name="rc8"/>
            <p:cNvSpPr/>
            <p:nvPr/>
          </p:nvSpPr>
          <p:spPr>
            <a:xfrm>
              <a:off x="3350523" y="3552618"/>
              <a:ext cx="1749917" cy="495017"/>
            </a:xfrm>
            <a:prstGeom prst="rect">
              <a:avLst/>
            </a:prstGeom>
            <a:solidFill>
              <a:srgbClr val="F8981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" name="rc9"/>
            <p:cNvSpPr/>
            <p:nvPr/>
          </p:nvSpPr>
          <p:spPr>
            <a:xfrm>
              <a:off x="3350523" y="4047636"/>
              <a:ext cx="1749917" cy="352512"/>
            </a:xfrm>
            <a:prstGeom prst="rect">
              <a:avLst/>
            </a:prstGeom>
            <a:solidFill>
              <a:srgbClr val="00264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" name="rc10"/>
            <p:cNvSpPr/>
            <p:nvPr/>
          </p:nvSpPr>
          <p:spPr>
            <a:xfrm>
              <a:off x="5294876" y="2345074"/>
              <a:ext cx="1749917" cy="1560056"/>
            </a:xfrm>
            <a:prstGeom prst="rect">
              <a:avLst/>
            </a:prstGeom>
            <a:solidFill>
              <a:srgbClr val="F8981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" name="rc11"/>
            <p:cNvSpPr/>
            <p:nvPr/>
          </p:nvSpPr>
          <p:spPr>
            <a:xfrm>
              <a:off x="5294876" y="3905131"/>
              <a:ext cx="1749917" cy="495017"/>
            </a:xfrm>
            <a:prstGeom prst="rect">
              <a:avLst/>
            </a:prstGeom>
            <a:solidFill>
              <a:srgbClr val="00264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" name="rc12"/>
            <p:cNvSpPr/>
            <p:nvPr/>
          </p:nvSpPr>
          <p:spPr>
            <a:xfrm>
              <a:off x="7239229" y="3627621"/>
              <a:ext cx="1749917" cy="337512"/>
            </a:xfrm>
            <a:prstGeom prst="rect">
              <a:avLst/>
            </a:prstGeom>
            <a:solidFill>
              <a:srgbClr val="F8981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" name="rc13"/>
            <p:cNvSpPr/>
            <p:nvPr/>
          </p:nvSpPr>
          <p:spPr>
            <a:xfrm>
              <a:off x="7239229" y="3965133"/>
              <a:ext cx="1749917" cy="435015"/>
            </a:xfrm>
            <a:prstGeom prst="rect">
              <a:avLst/>
            </a:prstGeom>
            <a:solidFill>
              <a:srgbClr val="00264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" name="tx14"/>
            <p:cNvSpPr/>
            <p:nvPr/>
          </p:nvSpPr>
          <p:spPr>
            <a:xfrm>
              <a:off x="2095194" y="3166759"/>
              <a:ext cx="371868" cy="1011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3">
                  <a:solidFill>
                    <a:srgbClr val="FFFFFF">
                      <a:alpha val="100000"/>
                    </a:srgbClr>
                  </a:solidFill>
                  <a:latin typeface="Segoe UI"/>
                  <a:cs typeface="Segoe UI"/>
                </a:rPr>
                <a:t>77.4%</a:t>
              </a:r>
            </a:p>
          </p:txBody>
        </p:sp>
        <p:sp>
          <p:nvSpPr>
            <p:cNvPr id="16" name="tx15"/>
            <p:cNvSpPr/>
            <p:nvPr/>
          </p:nvSpPr>
          <p:spPr>
            <a:xfrm>
              <a:off x="2095194" y="4130201"/>
              <a:ext cx="371868" cy="10152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3">
                  <a:solidFill>
                    <a:srgbClr val="FFFFFF">
                      <a:alpha val="100000"/>
                    </a:srgbClr>
                  </a:solidFill>
                  <a:latin typeface="Segoe UI"/>
                  <a:cs typeface="Segoe UI"/>
                </a:rPr>
                <a:t>22.6%</a:t>
              </a:r>
            </a:p>
          </p:txBody>
        </p:sp>
        <p:sp>
          <p:nvSpPr>
            <p:cNvPr id="17" name="tx16"/>
            <p:cNvSpPr/>
            <p:nvPr/>
          </p:nvSpPr>
          <p:spPr>
            <a:xfrm>
              <a:off x="4039547" y="3747687"/>
              <a:ext cx="371868" cy="10152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3">
                  <a:solidFill>
                    <a:srgbClr val="FFFFFF">
                      <a:alpha val="100000"/>
                    </a:srgbClr>
                  </a:solidFill>
                  <a:latin typeface="Segoe UI"/>
                  <a:cs typeface="Segoe UI"/>
                </a:rPr>
                <a:t>58.4%</a:t>
              </a:r>
            </a:p>
          </p:txBody>
        </p:sp>
        <p:sp>
          <p:nvSpPr>
            <p:cNvPr id="18" name="tx17"/>
            <p:cNvSpPr/>
            <p:nvPr/>
          </p:nvSpPr>
          <p:spPr>
            <a:xfrm>
              <a:off x="4039547" y="4170905"/>
              <a:ext cx="371868" cy="10207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3">
                  <a:solidFill>
                    <a:srgbClr val="FFFFFF">
                      <a:alpha val="100000"/>
                    </a:srgbClr>
                  </a:solidFill>
                  <a:latin typeface="Segoe UI"/>
                  <a:cs typeface="Segoe UI"/>
                </a:rPr>
                <a:t>41.6%</a:t>
              </a:r>
            </a:p>
          </p:txBody>
        </p:sp>
        <p:sp>
          <p:nvSpPr>
            <p:cNvPr id="19" name="tx18"/>
            <p:cNvSpPr/>
            <p:nvPr/>
          </p:nvSpPr>
          <p:spPr>
            <a:xfrm>
              <a:off x="5983900" y="3072663"/>
              <a:ext cx="371868" cy="10152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3">
                  <a:solidFill>
                    <a:srgbClr val="FFFFFF">
                      <a:alpha val="100000"/>
                    </a:srgbClr>
                  </a:solidFill>
                  <a:latin typeface="Segoe UI"/>
                  <a:cs typeface="Segoe UI"/>
                </a:rPr>
                <a:t>75.9%</a:t>
              </a:r>
            </a:p>
          </p:txBody>
        </p:sp>
        <p:sp>
          <p:nvSpPr>
            <p:cNvPr id="20" name="tx19"/>
            <p:cNvSpPr/>
            <p:nvPr/>
          </p:nvSpPr>
          <p:spPr>
            <a:xfrm>
              <a:off x="5983900" y="4099858"/>
              <a:ext cx="371868" cy="1018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3">
                  <a:solidFill>
                    <a:srgbClr val="FFFFFF">
                      <a:alpha val="100000"/>
                    </a:srgbClr>
                  </a:solidFill>
                  <a:latin typeface="Segoe UI"/>
                  <a:cs typeface="Segoe UI"/>
                </a:rPr>
                <a:t>24.1%</a:t>
              </a:r>
            </a:p>
          </p:txBody>
        </p:sp>
        <p:sp>
          <p:nvSpPr>
            <p:cNvPr id="21" name="tx20"/>
            <p:cNvSpPr/>
            <p:nvPr/>
          </p:nvSpPr>
          <p:spPr>
            <a:xfrm>
              <a:off x="7928253" y="3743937"/>
              <a:ext cx="371868" cy="10152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3">
                  <a:solidFill>
                    <a:srgbClr val="FFFFFF">
                      <a:alpha val="100000"/>
                    </a:srgbClr>
                  </a:solidFill>
                  <a:latin typeface="Segoe UI"/>
                  <a:cs typeface="Segoe UI"/>
                </a:rPr>
                <a:t>43.7%</a:t>
              </a:r>
            </a:p>
          </p:txBody>
        </p:sp>
        <p:sp>
          <p:nvSpPr>
            <p:cNvPr id="22" name="tx21"/>
            <p:cNvSpPr/>
            <p:nvPr/>
          </p:nvSpPr>
          <p:spPr>
            <a:xfrm>
              <a:off x="7928253" y="4130201"/>
              <a:ext cx="371868" cy="10152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3">
                  <a:solidFill>
                    <a:srgbClr val="FFFFFF">
                      <a:alpha val="100000"/>
                    </a:srgbClr>
                  </a:solidFill>
                  <a:latin typeface="Segoe UI"/>
                  <a:cs typeface="Segoe UI"/>
                </a:rPr>
                <a:t>56.3%</a:t>
              </a:r>
            </a:p>
          </p:txBody>
        </p:sp>
        <p:sp>
          <p:nvSpPr>
            <p:cNvPr id="23" name="pl22"/>
            <p:cNvSpPr/>
            <p:nvPr/>
          </p:nvSpPr>
          <p:spPr>
            <a:xfrm>
              <a:off x="1114517" y="2242321"/>
              <a:ext cx="0" cy="2260581"/>
            </a:xfrm>
            <a:custGeom>
              <a:avLst/>
              <a:pathLst>
                <a:path w="0" h="2260581">
                  <a:moveTo>
                    <a:pt x="0" y="2260581"/>
                  </a:moveTo>
                  <a:lnTo>
                    <a:pt x="0" y="0"/>
                  </a:lnTo>
                </a:path>
              </a:pathLst>
            </a:custGeom>
            <a:ln w="7182" cap="flat">
              <a:solidFill>
                <a:srgbClr val="0026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tx23"/>
            <p:cNvSpPr/>
            <p:nvPr/>
          </p:nvSpPr>
          <p:spPr>
            <a:xfrm>
              <a:off x="964040" y="4343147"/>
              <a:ext cx="82153" cy="11035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264D">
                      <a:alpha val="100000"/>
                    </a:srgbClr>
                  </a:solidFill>
                  <a:latin typeface="Segoe UI"/>
                  <a:cs typeface="Segoe UI"/>
                </a:rPr>
                <a:t>0</a:t>
              </a:r>
            </a:p>
          </p:txBody>
        </p:sp>
        <p:sp>
          <p:nvSpPr>
            <p:cNvPr id="25" name="tx24"/>
            <p:cNvSpPr/>
            <p:nvPr/>
          </p:nvSpPr>
          <p:spPr>
            <a:xfrm>
              <a:off x="799734" y="3592525"/>
              <a:ext cx="246459" cy="11095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264D">
                      <a:alpha val="100000"/>
                    </a:srgbClr>
                  </a:solidFill>
                  <a:latin typeface="Segoe UI"/>
                  <a:cs typeface="Segoe UI"/>
                </a:rPr>
                <a:t>100</a:t>
              </a:r>
            </a:p>
          </p:txBody>
        </p:sp>
        <p:sp>
          <p:nvSpPr>
            <p:cNvPr id="26" name="tx25"/>
            <p:cNvSpPr/>
            <p:nvPr/>
          </p:nvSpPr>
          <p:spPr>
            <a:xfrm>
              <a:off x="799734" y="2843093"/>
              <a:ext cx="246459" cy="11035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264D">
                      <a:alpha val="100000"/>
                    </a:srgbClr>
                  </a:solidFill>
                  <a:latin typeface="Segoe UI"/>
                  <a:cs typeface="Segoe UI"/>
                </a:rPr>
                <a:t>200</a:t>
              </a:r>
            </a:p>
          </p:txBody>
        </p:sp>
        <p:sp>
          <p:nvSpPr>
            <p:cNvPr id="27" name="pl26"/>
            <p:cNvSpPr/>
            <p:nvPr/>
          </p:nvSpPr>
          <p:spPr>
            <a:xfrm>
              <a:off x="1076559" y="4400148"/>
              <a:ext cx="37957" cy="0"/>
            </a:xfrm>
            <a:custGeom>
              <a:avLst/>
              <a:pathLst>
                <a:path w="37957" h="0">
                  <a:moveTo>
                    <a:pt x="0" y="0"/>
                  </a:moveTo>
                  <a:lnTo>
                    <a:pt x="37957" y="0"/>
                  </a:lnTo>
                </a:path>
              </a:pathLst>
            </a:custGeom>
            <a:ln w="14782" cap="flat">
              <a:solidFill>
                <a:srgbClr val="0026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7"/>
            <p:cNvSpPr/>
            <p:nvPr/>
          </p:nvSpPr>
          <p:spPr>
            <a:xfrm>
              <a:off x="1076559" y="3650121"/>
              <a:ext cx="37957" cy="0"/>
            </a:xfrm>
            <a:custGeom>
              <a:avLst/>
              <a:pathLst>
                <a:path w="37957" h="0">
                  <a:moveTo>
                    <a:pt x="0" y="0"/>
                  </a:moveTo>
                  <a:lnTo>
                    <a:pt x="37957" y="0"/>
                  </a:lnTo>
                </a:path>
              </a:pathLst>
            </a:custGeom>
            <a:ln w="14782" cap="flat">
              <a:solidFill>
                <a:srgbClr val="0026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8"/>
            <p:cNvSpPr/>
            <p:nvPr/>
          </p:nvSpPr>
          <p:spPr>
            <a:xfrm>
              <a:off x="1076559" y="2900094"/>
              <a:ext cx="37957" cy="0"/>
            </a:xfrm>
            <a:custGeom>
              <a:avLst/>
              <a:pathLst>
                <a:path w="37957" h="0">
                  <a:moveTo>
                    <a:pt x="0" y="0"/>
                  </a:moveTo>
                  <a:lnTo>
                    <a:pt x="37957" y="0"/>
                  </a:lnTo>
                </a:path>
              </a:pathLst>
            </a:custGeom>
            <a:ln w="14782" cap="flat">
              <a:solidFill>
                <a:srgbClr val="0026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29"/>
            <p:cNvSpPr/>
            <p:nvPr/>
          </p:nvSpPr>
          <p:spPr>
            <a:xfrm>
              <a:off x="1114517" y="4502902"/>
              <a:ext cx="8166282" cy="0"/>
            </a:xfrm>
            <a:custGeom>
              <a:avLst/>
              <a:pathLst>
                <a:path w="8166282" h="0">
                  <a:moveTo>
                    <a:pt x="0" y="0"/>
                  </a:moveTo>
                  <a:lnTo>
                    <a:pt x="8166282" y="0"/>
                  </a:lnTo>
                </a:path>
              </a:pathLst>
            </a:custGeom>
            <a:ln w="7182" cap="flat">
              <a:solidFill>
                <a:srgbClr val="0026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0"/>
            <p:cNvSpPr/>
            <p:nvPr/>
          </p:nvSpPr>
          <p:spPr>
            <a:xfrm>
              <a:off x="2281128" y="4502902"/>
              <a:ext cx="0" cy="37957"/>
            </a:xfrm>
            <a:custGeom>
              <a:avLst/>
              <a:pathLst>
                <a:path w="0" h="37957">
                  <a:moveTo>
                    <a:pt x="0" y="37957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0026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1"/>
            <p:cNvSpPr/>
            <p:nvPr/>
          </p:nvSpPr>
          <p:spPr>
            <a:xfrm>
              <a:off x="4225482" y="4502902"/>
              <a:ext cx="0" cy="37957"/>
            </a:xfrm>
            <a:custGeom>
              <a:avLst/>
              <a:pathLst>
                <a:path w="0" h="37957">
                  <a:moveTo>
                    <a:pt x="0" y="37957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0026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2"/>
            <p:cNvSpPr/>
            <p:nvPr/>
          </p:nvSpPr>
          <p:spPr>
            <a:xfrm>
              <a:off x="6169835" y="4502902"/>
              <a:ext cx="0" cy="37957"/>
            </a:xfrm>
            <a:custGeom>
              <a:avLst/>
              <a:pathLst>
                <a:path w="0" h="37957">
                  <a:moveTo>
                    <a:pt x="0" y="37957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0026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3"/>
            <p:cNvSpPr/>
            <p:nvPr/>
          </p:nvSpPr>
          <p:spPr>
            <a:xfrm>
              <a:off x="8114188" y="4502902"/>
              <a:ext cx="0" cy="37957"/>
            </a:xfrm>
            <a:custGeom>
              <a:avLst/>
              <a:pathLst>
                <a:path w="0" h="37957">
                  <a:moveTo>
                    <a:pt x="0" y="37957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0026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tx34"/>
            <p:cNvSpPr/>
            <p:nvPr/>
          </p:nvSpPr>
          <p:spPr>
            <a:xfrm>
              <a:off x="2047282" y="4569440"/>
              <a:ext cx="467692" cy="1084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264D">
                      <a:alpha val="100000"/>
                    </a:srgbClr>
                  </a:solidFill>
                  <a:latin typeface="Segoe UI"/>
                  <a:cs typeface="Segoe UI"/>
                </a:rPr>
                <a:t>Term 4</a:t>
              </a:r>
            </a:p>
          </p:txBody>
        </p:sp>
        <p:sp>
          <p:nvSpPr>
            <p:cNvPr id="36" name="tx35"/>
            <p:cNvSpPr/>
            <p:nvPr/>
          </p:nvSpPr>
          <p:spPr>
            <a:xfrm>
              <a:off x="2085047" y="4732172"/>
              <a:ext cx="392162" cy="11035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264D">
                      <a:alpha val="100000"/>
                    </a:srgbClr>
                  </a:solidFill>
                  <a:latin typeface="Segoe UI"/>
                  <a:cs typeface="Segoe UI"/>
                </a:rPr>
                <a:t>2022*</a:t>
              </a:r>
            </a:p>
          </p:txBody>
        </p:sp>
        <p:sp>
          <p:nvSpPr>
            <p:cNvPr id="37" name="tx36"/>
            <p:cNvSpPr/>
            <p:nvPr/>
          </p:nvSpPr>
          <p:spPr>
            <a:xfrm>
              <a:off x="3991635" y="4569366"/>
              <a:ext cx="467692" cy="1085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264D">
                      <a:alpha val="100000"/>
                    </a:srgbClr>
                  </a:solidFill>
                  <a:latin typeface="Segoe UI"/>
                  <a:cs typeface="Segoe UI"/>
                </a:rPr>
                <a:t>Term 5</a:t>
              </a:r>
            </a:p>
          </p:txBody>
        </p:sp>
        <p:sp>
          <p:nvSpPr>
            <p:cNvPr id="38" name="tx37"/>
            <p:cNvSpPr/>
            <p:nvPr/>
          </p:nvSpPr>
          <p:spPr>
            <a:xfrm>
              <a:off x="4029400" y="4732172"/>
              <a:ext cx="392162" cy="11035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264D">
                      <a:alpha val="100000"/>
                    </a:srgbClr>
                  </a:solidFill>
                  <a:latin typeface="Segoe UI"/>
                  <a:cs typeface="Segoe UI"/>
                </a:rPr>
                <a:t>2022*</a:t>
              </a:r>
            </a:p>
          </p:txBody>
        </p:sp>
        <p:sp>
          <p:nvSpPr>
            <p:cNvPr id="39" name="tx38"/>
            <p:cNvSpPr/>
            <p:nvPr/>
          </p:nvSpPr>
          <p:spPr>
            <a:xfrm>
              <a:off x="5935988" y="4567059"/>
              <a:ext cx="467692" cy="11087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264D">
                      <a:alpha val="100000"/>
                    </a:srgbClr>
                  </a:solidFill>
                  <a:latin typeface="Segoe UI"/>
                  <a:cs typeface="Segoe UI"/>
                </a:rPr>
                <a:t>Term 1</a:t>
              </a:r>
            </a:p>
          </p:txBody>
        </p:sp>
        <p:sp>
          <p:nvSpPr>
            <p:cNvPr id="40" name="tx39"/>
            <p:cNvSpPr/>
            <p:nvPr/>
          </p:nvSpPr>
          <p:spPr>
            <a:xfrm>
              <a:off x="6005528" y="4732172"/>
              <a:ext cx="328612" cy="11035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264D">
                      <a:alpha val="100000"/>
                    </a:srgbClr>
                  </a:solidFill>
                  <a:latin typeface="Segoe UI"/>
                  <a:cs typeface="Segoe UI"/>
                </a:rPr>
                <a:t>2023</a:t>
              </a:r>
            </a:p>
          </p:txBody>
        </p:sp>
        <p:sp>
          <p:nvSpPr>
            <p:cNvPr id="41" name="tx40"/>
            <p:cNvSpPr/>
            <p:nvPr/>
          </p:nvSpPr>
          <p:spPr>
            <a:xfrm>
              <a:off x="7880341" y="4567654"/>
              <a:ext cx="467692" cy="11028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264D">
                      <a:alpha val="100000"/>
                    </a:srgbClr>
                  </a:solidFill>
                  <a:latin typeface="Segoe UI"/>
                  <a:cs typeface="Segoe UI"/>
                </a:rPr>
                <a:t>Term 2</a:t>
              </a:r>
            </a:p>
          </p:txBody>
        </p:sp>
        <p:sp>
          <p:nvSpPr>
            <p:cNvPr id="42" name="tx41"/>
            <p:cNvSpPr/>
            <p:nvPr/>
          </p:nvSpPr>
          <p:spPr>
            <a:xfrm>
              <a:off x="7949881" y="4732172"/>
              <a:ext cx="328612" cy="11035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264D">
                      <a:alpha val="100000"/>
                    </a:srgbClr>
                  </a:solidFill>
                  <a:latin typeface="Segoe UI"/>
                  <a:cs typeface="Segoe UI"/>
                </a:rPr>
                <a:t>2023</a:t>
              </a:r>
            </a:p>
          </p:txBody>
        </p:sp>
        <p:sp>
          <p:nvSpPr>
            <p:cNvPr id="43" name="tx42"/>
            <p:cNvSpPr/>
            <p:nvPr/>
          </p:nvSpPr>
          <p:spPr>
            <a:xfrm>
              <a:off x="5025762" y="4950435"/>
              <a:ext cx="343792" cy="1084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264D">
                      <a:alpha val="100000"/>
                    </a:srgbClr>
                  </a:solidFill>
                  <a:latin typeface="Segoe UI"/>
                  <a:cs typeface="Segoe UI"/>
                </a:rPr>
                <a:t>Term</a:t>
              </a:r>
            </a:p>
          </p:txBody>
        </p:sp>
        <p:sp>
          <p:nvSpPr>
            <p:cNvPr id="44" name="tx43"/>
            <p:cNvSpPr/>
            <p:nvPr/>
          </p:nvSpPr>
          <p:spPr>
            <a:xfrm rot="-5400000">
              <a:off x="-162818" y="3297453"/>
              <a:ext cx="1609204" cy="1503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264D">
                      <a:alpha val="100000"/>
                    </a:srgbClr>
                  </a:solidFill>
                  <a:latin typeface="Segoe UI"/>
                  <a:cs typeface="Segoe UI"/>
                </a:rPr>
                <a:t>Number of registrations</a:t>
              </a:r>
            </a:p>
          </p:txBody>
        </p:sp>
        <p:sp>
          <p:nvSpPr>
            <p:cNvPr id="45" name="rc44"/>
            <p:cNvSpPr/>
            <p:nvPr/>
          </p:nvSpPr>
          <p:spPr>
            <a:xfrm>
              <a:off x="3964041" y="5210761"/>
              <a:ext cx="2467234" cy="371286"/>
            </a:xfrm>
            <a:prstGeom prst="rect">
              <a:avLst/>
            </a:prstGeom>
            <a:solidFill>
              <a:srgbClr val="E6E6E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6" name="tx45"/>
            <p:cNvSpPr/>
            <p:nvPr/>
          </p:nvSpPr>
          <p:spPr>
            <a:xfrm>
              <a:off x="4039956" y="5301080"/>
              <a:ext cx="496862" cy="1486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264D">
                      <a:alpha val="100000"/>
                    </a:srgbClr>
                  </a:solidFill>
                  <a:latin typeface="Segoe UI"/>
                  <a:cs typeface="Segoe UI"/>
                </a:rPr>
                <a:t>Legend</a:t>
              </a:r>
            </a:p>
          </p:txBody>
        </p:sp>
        <p:sp>
          <p:nvSpPr>
            <p:cNvPr id="47" name="rc46"/>
            <p:cNvSpPr/>
            <p:nvPr/>
          </p:nvSpPr>
          <p:spPr>
            <a:xfrm>
              <a:off x="4612734" y="5286676"/>
              <a:ext cx="219455" cy="219455"/>
            </a:xfrm>
            <a:prstGeom prst="rect">
              <a:avLst/>
            </a:prstGeom>
            <a:solidFill>
              <a:srgbClr val="E6E6E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8" name="rc47"/>
            <p:cNvSpPr/>
            <p:nvPr/>
          </p:nvSpPr>
          <p:spPr>
            <a:xfrm>
              <a:off x="4621734" y="5295676"/>
              <a:ext cx="201456" cy="201456"/>
            </a:xfrm>
            <a:prstGeom prst="rect">
              <a:avLst/>
            </a:prstGeom>
            <a:solidFill>
              <a:srgbClr val="F8981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9" name="rc48"/>
            <p:cNvSpPr/>
            <p:nvPr/>
          </p:nvSpPr>
          <p:spPr>
            <a:xfrm>
              <a:off x="5333826" y="5286676"/>
              <a:ext cx="219455" cy="219455"/>
            </a:xfrm>
            <a:prstGeom prst="rect">
              <a:avLst/>
            </a:prstGeom>
            <a:solidFill>
              <a:srgbClr val="E6E6E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0" name="rc49"/>
            <p:cNvSpPr/>
            <p:nvPr/>
          </p:nvSpPr>
          <p:spPr>
            <a:xfrm>
              <a:off x="5342826" y="5295676"/>
              <a:ext cx="201456" cy="201456"/>
            </a:xfrm>
            <a:prstGeom prst="rect">
              <a:avLst/>
            </a:prstGeom>
            <a:solidFill>
              <a:srgbClr val="00264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1" name="tx50"/>
            <p:cNvSpPr/>
            <p:nvPr/>
          </p:nvSpPr>
          <p:spPr>
            <a:xfrm>
              <a:off x="4908106" y="5347410"/>
              <a:ext cx="349805" cy="9167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00264D">
                      <a:alpha val="100000"/>
                    </a:srgbClr>
                  </a:solidFill>
                  <a:latin typeface="Segoe UI"/>
                  <a:cs typeface="Segoe UI"/>
                </a:rPr>
                <a:t>Casual</a:t>
              </a:r>
            </a:p>
          </p:txBody>
        </p:sp>
        <p:sp>
          <p:nvSpPr>
            <p:cNvPr id="52" name="tx51"/>
            <p:cNvSpPr/>
            <p:nvPr/>
          </p:nvSpPr>
          <p:spPr>
            <a:xfrm>
              <a:off x="5629198" y="5319490"/>
              <a:ext cx="726162" cy="1195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00264D">
                      <a:alpha val="100000"/>
                    </a:srgbClr>
                  </a:solidFill>
                  <a:latin typeface="Segoe UI"/>
                  <a:cs typeface="Segoe UI"/>
                </a:rPr>
                <a:t>Upfront Term</a:t>
              </a:r>
            </a:p>
          </p:txBody>
        </p:sp>
        <p:sp>
          <p:nvSpPr>
            <p:cNvPr id="53" name="tx52"/>
            <p:cNvSpPr/>
            <p:nvPr/>
          </p:nvSpPr>
          <p:spPr>
            <a:xfrm>
              <a:off x="1114517" y="1932135"/>
              <a:ext cx="3769399" cy="1804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 b="1">
                  <a:solidFill>
                    <a:srgbClr val="00264D">
                      <a:alpha val="100000"/>
                    </a:srgbClr>
                  </a:solidFill>
                  <a:latin typeface="Segoe UI"/>
                  <a:cs typeface="Segoe UI"/>
                </a:rPr>
                <a:t>Number of registrations - casual vs. upfront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verning Thought"/>
          <p:cNvSpPr>
            <a:spLocks noGrp="1"/>
          </p:cNvSpPr>
          <p:nvPr>
            <p:ph type="title" hasCustomPrompt="1"/>
          </p:nvPr>
        </p:nvSpPr>
        <p:spPr>
          <a:xfrm>
            <a:off x="540000" y="504000"/>
            <a:ext cx="8820000" cy="504056"/>
          </a:xfrm>
        </p:spPr>
        <p:txBody>
          <a:bodyPr/>
          <a:lstStyle/>
          <a:p>
            <a:r>
              <a:rPr/>
              <a:t>Most recent starting terms: breakdown of students by % of all terms attended</a:t>
            </a:r>
          </a:p>
        </p:txBody>
      </p:sp>
      <p:grpSp xmlns:pic="http://schemas.openxmlformats.org/drawingml/2006/picture">
        <p:nvGrpSpPr>
          <p:cNvPr id="3" name="Chart 1"/>
          <p:cNvGrpSpPr/>
          <p:nvPr/>
        </p:nvGrpSpPr>
        <p:grpSpPr>
          <a:xfrm>
            <a:off x="540000" y="1916113"/>
            <a:ext cx="4198969" cy="3745135"/>
            <a:chOff x="540000" y="1916113"/>
            <a:chExt cx="4198969" cy="3745135"/>
          </a:xfrm>
        </p:grpSpPr>
        <p:sp>
          <p:nvSpPr>
            <p:cNvPr id="4" name="rc3"/>
            <p:cNvSpPr/>
            <p:nvPr/>
          </p:nvSpPr>
          <p:spPr>
            <a:xfrm>
              <a:off x="540000" y="1916113"/>
              <a:ext cx="4198969" cy="374513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4"/>
            <p:cNvSpPr/>
            <p:nvPr/>
          </p:nvSpPr>
          <p:spPr>
            <a:xfrm>
              <a:off x="540000" y="1916113"/>
              <a:ext cx="4198969" cy="3745135"/>
            </a:xfrm>
            <a:prstGeom prst="rect">
              <a:avLst/>
            </a:prstGeom>
            <a:solidFill>
              <a:srgbClr val="E6E6E1">
                <a:alpha val="100000"/>
              </a:srgbClr>
            </a:solidFill>
            <a:ln w="14782" cap="rnd">
              <a:solidFill>
                <a:srgbClr val="E6E6E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rc5"/>
            <p:cNvSpPr/>
            <p:nvPr/>
          </p:nvSpPr>
          <p:spPr>
            <a:xfrm>
              <a:off x="1032365" y="2460813"/>
              <a:ext cx="3627403" cy="2539820"/>
            </a:xfrm>
            <a:prstGeom prst="rect">
              <a:avLst/>
            </a:prstGeom>
            <a:solidFill>
              <a:srgbClr val="E6E6E1">
                <a:alpha val="100000"/>
              </a:srgbClr>
            </a:solidFill>
            <a:ln w="14782" cap="rnd">
              <a:solidFill>
                <a:srgbClr val="E6E6E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rc6"/>
            <p:cNvSpPr/>
            <p:nvPr/>
          </p:nvSpPr>
          <p:spPr>
            <a:xfrm>
              <a:off x="1197247" y="2712079"/>
              <a:ext cx="3297639" cy="2173108"/>
            </a:xfrm>
            <a:prstGeom prst="rect">
              <a:avLst/>
            </a:prstGeom>
            <a:solidFill>
              <a:srgbClr val="F8981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" name="tx7"/>
            <p:cNvSpPr/>
            <p:nvPr/>
          </p:nvSpPr>
          <p:spPr>
            <a:xfrm>
              <a:off x="2587286" y="2523273"/>
              <a:ext cx="151157" cy="10207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3">
                  <a:solidFill>
                    <a:srgbClr val="00264D">
                      <a:alpha val="100000"/>
                    </a:srgbClr>
                  </a:solidFill>
                  <a:latin typeface="Segoe UI"/>
                  <a:cs typeface="Segoe UI"/>
                </a:rPr>
                <a:t>16</a:t>
              </a:r>
            </a:p>
          </p:txBody>
        </p:sp>
        <p:sp>
          <p:nvSpPr>
            <p:cNvPr id="9" name="tx8"/>
            <p:cNvSpPr/>
            <p:nvPr/>
          </p:nvSpPr>
          <p:spPr>
            <a:xfrm>
              <a:off x="2816225" y="2502666"/>
              <a:ext cx="426088" cy="12267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3">
                  <a:solidFill>
                    <a:srgbClr val="00264D">
                      <a:alpha val="100000"/>
                    </a:srgbClr>
                  </a:solidFill>
                  <a:latin typeface="Segoe UI"/>
                  <a:cs typeface="Segoe UI"/>
                </a:rPr>
                <a:t>(100%)</a:t>
              </a:r>
            </a:p>
          </p:txBody>
        </p:sp>
        <p:sp>
          <p:nvSpPr>
            <p:cNvPr id="10" name="pl9"/>
            <p:cNvSpPr/>
            <p:nvPr/>
          </p:nvSpPr>
          <p:spPr>
            <a:xfrm>
              <a:off x="1032365" y="2460813"/>
              <a:ext cx="0" cy="2539820"/>
            </a:xfrm>
            <a:custGeom>
              <a:avLst/>
              <a:pathLst>
                <a:path w="0" h="2539820">
                  <a:moveTo>
                    <a:pt x="0" y="2539820"/>
                  </a:moveTo>
                  <a:lnTo>
                    <a:pt x="0" y="0"/>
                  </a:lnTo>
                </a:path>
              </a:pathLst>
            </a:custGeom>
            <a:ln w="7182" cap="flat">
              <a:solidFill>
                <a:srgbClr val="0026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tx10"/>
            <p:cNvSpPr/>
            <p:nvPr/>
          </p:nvSpPr>
          <p:spPr>
            <a:xfrm>
              <a:off x="881888" y="4828187"/>
              <a:ext cx="82153" cy="11035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264D">
                      <a:alpha val="100000"/>
                    </a:srgbClr>
                  </a:solidFill>
                  <a:latin typeface="Segoe UI"/>
                  <a:cs typeface="Segoe UI"/>
                </a:rPr>
                <a:t>0</a:t>
              </a:r>
            </a:p>
          </p:txBody>
        </p:sp>
        <p:sp>
          <p:nvSpPr>
            <p:cNvPr id="12" name="tx11"/>
            <p:cNvSpPr/>
            <p:nvPr/>
          </p:nvSpPr>
          <p:spPr>
            <a:xfrm>
              <a:off x="881888" y="4150876"/>
              <a:ext cx="82153" cy="1085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264D">
                      <a:alpha val="100000"/>
                    </a:srgbClr>
                  </a:solidFill>
                  <a:latin typeface="Segoe UI"/>
                  <a:cs typeface="Segoe UI"/>
                </a:rPr>
                <a:t>5</a:t>
              </a:r>
            </a:p>
          </p:txBody>
        </p:sp>
        <p:sp>
          <p:nvSpPr>
            <p:cNvPr id="13" name="tx12"/>
            <p:cNvSpPr/>
            <p:nvPr/>
          </p:nvSpPr>
          <p:spPr>
            <a:xfrm>
              <a:off x="799735" y="3469398"/>
              <a:ext cx="164306" cy="11095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264D">
                      <a:alpha val="100000"/>
                    </a:srgbClr>
                  </a:solidFill>
                  <a:latin typeface="Segoe UI"/>
                  <a:cs typeface="Segoe UI"/>
                </a:rPr>
                <a:t>10</a:t>
              </a:r>
            </a:p>
          </p:txBody>
        </p:sp>
        <p:sp>
          <p:nvSpPr>
            <p:cNvPr id="14" name="tx13"/>
            <p:cNvSpPr/>
            <p:nvPr/>
          </p:nvSpPr>
          <p:spPr>
            <a:xfrm>
              <a:off x="799735" y="2790302"/>
              <a:ext cx="164306" cy="11095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264D">
                      <a:alpha val="100000"/>
                    </a:srgbClr>
                  </a:solidFill>
                  <a:latin typeface="Segoe UI"/>
                  <a:cs typeface="Segoe UI"/>
                </a:rPr>
                <a:t>15</a:t>
              </a:r>
            </a:p>
          </p:txBody>
        </p:sp>
        <p:sp>
          <p:nvSpPr>
            <p:cNvPr id="15" name="pl14"/>
            <p:cNvSpPr/>
            <p:nvPr/>
          </p:nvSpPr>
          <p:spPr>
            <a:xfrm>
              <a:off x="994407" y="4885188"/>
              <a:ext cx="37957" cy="0"/>
            </a:xfrm>
            <a:custGeom>
              <a:avLst/>
              <a:pathLst>
                <a:path w="37957" h="0">
                  <a:moveTo>
                    <a:pt x="0" y="0"/>
                  </a:moveTo>
                  <a:lnTo>
                    <a:pt x="37957" y="0"/>
                  </a:lnTo>
                </a:path>
              </a:pathLst>
            </a:custGeom>
            <a:ln w="14782" cap="flat">
              <a:solidFill>
                <a:srgbClr val="0026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5"/>
            <p:cNvSpPr/>
            <p:nvPr/>
          </p:nvSpPr>
          <p:spPr>
            <a:xfrm>
              <a:off x="994407" y="4206091"/>
              <a:ext cx="37957" cy="0"/>
            </a:xfrm>
            <a:custGeom>
              <a:avLst/>
              <a:pathLst>
                <a:path w="37957" h="0">
                  <a:moveTo>
                    <a:pt x="0" y="0"/>
                  </a:moveTo>
                  <a:lnTo>
                    <a:pt x="37957" y="0"/>
                  </a:lnTo>
                </a:path>
              </a:pathLst>
            </a:custGeom>
            <a:ln w="14782" cap="flat">
              <a:solidFill>
                <a:srgbClr val="0026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6"/>
            <p:cNvSpPr/>
            <p:nvPr/>
          </p:nvSpPr>
          <p:spPr>
            <a:xfrm>
              <a:off x="994407" y="3526995"/>
              <a:ext cx="37957" cy="0"/>
            </a:xfrm>
            <a:custGeom>
              <a:avLst/>
              <a:pathLst>
                <a:path w="37957" h="0">
                  <a:moveTo>
                    <a:pt x="0" y="0"/>
                  </a:moveTo>
                  <a:lnTo>
                    <a:pt x="37957" y="0"/>
                  </a:lnTo>
                </a:path>
              </a:pathLst>
            </a:custGeom>
            <a:ln w="14782" cap="flat">
              <a:solidFill>
                <a:srgbClr val="0026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7"/>
            <p:cNvSpPr/>
            <p:nvPr/>
          </p:nvSpPr>
          <p:spPr>
            <a:xfrm>
              <a:off x="994407" y="2847898"/>
              <a:ext cx="37957" cy="0"/>
            </a:xfrm>
            <a:custGeom>
              <a:avLst/>
              <a:pathLst>
                <a:path w="37957" h="0">
                  <a:moveTo>
                    <a:pt x="0" y="0"/>
                  </a:moveTo>
                  <a:lnTo>
                    <a:pt x="37957" y="0"/>
                  </a:lnTo>
                </a:path>
              </a:pathLst>
            </a:custGeom>
            <a:ln w="14782" cap="flat">
              <a:solidFill>
                <a:srgbClr val="0026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8"/>
            <p:cNvSpPr/>
            <p:nvPr/>
          </p:nvSpPr>
          <p:spPr>
            <a:xfrm>
              <a:off x="1032365" y="5000634"/>
              <a:ext cx="3627403" cy="0"/>
            </a:xfrm>
            <a:custGeom>
              <a:avLst/>
              <a:pathLst>
                <a:path w="3627403" h="0">
                  <a:moveTo>
                    <a:pt x="0" y="0"/>
                  </a:moveTo>
                  <a:lnTo>
                    <a:pt x="3627403" y="0"/>
                  </a:lnTo>
                </a:path>
              </a:pathLst>
            </a:custGeom>
            <a:ln w="7182" cap="flat">
              <a:solidFill>
                <a:srgbClr val="0026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19"/>
            <p:cNvSpPr/>
            <p:nvPr/>
          </p:nvSpPr>
          <p:spPr>
            <a:xfrm>
              <a:off x="2846067" y="5000634"/>
              <a:ext cx="0" cy="37957"/>
            </a:xfrm>
            <a:custGeom>
              <a:avLst/>
              <a:pathLst>
                <a:path w="0" h="37957">
                  <a:moveTo>
                    <a:pt x="0" y="37957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0026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0"/>
            <p:cNvSpPr/>
            <p:nvPr/>
          </p:nvSpPr>
          <p:spPr>
            <a:xfrm>
              <a:off x="2846067" y="5000634"/>
              <a:ext cx="0" cy="37957"/>
            </a:xfrm>
            <a:custGeom>
              <a:avLst/>
              <a:pathLst>
                <a:path w="0" h="37957">
                  <a:moveTo>
                    <a:pt x="0" y="37957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0026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tx21"/>
            <p:cNvSpPr/>
            <p:nvPr/>
          </p:nvSpPr>
          <p:spPr>
            <a:xfrm>
              <a:off x="2660478" y="5064716"/>
              <a:ext cx="371177" cy="11095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264D">
                      <a:alpha val="100000"/>
                    </a:srgbClr>
                  </a:solidFill>
                  <a:latin typeface="Segoe UI"/>
                  <a:cs typeface="Segoe UI"/>
                </a:rPr>
                <a:t>100%</a:t>
              </a:r>
            </a:p>
          </p:txBody>
        </p:sp>
        <p:sp>
          <p:nvSpPr>
            <p:cNvPr id="23" name="tx22"/>
            <p:cNvSpPr/>
            <p:nvPr/>
          </p:nvSpPr>
          <p:spPr>
            <a:xfrm>
              <a:off x="2660478" y="5064716"/>
              <a:ext cx="371177" cy="11095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264D">
                      <a:alpha val="100000"/>
                    </a:srgbClr>
                  </a:solidFill>
                  <a:latin typeface="Segoe UI"/>
                  <a:cs typeface="Segoe UI"/>
                </a:rPr>
                <a:t>100%</a:t>
              </a:r>
            </a:p>
          </p:txBody>
        </p:sp>
        <p:sp>
          <p:nvSpPr>
            <p:cNvPr id="24" name="tx23"/>
            <p:cNvSpPr/>
            <p:nvPr/>
          </p:nvSpPr>
          <p:spPr>
            <a:xfrm>
              <a:off x="1766393" y="5242572"/>
              <a:ext cx="2159347" cy="14949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264D">
                      <a:alpha val="100000"/>
                    </a:srgbClr>
                  </a:solidFill>
                  <a:latin typeface="Segoe UI"/>
                  <a:cs typeface="Segoe UI"/>
                </a:rPr>
                <a:t>% of all possible terms attended</a:t>
              </a:r>
            </a:p>
          </p:txBody>
        </p:sp>
        <p:sp>
          <p:nvSpPr>
            <p:cNvPr id="25" name="tx24"/>
            <p:cNvSpPr/>
            <p:nvPr/>
          </p:nvSpPr>
          <p:spPr>
            <a:xfrm rot="-5400000">
              <a:off x="-570308" y="3655566"/>
              <a:ext cx="2424186" cy="1503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264D">
                      <a:alpha val="100000"/>
                    </a:srgbClr>
                  </a:solidFill>
                  <a:latin typeface="Segoe UI"/>
                  <a:cs typeface="Segoe UI"/>
                </a:rPr>
                <a:t>Number of students starting in term</a:t>
              </a:r>
            </a:p>
          </p:txBody>
        </p:sp>
        <p:sp>
          <p:nvSpPr>
            <p:cNvPr id="26" name="tx25"/>
            <p:cNvSpPr/>
            <p:nvPr/>
          </p:nvSpPr>
          <p:spPr>
            <a:xfrm>
              <a:off x="1032365" y="2199533"/>
              <a:ext cx="2546821" cy="14949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264D">
                      <a:alpha val="100000"/>
                    </a:srgbClr>
                  </a:solidFill>
                  <a:latin typeface="Segoe UI"/>
                  <a:cs typeface="Segoe UI"/>
                </a:rPr>
                <a:t>Maximum possible number of terms:1</a:t>
              </a:r>
            </a:p>
          </p:txBody>
        </p:sp>
        <p:sp>
          <p:nvSpPr>
            <p:cNvPr id="27" name="tx26"/>
            <p:cNvSpPr/>
            <p:nvPr/>
          </p:nvSpPr>
          <p:spPr>
            <a:xfrm>
              <a:off x="1032365" y="1980177"/>
              <a:ext cx="1073259" cy="1324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 b="1">
                  <a:solidFill>
                    <a:srgbClr val="00264D">
                      <a:alpha val="100000"/>
                    </a:srgbClr>
                  </a:solidFill>
                  <a:latin typeface="Segoe UI"/>
                  <a:cs typeface="Segoe UI"/>
                </a:rPr>
                <a:t>Term 2 2023</a:t>
              </a:r>
            </a:p>
          </p:txBody>
        </p:sp>
        <p:sp>
          <p:nvSpPr>
            <p:cNvPr id="28" name="tx27"/>
            <p:cNvSpPr/>
            <p:nvPr/>
          </p:nvSpPr>
          <p:spPr>
            <a:xfrm>
              <a:off x="1032365" y="5460187"/>
              <a:ext cx="2476142" cy="931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 b="1">
                  <a:solidFill>
                    <a:srgbClr val="00264D">
                      <a:alpha val="100000"/>
                    </a:srgbClr>
                  </a:solidFill>
                  <a:latin typeface="Segoe UI"/>
                  <a:cs typeface="Segoe UI"/>
                </a:rPr>
                <a:t>Total of 16 students started in Term 2 2023</a:t>
              </a:r>
            </a:p>
          </p:txBody>
        </p:sp>
      </p:grpSp>
      <p:grpSp xmlns:pic="http://schemas.openxmlformats.org/drawingml/2006/picture">
        <p:nvGrpSpPr>
          <p:cNvPr id="29" name="Chart 2"/>
          <p:cNvGrpSpPr/>
          <p:nvPr/>
        </p:nvGrpSpPr>
        <p:grpSpPr>
          <a:xfrm>
            <a:off x="5161030" y="1916832"/>
            <a:ext cx="4198969" cy="3745135"/>
            <a:chOff x="5161030" y="1916832"/>
            <a:chExt cx="4198969" cy="3745135"/>
          </a:xfrm>
        </p:grpSpPr>
        <p:sp>
          <p:nvSpPr>
            <p:cNvPr id="30" name="rc3"/>
            <p:cNvSpPr/>
            <p:nvPr/>
          </p:nvSpPr>
          <p:spPr>
            <a:xfrm>
              <a:off x="5161030" y="1916832"/>
              <a:ext cx="4198968" cy="374513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rc4"/>
            <p:cNvSpPr/>
            <p:nvPr/>
          </p:nvSpPr>
          <p:spPr>
            <a:xfrm>
              <a:off x="5161030" y="1916832"/>
              <a:ext cx="4198968" cy="3745135"/>
            </a:xfrm>
            <a:prstGeom prst="rect">
              <a:avLst/>
            </a:prstGeom>
            <a:solidFill>
              <a:srgbClr val="E6E6E1">
                <a:alpha val="100000"/>
              </a:srgbClr>
            </a:solidFill>
            <a:ln w="14782" cap="rnd">
              <a:solidFill>
                <a:srgbClr val="E6E6E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rc5"/>
            <p:cNvSpPr/>
            <p:nvPr/>
          </p:nvSpPr>
          <p:spPr>
            <a:xfrm>
              <a:off x="5653395" y="2461532"/>
              <a:ext cx="3627403" cy="2539820"/>
            </a:xfrm>
            <a:prstGeom prst="rect">
              <a:avLst/>
            </a:prstGeom>
            <a:solidFill>
              <a:srgbClr val="E6E6E1">
                <a:alpha val="100000"/>
              </a:srgbClr>
            </a:solidFill>
            <a:ln w="14782" cap="rnd">
              <a:solidFill>
                <a:srgbClr val="E6E6E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rc6"/>
            <p:cNvSpPr/>
            <p:nvPr/>
          </p:nvSpPr>
          <p:spPr>
            <a:xfrm>
              <a:off x="5818277" y="2613628"/>
              <a:ext cx="1562039" cy="2272278"/>
            </a:xfrm>
            <a:prstGeom prst="rect">
              <a:avLst/>
            </a:prstGeom>
            <a:solidFill>
              <a:srgbClr val="F8981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4" name="rc7"/>
            <p:cNvSpPr/>
            <p:nvPr/>
          </p:nvSpPr>
          <p:spPr>
            <a:xfrm>
              <a:off x="7553877" y="4189563"/>
              <a:ext cx="1562039" cy="696343"/>
            </a:xfrm>
            <a:prstGeom prst="rect">
              <a:avLst/>
            </a:prstGeom>
            <a:solidFill>
              <a:srgbClr val="F8981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5" name="tx8"/>
            <p:cNvSpPr/>
            <p:nvPr/>
          </p:nvSpPr>
          <p:spPr>
            <a:xfrm>
              <a:off x="6350158" y="2524539"/>
              <a:ext cx="151157" cy="10152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3">
                  <a:solidFill>
                    <a:srgbClr val="00264D">
                      <a:alpha val="100000"/>
                    </a:srgbClr>
                  </a:solidFill>
                  <a:latin typeface="Segoe UI"/>
                  <a:cs typeface="Segoe UI"/>
                </a:rPr>
                <a:t>62</a:t>
              </a:r>
            </a:p>
          </p:txBody>
        </p:sp>
        <p:sp>
          <p:nvSpPr>
            <p:cNvPr id="36" name="tx9"/>
            <p:cNvSpPr/>
            <p:nvPr/>
          </p:nvSpPr>
          <p:spPr>
            <a:xfrm>
              <a:off x="8085758" y="4099927"/>
              <a:ext cx="151157" cy="10207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3">
                  <a:solidFill>
                    <a:srgbClr val="00264D">
                      <a:alpha val="100000"/>
                    </a:srgbClr>
                  </a:solidFill>
                  <a:latin typeface="Segoe UI"/>
                  <a:cs typeface="Segoe UI"/>
                </a:rPr>
                <a:t>19</a:t>
              </a:r>
            </a:p>
          </p:txBody>
        </p:sp>
        <p:sp>
          <p:nvSpPr>
            <p:cNvPr id="37" name="tx10"/>
            <p:cNvSpPr/>
            <p:nvPr/>
          </p:nvSpPr>
          <p:spPr>
            <a:xfrm>
              <a:off x="6597602" y="2504070"/>
              <a:ext cx="350509" cy="12199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3">
                  <a:solidFill>
                    <a:srgbClr val="00264D">
                      <a:alpha val="100000"/>
                    </a:srgbClr>
                  </a:solidFill>
                  <a:latin typeface="Segoe UI"/>
                  <a:cs typeface="Segoe UI"/>
                </a:rPr>
                <a:t>(77%)</a:t>
              </a:r>
            </a:p>
          </p:txBody>
        </p:sp>
        <p:sp>
          <p:nvSpPr>
            <p:cNvPr id="38" name="tx11"/>
            <p:cNvSpPr/>
            <p:nvPr/>
          </p:nvSpPr>
          <p:spPr>
            <a:xfrm>
              <a:off x="8333202" y="4079868"/>
              <a:ext cx="350509" cy="1221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3">
                  <a:solidFill>
                    <a:srgbClr val="00264D">
                      <a:alpha val="100000"/>
                    </a:srgbClr>
                  </a:solidFill>
                  <a:latin typeface="Segoe UI"/>
                  <a:cs typeface="Segoe UI"/>
                </a:rPr>
                <a:t>(23%)</a:t>
              </a:r>
            </a:p>
          </p:txBody>
        </p:sp>
        <p:sp>
          <p:nvSpPr>
            <p:cNvPr id="39" name="pl12"/>
            <p:cNvSpPr/>
            <p:nvPr/>
          </p:nvSpPr>
          <p:spPr>
            <a:xfrm>
              <a:off x="5653395" y="2461532"/>
              <a:ext cx="0" cy="2539820"/>
            </a:xfrm>
            <a:custGeom>
              <a:avLst/>
              <a:pathLst>
                <a:path w="0" h="2539820">
                  <a:moveTo>
                    <a:pt x="0" y="2539820"/>
                  </a:moveTo>
                  <a:lnTo>
                    <a:pt x="0" y="0"/>
                  </a:lnTo>
                </a:path>
              </a:pathLst>
            </a:custGeom>
            <a:ln w="7182" cap="flat">
              <a:solidFill>
                <a:srgbClr val="0026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tx13"/>
            <p:cNvSpPr/>
            <p:nvPr/>
          </p:nvSpPr>
          <p:spPr>
            <a:xfrm>
              <a:off x="5502918" y="4828906"/>
              <a:ext cx="82153" cy="11035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264D">
                      <a:alpha val="100000"/>
                    </a:srgbClr>
                  </a:solidFill>
                  <a:latin typeface="Segoe UI"/>
                  <a:cs typeface="Segoe UI"/>
                </a:rPr>
                <a:t>0</a:t>
              </a:r>
            </a:p>
          </p:txBody>
        </p:sp>
        <p:sp>
          <p:nvSpPr>
            <p:cNvPr id="41" name="tx14"/>
            <p:cNvSpPr/>
            <p:nvPr/>
          </p:nvSpPr>
          <p:spPr>
            <a:xfrm>
              <a:off x="5420765" y="4095913"/>
              <a:ext cx="164306" cy="11035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264D">
                      <a:alpha val="100000"/>
                    </a:srgbClr>
                  </a:solidFill>
                  <a:latin typeface="Segoe UI"/>
                  <a:cs typeface="Segoe UI"/>
                </a:rPr>
                <a:t>20</a:t>
              </a:r>
            </a:p>
          </p:txBody>
        </p:sp>
        <p:sp>
          <p:nvSpPr>
            <p:cNvPr id="42" name="tx15"/>
            <p:cNvSpPr/>
            <p:nvPr/>
          </p:nvSpPr>
          <p:spPr>
            <a:xfrm>
              <a:off x="5420765" y="3362920"/>
              <a:ext cx="164306" cy="11035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264D">
                      <a:alpha val="100000"/>
                    </a:srgbClr>
                  </a:solidFill>
                  <a:latin typeface="Segoe UI"/>
                  <a:cs typeface="Segoe UI"/>
                </a:rPr>
                <a:t>40</a:t>
              </a:r>
            </a:p>
          </p:txBody>
        </p:sp>
        <p:sp>
          <p:nvSpPr>
            <p:cNvPr id="43" name="tx16"/>
            <p:cNvSpPr/>
            <p:nvPr/>
          </p:nvSpPr>
          <p:spPr>
            <a:xfrm>
              <a:off x="5420765" y="2629926"/>
              <a:ext cx="164306" cy="11035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264D">
                      <a:alpha val="100000"/>
                    </a:srgbClr>
                  </a:solidFill>
                  <a:latin typeface="Segoe UI"/>
                  <a:cs typeface="Segoe UI"/>
                </a:rPr>
                <a:t>60</a:t>
              </a:r>
            </a:p>
          </p:txBody>
        </p:sp>
        <p:sp>
          <p:nvSpPr>
            <p:cNvPr id="44" name="pl17"/>
            <p:cNvSpPr/>
            <p:nvPr/>
          </p:nvSpPr>
          <p:spPr>
            <a:xfrm>
              <a:off x="5615437" y="4885907"/>
              <a:ext cx="37957" cy="0"/>
            </a:xfrm>
            <a:custGeom>
              <a:avLst/>
              <a:pathLst>
                <a:path w="37957" h="0">
                  <a:moveTo>
                    <a:pt x="0" y="0"/>
                  </a:moveTo>
                  <a:lnTo>
                    <a:pt x="37957" y="0"/>
                  </a:lnTo>
                </a:path>
              </a:pathLst>
            </a:custGeom>
            <a:ln w="14782" cap="flat">
              <a:solidFill>
                <a:srgbClr val="0026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l18"/>
            <p:cNvSpPr/>
            <p:nvPr/>
          </p:nvSpPr>
          <p:spPr>
            <a:xfrm>
              <a:off x="5615437" y="4152914"/>
              <a:ext cx="37957" cy="0"/>
            </a:xfrm>
            <a:custGeom>
              <a:avLst/>
              <a:pathLst>
                <a:path w="37957" h="0">
                  <a:moveTo>
                    <a:pt x="0" y="0"/>
                  </a:moveTo>
                  <a:lnTo>
                    <a:pt x="37957" y="0"/>
                  </a:lnTo>
                </a:path>
              </a:pathLst>
            </a:custGeom>
            <a:ln w="14782" cap="flat">
              <a:solidFill>
                <a:srgbClr val="0026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l19"/>
            <p:cNvSpPr/>
            <p:nvPr/>
          </p:nvSpPr>
          <p:spPr>
            <a:xfrm>
              <a:off x="5615437" y="3419921"/>
              <a:ext cx="37957" cy="0"/>
            </a:xfrm>
            <a:custGeom>
              <a:avLst/>
              <a:pathLst>
                <a:path w="37957" h="0">
                  <a:moveTo>
                    <a:pt x="0" y="0"/>
                  </a:moveTo>
                  <a:lnTo>
                    <a:pt x="37957" y="0"/>
                  </a:lnTo>
                </a:path>
              </a:pathLst>
            </a:custGeom>
            <a:ln w="14782" cap="flat">
              <a:solidFill>
                <a:srgbClr val="0026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l20"/>
            <p:cNvSpPr/>
            <p:nvPr/>
          </p:nvSpPr>
          <p:spPr>
            <a:xfrm>
              <a:off x="5615437" y="2686928"/>
              <a:ext cx="37957" cy="0"/>
            </a:xfrm>
            <a:custGeom>
              <a:avLst/>
              <a:pathLst>
                <a:path w="37957" h="0">
                  <a:moveTo>
                    <a:pt x="0" y="0"/>
                  </a:moveTo>
                  <a:lnTo>
                    <a:pt x="37957" y="0"/>
                  </a:lnTo>
                </a:path>
              </a:pathLst>
            </a:custGeom>
            <a:ln w="14782" cap="flat">
              <a:solidFill>
                <a:srgbClr val="0026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l21"/>
            <p:cNvSpPr/>
            <p:nvPr/>
          </p:nvSpPr>
          <p:spPr>
            <a:xfrm>
              <a:off x="5653395" y="5001353"/>
              <a:ext cx="3627403" cy="0"/>
            </a:xfrm>
            <a:custGeom>
              <a:avLst/>
              <a:pathLst>
                <a:path w="3627403" h="0">
                  <a:moveTo>
                    <a:pt x="0" y="0"/>
                  </a:moveTo>
                  <a:lnTo>
                    <a:pt x="3627403" y="0"/>
                  </a:lnTo>
                </a:path>
              </a:pathLst>
            </a:custGeom>
            <a:ln w="7182" cap="flat">
              <a:solidFill>
                <a:srgbClr val="0026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22"/>
            <p:cNvSpPr/>
            <p:nvPr/>
          </p:nvSpPr>
          <p:spPr>
            <a:xfrm>
              <a:off x="6599297" y="5001353"/>
              <a:ext cx="0" cy="37957"/>
            </a:xfrm>
            <a:custGeom>
              <a:avLst/>
              <a:pathLst>
                <a:path w="0" h="37957">
                  <a:moveTo>
                    <a:pt x="0" y="37957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0026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l23"/>
            <p:cNvSpPr/>
            <p:nvPr/>
          </p:nvSpPr>
          <p:spPr>
            <a:xfrm>
              <a:off x="8334897" y="5001353"/>
              <a:ext cx="0" cy="37957"/>
            </a:xfrm>
            <a:custGeom>
              <a:avLst/>
              <a:pathLst>
                <a:path w="0" h="37957">
                  <a:moveTo>
                    <a:pt x="0" y="37957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0026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tx24"/>
            <p:cNvSpPr/>
            <p:nvPr/>
          </p:nvSpPr>
          <p:spPr>
            <a:xfrm>
              <a:off x="6397188" y="5066031"/>
              <a:ext cx="404217" cy="11035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264D">
                      <a:alpha val="100000"/>
                    </a:srgbClr>
                  </a:solidFill>
                  <a:latin typeface="Segoe UI"/>
                  <a:cs typeface="Segoe UI"/>
                </a:rPr>
                <a:t>50.0%</a:t>
              </a:r>
            </a:p>
          </p:txBody>
        </p:sp>
        <p:sp>
          <p:nvSpPr>
            <p:cNvPr id="52" name="tx25"/>
            <p:cNvSpPr/>
            <p:nvPr/>
          </p:nvSpPr>
          <p:spPr>
            <a:xfrm>
              <a:off x="8149308" y="5065435"/>
              <a:ext cx="371177" cy="11095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264D">
                      <a:alpha val="100000"/>
                    </a:srgbClr>
                  </a:solidFill>
                  <a:latin typeface="Segoe UI"/>
                  <a:cs typeface="Segoe UI"/>
                </a:rPr>
                <a:t>100%</a:t>
              </a:r>
            </a:p>
          </p:txBody>
        </p:sp>
        <p:sp>
          <p:nvSpPr>
            <p:cNvPr id="53" name="tx26"/>
            <p:cNvSpPr/>
            <p:nvPr/>
          </p:nvSpPr>
          <p:spPr>
            <a:xfrm>
              <a:off x="6087981" y="5243291"/>
              <a:ext cx="2758231" cy="14949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264D">
                      <a:alpha val="100000"/>
                    </a:srgbClr>
                  </a:solidFill>
                  <a:latin typeface="Segoe UI"/>
                  <a:cs typeface="Segoe UI"/>
                </a:rPr>
                <a:t>Proportion of all possible terms attended</a:t>
              </a:r>
            </a:p>
          </p:txBody>
        </p:sp>
        <p:sp>
          <p:nvSpPr>
            <p:cNvPr id="54" name="tx27"/>
            <p:cNvSpPr/>
            <p:nvPr/>
          </p:nvSpPr>
          <p:spPr>
            <a:xfrm rot="-5400000">
              <a:off x="4050721" y="3656285"/>
              <a:ext cx="2424186" cy="1503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264D">
                      <a:alpha val="100000"/>
                    </a:srgbClr>
                  </a:solidFill>
                  <a:latin typeface="Segoe UI"/>
                  <a:cs typeface="Segoe UI"/>
                </a:rPr>
                <a:t>Number of students starting in term</a:t>
              </a:r>
            </a:p>
          </p:txBody>
        </p:sp>
        <p:sp>
          <p:nvSpPr>
            <p:cNvPr id="55" name="tx28"/>
            <p:cNvSpPr/>
            <p:nvPr/>
          </p:nvSpPr>
          <p:spPr>
            <a:xfrm>
              <a:off x="5653395" y="2200252"/>
              <a:ext cx="2546821" cy="14949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264D">
                      <a:alpha val="100000"/>
                    </a:srgbClr>
                  </a:solidFill>
                  <a:latin typeface="Segoe UI"/>
                  <a:cs typeface="Segoe UI"/>
                </a:rPr>
                <a:t>Maximum possible number of terms:2</a:t>
              </a:r>
            </a:p>
          </p:txBody>
        </p:sp>
        <p:sp>
          <p:nvSpPr>
            <p:cNvPr id="56" name="tx29"/>
            <p:cNvSpPr/>
            <p:nvPr/>
          </p:nvSpPr>
          <p:spPr>
            <a:xfrm>
              <a:off x="5653395" y="1980181"/>
              <a:ext cx="1073259" cy="1331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 b="1">
                  <a:solidFill>
                    <a:srgbClr val="00264D">
                      <a:alpha val="100000"/>
                    </a:srgbClr>
                  </a:solidFill>
                  <a:latin typeface="Segoe UI"/>
                  <a:cs typeface="Segoe UI"/>
                </a:rPr>
                <a:t>Term 1 2023</a:t>
              </a:r>
            </a:p>
          </p:txBody>
        </p:sp>
        <p:sp>
          <p:nvSpPr>
            <p:cNvPr id="57" name="tx30"/>
            <p:cNvSpPr/>
            <p:nvPr/>
          </p:nvSpPr>
          <p:spPr>
            <a:xfrm>
              <a:off x="5653395" y="5460906"/>
              <a:ext cx="2476142" cy="931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 b="1">
                  <a:solidFill>
                    <a:srgbClr val="00264D">
                      <a:alpha val="100000"/>
                    </a:srgbClr>
                  </a:solidFill>
                  <a:latin typeface="Segoe UI"/>
                  <a:cs typeface="Segoe UI"/>
                </a:rPr>
                <a:t>Total of 81 students started in Term 1 2023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verning Thought"/>
          <p:cNvSpPr>
            <a:spLocks noGrp="1"/>
          </p:cNvSpPr>
          <p:nvPr>
            <p:ph type="title" hasCustomPrompt="1"/>
          </p:nvPr>
        </p:nvSpPr>
        <p:spPr>
          <a:xfrm>
            <a:off x="540000" y="504000"/>
            <a:ext cx="8820000" cy="504056"/>
          </a:xfrm>
        </p:spPr>
        <p:txBody>
          <a:bodyPr/>
          <a:lstStyle/>
          <a:p>
            <a:r>
              <a:rPr/>
              <a:t>Older starting terms: breakdown of students by % of all terms attended</a:t>
            </a:r>
          </a:p>
        </p:txBody>
      </p:sp>
      <p:grpSp xmlns:pic="http://schemas.openxmlformats.org/drawingml/2006/picture">
        <p:nvGrpSpPr>
          <p:cNvPr id="3" name="Chart 1"/>
          <p:cNvGrpSpPr/>
          <p:nvPr/>
        </p:nvGrpSpPr>
        <p:grpSpPr>
          <a:xfrm>
            <a:off x="540000" y="1916113"/>
            <a:ext cx="4198969" cy="3745135"/>
            <a:chOff x="540000" y="1916113"/>
            <a:chExt cx="4198969" cy="3745135"/>
          </a:xfrm>
        </p:grpSpPr>
        <p:sp>
          <p:nvSpPr>
            <p:cNvPr id="4" name="rc3"/>
            <p:cNvSpPr/>
            <p:nvPr/>
          </p:nvSpPr>
          <p:spPr>
            <a:xfrm>
              <a:off x="540000" y="1916113"/>
              <a:ext cx="4198969" cy="374513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4"/>
            <p:cNvSpPr/>
            <p:nvPr/>
          </p:nvSpPr>
          <p:spPr>
            <a:xfrm>
              <a:off x="540000" y="1916113"/>
              <a:ext cx="4198969" cy="3745135"/>
            </a:xfrm>
            <a:prstGeom prst="rect">
              <a:avLst/>
            </a:prstGeom>
            <a:solidFill>
              <a:srgbClr val="E6E6E1">
                <a:alpha val="100000"/>
              </a:srgbClr>
            </a:solidFill>
            <a:ln w="14782" cap="rnd">
              <a:solidFill>
                <a:srgbClr val="E6E6E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rc5"/>
            <p:cNvSpPr/>
            <p:nvPr/>
          </p:nvSpPr>
          <p:spPr>
            <a:xfrm>
              <a:off x="1032365" y="2460813"/>
              <a:ext cx="3627403" cy="2539820"/>
            </a:xfrm>
            <a:prstGeom prst="rect">
              <a:avLst/>
            </a:prstGeom>
            <a:solidFill>
              <a:srgbClr val="E6E6E1">
                <a:alpha val="100000"/>
              </a:srgbClr>
            </a:solidFill>
            <a:ln w="14782" cap="rnd">
              <a:solidFill>
                <a:srgbClr val="E6E6E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rc6"/>
            <p:cNvSpPr/>
            <p:nvPr/>
          </p:nvSpPr>
          <p:spPr>
            <a:xfrm>
              <a:off x="1197247" y="2712079"/>
              <a:ext cx="1012822" cy="2173108"/>
            </a:xfrm>
            <a:prstGeom prst="rect">
              <a:avLst/>
            </a:prstGeom>
            <a:solidFill>
              <a:srgbClr val="F8981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" name="rc7"/>
            <p:cNvSpPr/>
            <p:nvPr/>
          </p:nvSpPr>
          <p:spPr>
            <a:xfrm>
              <a:off x="2356706" y="4613549"/>
              <a:ext cx="1012822" cy="271638"/>
            </a:xfrm>
            <a:prstGeom prst="rect">
              <a:avLst/>
            </a:prstGeom>
            <a:solidFill>
              <a:srgbClr val="F8981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" name="rc8"/>
            <p:cNvSpPr/>
            <p:nvPr/>
          </p:nvSpPr>
          <p:spPr>
            <a:xfrm>
              <a:off x="3482064" y="4613549"/>
              <a:ext cx="1012822" cy="271638"/>
            </a:xfrm>
            <a:prstGeom prst="rect">
              <a:avLst/>
            </a:prstGeom>
            <a:solidFill>
              <a:srgbClr val="F8981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" name="tx9"/>
            <p:cNvSpPr/>
            <p:nvPr/>
          </p:nvSpPr>
          <p:spPr>
            <a:xfrm>
              <a:off x="1457570" y="2523273"/>
              <a:ext cx="151157" cy="10207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3">
                  <a:solidFill>
                    <a:srgbClr val="00264D">
                      <a:alpha val="100000"/>
                    </a:srgbClr>
                  </a:solidFill>
                  <a:latin typeface="Segoe UI"/>
                  <a:cs typeface="Segoe UI"/>
                </a:rPr>
                <a:t>16</a:t>
              </a:r>
            </a:p>
          </p:txBody>
        </p:sp>
        <p:sp>
          <p:nvSpPr>
            <p:cNvPr id="11" name="tx10"/>
            <p:cNvSpPr/>
            <p:nvPr/>
          </p:nvSpPr>
          <p:spPr>
            <a:xfrm>
              <a:off x="2654819" y="4427002"/>
              <a:ext cx="75578" cy="9981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3">
                  <a:solidFill>
                    <a:srgbClr val="00264D">
                      <a:alpha val="100000"/>
                    </a:srgbClr>
                  </a:solidFill>
                  <a:latin typeface="Segoe UI"/>
                  <a:cs typeface="Segoe UI"/>
                </a:rPr>
                <a:t>2</a:t>
              </a:r>
            </a:p>
          </p:txBody>
        </p:sp>
        <p:sp>
          <p:nvSpPr>
            <p:cNvPr id="12" name="tx11"/>
            <p:cNvSpPr/>
            <p:nvPr/>
          </p:nvSpPr>
          <p:spPr>
            <a:xfrm>
              <a:off x="3780177" y="4427002"/>
              <a:ext cx="75578" cy="9981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3">
                  <a:solidFill>
                    <a:srgbClr val="00264D">
                      <a:alpha val="100000"/>
                    </a:srgbClr>
                  </a:solidFill>
                  <a:latin typeface="Segoe UI"/>
                  <a:cs typeface="Segoe UI"/>
                </a:rPr>
                <a:t>2</a:t>
              </a:r>
            </a:p>
          </p:txBody>
        </p:sp>
        <p:sp>
          <p:nvSpPr>
            <p:cNvPr id="13" name="tx12"/>
            <p:cNvSpPr/>
            <p:nvPr/>
          </p:nvSpPr>
          <p:spPr>
            <a:xfrm>
              <a:off x="1698912" y="2503214"/>
              <a:ext cx="350509" cy="1221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3">
                  <a:solidFill>
                    <a:srgbClr val="00264D">
                      <a:alpha val="100000"/>
                    </a:srgbClr>
                  </a:solidFill>
                  <a:latin typeface="Segoe UI"/>
                  <a:cs typeface="Segoe UI"/>
                </a:rPr>
                <a:t>(80%)</a:t>
              </a:r>
            </a:p>
          </p:txBody>
        </p:sp>
        <p:sp>
          <p:nvSpPr>
            <p:cNvPr id="14" name="tx13"/>
            <p:cNvSpPr/>
            <p:nvPr/>
          </p:nvSpPr>
          <p:spPr>
            <a:xfrm>
              <a:off x="2858371" y="4404137"/>
              <a:ext cx="350509" cy="12267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3">
                  <a:solidFill>
                    <a:srgbClr val="00264D">
                      <a:alpha val="100000"/>
                    </a:srgbClr>
                  </a:solidFill>
                  <a:latin typeface="Segoe UI"/>
                  <a:cs typeface="Segoe UI"/>
                </a:rPr>
                <a:t>(10%)</a:t>
              </a:r>
            </a:p>
          </p:txBody>
        </p:sp>
        <p:sp>
          <p:nvSpPr>
            <p:cNvPr id="15" name="tx14"/>
            <p:cNvSpPr/>
            <p:nvPr/>
          </p:nvSpPr>
          <p:spPr>
            <a:xfrm>
              <a:off x="3983729" y="4404137"/>
              <a:ext cx="350509" cy="12267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3">
                  <a:solidFill>
                    <a:srgbClr val="00264D">
                      <a:alpha val="100000"/>
                    </a:srgbClr>
                  </a:solidFill>
                  <a:latin typeface="Segoe UI"/>
                  <a:cs typeface="Segoe UI"/>
                </a:rPr>
                <a:t>(10%)</a:t>
              </a:r>
            </a:p>
          </p:txBody>
        </p:sp>
        <p:sp>
          <p:nvSpPr>
            <p:cNvPr id="16" name="pl15"/>
            <p:cNvSpPr/>
            <p:nvPr/>
          </p:nvSpPr>
          <p:spPr>
            <a:xfrm>
              <a:off x="1032365" y="2460813"/>
              <a:ext cx="0" cy="2539820"/>
            </a:xfrm>
            <a:custGeom>
              <a:avLst/>
              <a:pathLst>
                <a:path w="0" h="2539820">
                  <a:moveTo>
                    <a:pt x="0" y="2539820"/>
                  </a:moveTo>
                  <a:lnTo>
                    <a:pt x="0" y="0"/>
                  </a:lnTo>
                </a:path>
              </a:pathLst>
            </a:custGeom>
            <a:ln w="7182" cap="flat">
              <a:solidFill>
                <a:srgbClr val="0026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tx16"/>
            <p:cNvSpPr/>
            <p:nvPr/>
          </p:nvSpPr>
          <p:spPr>
            <a:xfrm>
              <a:off x="881888" y="4828187"/>
              <a:ext cx="82153" cy="11035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264D">
                      <a:alpha val="100000"/>
                    </a:srgbClr>
                  </a:solidFill>
                  <a:latin typeface="Segoe UI"/>
                  <a:cs typeface="Segoe UI"/>
                </a:rPr>
                <a:t>0</a:t>
              </a:r>
            </a:p>
          </p:txBody>
        </p:sp>
        <p:sp>
          <p:nvSpPr>
            <p:cNvPr id="18" name="tx17"/>
            <p:cNvSpPr/>
            <p:nvPr/>
          </p:nvSpPr>
          <p:spPr>
            <a:xfrm>
              <a:off x="881888" y="4150876"/>
              <a:ext cx="82153" cy="1085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264D">
                      <a:alpha val="100000"/>
                    </a:srgbClr>
                  </a:solidFill>
                  <a:latin typeface="Segoe UI"/>
                  <a:cs typeface="Segoe UI"/>
                </a:rPr>
                <a:t>5</a:t>
              </a:r>
            </a:p>
          </p:txBody>
        </p:sp>
        <p:sp>
          <p:nvSpPr>
            <p:cNvPr id="19" name="tx18"/>
            <p:cNvSpPr/>
            <p:nvPr/>
          </p:nvSpPr>
          <p:spPr>
            <a:xfrm>
              <a:off x="799735" y="3469398"/>
              <a:ext cx="164306" cy="11095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264D">
                      <a:alpha val="100000"/>
                    </a:srgbClr>
                  </a:solidFill>
                  <a:latin typeface="Segoe UI"/>
                  <a:cs typeface="Segoe UI"/>
                </a:rPr>
                <a:t>10</a:t>
              </a:r>
            </a:p>
          </p:txBody>
        </p:sp>
        <p:sp>
          <p:nvSpPr>
            <p:cNvPr id="20" name="tx19"/>
            <p:cNvSpPr/>
            <p:nvPr/>
          </p:nvSpPr>
          <p:spPr>
            <a:xfrm>
              <a:off x="799735" y="2790302"/>
              <a:ext cx="164306" cy="11095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264D">
                      <a:alpha val="100000"/>
                    </a:srgbClr>
                  </a:solidFill>
                  <a:latin typeface="Segoe UI"/>
                  <a:cs typeface="Segoe UI"/>
                </a:rPr>
                <a:t>15</a:t>
              </a:r>
            </a:p>
          </p:txBody>
        </p:sp>
        <p:sp>
          <p:nvSpPr>
            <p:cNvPr id="21" name="pl20"/>
            <p:cNvSpPr/>
            <p:nvPr/>
          </p:nvSpPr>
          <p:spPr>
            <a:xfrm>
              <a:off x="994407" y="4885188"/>
              <a:ext cx="37957" cy="0"/>
            </a:xfrm>
            <a:custGeom>
              <a:avLst/>
              <a:pathLst>
                <a:path w="37957" h="0">
                  <a:moveTo>
                    <a:pt x="0" y="0"/>
                  </a:moveTo>
                  <a:lnTo>
                    <a:pt x="37957" y="0"/>
                  </a:lnTo>
                </a:path>
              </a:pathLst>
            </a:custGeom>
            <a:ln w="14782" cap="flat">
              <a:solidFill>
                <a:srgbClr val="0026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1"/>
            <p:cNvSpPr/>
            <p:nvPr/>
          </p:nvSpPr>
          <p:spPr>
            <a:xfrm>
              <a:off x="994407" y="4206091"/>
              <a:ext cx="37957" cy="0"/>
            </a:xfrm>
            <a:custGeom>
              <a:avLst/>
              <a:pathLst>
                <a:path w="37957" h="0">
                  <a:moveTo>
                    <a:pt x="0" y="0"/>
                  </a:moveTo>
                  <a:lnTo>
                    <a:pt x="37957" y="0"/>
                  </a:lnTo>
                </a:path>
              </a:pathLst>
            </a:custGeom>
            <a:ln w="14782" cap="flat">
              <a:solidFill>
                <a:srgbClr val="0026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2"/>
            <p:cNvSpPr/>
            <p:nvPr/>
          </p:nvSpPr>
          <p:spPr>
            <a:xfrm>
              <a:off x="994407" y="3526995"/>
              <a:ext cx="37957" cy="0"/>
            </a:xfrm>
            <a:custGeom>
              <a:avLst/>
              <a:pathLst>
                <a:path w="37957" h="0">
                  <a:moveTo>
                    <a:pt x="0" y="0"/>
                  </a:moveTo>
                  <a:lnTo>
                    <a:pt x="37957" y="0"/>
                  </a:lnTo>
                </a:path>
              </a:pathLst>
            </a:custGeom>
            <a:ln w="14782" cap="flat">
              <a:solidFill>
                <a:srgbClr val="0026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3"/>
            <p:cNvSpPr/>
            <p:nvPr/>
          </p:nvSpPr>
          <p:spPr>
            <a:xfrm>
              <a:off x="994407" y="2847898"/>
              <a:ext cx="37957" cy="0"/>
            </a:xfrm>
            <a:custGeom>
              <a:avLst/>
              <a:pathLst>
                <a:path w="37957" h="0">
                  <a:moveTo>
                    <a:pt x="0" y="0"/>
                  </a:moveTo>
                  <a:lnTo>
                    <a:pt x="37957" y="0"/>
                  </a:lnTo>
                </a:path>
              </a:pathLst>
            </a:custGeom>
            <a:ln w="14782" cap="flat">
              <a:solidFill>
                <a:srgbClr val="0026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4"/>
            <p:cNvSpPr/>
            <p:nvPr/>
          </p:nvSpPr>
          <p:spPr>
            <a:xfrm>
              <a:off x="1032365" y="5000634"/>
              <a:ext cx="3627403" cy="0"/>
            </a:xfrm>
            <a:custGeom>
              <a:avLst/>
              <a:pathLst>
                <a:path w="3627403" h="0">
                  <a:moveTo>
                    <a:pt x="0" y="0"/>
                  </a:moveTo>
                  <a:lnTo>
                    <a:pt x="3627403" y="0"/>
                  </a:lnTo>
                </a:path>
              </a:pathLst>
            </a:custGeom>
            <a:ln w="7182" cap="flat">
              <a:solidFill>
                <a:srgbClr val="0026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5"/>
            <p:cNvSpPr/>
            <p:nvPr/>
          </p:nvSpPr>
          <p:spPr>
            <a:xfrm>
              <a:off x="1715025" y="5000634"/>
              <a:ext cx="0" cy="37957"/>
            </a:xfrm>
            <a:custGeom>
              <a:avLst/>
              <a:pathLst>
                <a:path w="0" h="37957">
                  <a:moveTo>
                    <a:pt x="0" y="37957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0026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6"/>
            <p:cNvSpPr/>
            <p:nvPr/>
          </p:nvSpPr>
          <p:spPr>
            <a:xfrm>
              <a:off x="2851750" y="5000634"/>
              <a:ext cx="0" cy="37957"/>
            </a:xfrm>
            <a:custGeom>
              <a:avLst/>
              <a:pathLst>
                <a:path w="0" h="37957">
                  <a:moveTo>
                    <a:pt x="0" y="37957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0026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7"/>
            <p:cNvSpPr/>
            <p:nvPr/>
          </p:nvSpPr>
          <p:spPr>
            <a:xfrm>
              <a:off x="3988475" y="5000634"/>
              <a:ext cx="0" cy="37957"/>
            </a:xfrm>
            <a:custGeom>
              <a:avLst/>
              <a:pathLst>
                <a:path w="0" h="37957">
                  <a:moveTo>
                    <a:pt x="0" y="37957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0026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tx28"/>
            <p:cNvSpPr/>
            <p:nvPr/>
          </p:nvSpPr>
          <p:spPr>
            <a:xfrm>
              <a:off x="1512916" y="5065312"/>
              <a:ext cx="404217" cy="11035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264D">
                      <a:alpha val="100000"/>
                    </a:srgbClr>
                  </a:solidFill>
                  <a:latin typeface="Segoe UI"/>
                  <a:cs typeface="Segoe UI"/>
                </a:rPr>
                <a:t>33.3%</a:t>
              </a:r>
            </a:p>
          </p:txBody>
        </p:sp>
        <p:sp>
          <p:nvSpPr>
            <p:cNvPr id="30" name="tx29"/>
            <p:cNvSpPr/>
            <p:nvPr/>
          </p:nvSpPr>
          <p:spPr>
            <a:xfrm>
              <a:off x="2649642" y="5065312"/>
              <a:ext cx="404217" cy="11035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264D">
                      <a:alpha val="100000"/>
                    </a:srgbClr>
                  </a:solidFill>
                  <a:latin typeface="Segoe UI"/>
                  <a:cs typeface="Segoe UI"/>
                </a:rPr>
                <a:t>66.5%</a:t>
              </a:r>
            </a:p>
          </p:txBody>
        </p:sp>
        <p:sp>
          <p:nvSpPr>
            <p:cNvPr id="31" name="tx30"/>
            <p:cNvSpPr/>
            <p:nvPr/>
          </p:nvSpPr>
          <p:spPr>
            <a:xfrm>
              <a:off x="3802887" y="5064716"/>
              <a:ext cx="371177" cy="11095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264D">
                      <a:alpha val="100000"/>
                    </a:srgbClr>
                  </a:solidFill>
                  <a:latin typeface="Segoe UI"/>
                  <a:cs typeface="Segoe UI"/>
                </a:rPr>
                <a:t>100%</a:t>
              </a:r>
            </a:p>
          </p:txBody>
        </p:sp>
        <p:sp>
          <p:nvSpPr>
            <p:cNvPr id="32" name="tx31"/>
            <p:cNvSpPr/>
            <p:nvPr/>
          </p:nvSpPr>
          <p:spPr>
            <a:xfrm>
              <a:off x="1766393" y="5242572"/>
              <a:ext cx="2159347" cy="14949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264D">
                      <a:alpha val="100000"/>
                    </a:srgbClr>
                  </a:solidFill>
                  <a:latin typeface="Segoe UI"/>
                  <a:cs typeface="Segoe UI"/>
                </a:rPr>
                <a:t>% of all possible terms attended</a:t>
              </a:r>
            </a:p>
          </p:txBody>
        </p:sp>
        <p:sp>
          <p:nvSpPr>
            <p:cNvPr id="33" name="tx32"/>
            <p:cNvSpPr/>
            <p:nvPr/>
          </p:nvSpPr>
          <p:spPr>
            <a:xfrm rot="-5400000">
              <a:off x="-570308" y="3655566"/>
              <a:ext cx="2424186" cy="1503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264D">
                      <a:alpha val="100000"/>
                    </a:srgbClr>
                  </a:solidFill>
                  <a:latin typeface="Segoe UI"/>
                  <a:cs typeface="Segoe UI"/>
                </a:rPr>
                <a:t>Number of students starting in term</a:t>
              </a:r>
            </a:p>
          </p:txBody>
        </p:sp>
        <p:sp>
          <p:nvSpPr>
            <p:cNvPr id="34" name="tx33"/>
            <p:cNvSpPr/>
            <p:nvPr/>
          </p:nvSpPr>
          <p:spPr>
            <a:xfrm>
              <a:off x="1032365" y="2199533"/>
              <a:ext cx="2546821" cy="14949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264D">
                      <a:alpha val="100000"/>
                    </a:srgbClr>
                  </a:solidFill>
                  <a:latin typeface="Segoe UI"/>
                  <a:cs typeface="Segoe UI"/>
                </a:rPr>
                <a:t>Maximum possible number of terms:3</a:t>
              </a:r>
            </a:p>
          </p:txBody>
        </p:sp>
        <p:sp>
          <p:nvSpPr>
            <p:cNvPr id="35" name="tx34"/>
            <p:cNvSpPr/>
            <p:nvPr/>
          </p:nvSpPr>
          <p:spPr>
            <a:xfrm>
              <a:off x="1032365" y="1980177"/>
              <a:ext cx="1156483" cy="1324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 b="1">
                  <a:solidFill>
                    <a:srgbClr val="00264D">
                      <a:alpha val="100000"/>
                    </a:srgbClr>
                  </a:solidFill>
                  <a:latin typeface="Segoe UI"/>
                  <a:cs typeface="Segoe UI"/>
                </a:rPr>
                <a:t>Term 5 2022*</a:t>
              </a:r>
            </a:p>
          </p:txBody>
        </p:sp>
        <p:sp>
          <p:nvSpPr>
            <p:cNvPr id="36" name="tx35"/>
            <p:cNvSpPr/>
            <p:nvPr/>
          </p:nvSpPr>
          <p:spPr>
            <a:xfrm>
              <a:off x="1032365" y="5460187"/>
              <a:ext cx="2531625" cy="931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 b="1">
                  <a:solidFill>
                    <a:srgbClr val="00264D">
                      <a:alpha val="100000"/>
                    </a:srgbClr>
                  </a:solidFill>
                  <a:latin typeface="Segoe UI"/>
                  <a:cs typeface="Segoe UI"/>
                </a:rPr>
                <a:t>Total of 20 students started in Term 5 2022*</a:t>
              </a:r>
            </a:p>
          </p:txBody>
        </p:sp>
      </p:grpSp>
      <p:grpSp xmlns:pic="http://schemas.openxmlformats.org/drawingml/2006/picture">
        <p:nvGrpSpPr>
          <p:cNvPr id="37" name="Chart 2"/>
          <p:cNvGrpSpPr/>
          <p:nvPr/>
        </p:nvGrpSpPr>
        <p:grpSpPr>
          <a:xfrm>
            <a:off x="5161030" y="1916832"/>
            <a:ext cx="4198969" cy="3745135"/>
            <a:chOff x="5161030" y="1916832"/>
            <a:chExt cx="4198969" cy="3745135"/>
          </a:xfrm>
        </p:grpSpPr>
        <p:sp>
          <p:nvSpPr>
            <p:cNvPr id="38" name="rc3"/>
            <p:cNvSpPr/>
            <p:nvPr/>
          </p:nvSpPr>
          <p:spPr>
            <a:xfrm>
              <a:off x="5161030" y="1916832"/>
              <a:ext cx="4198968" cy="374513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rc4"/>
            <p:cNvSpPr/>
            <p:nvPr/>
          </p:nvSpPr>
          <p:spPr>
            <a:xfrm>
              <a:off x="5161030" y="1916832"/>
              <a:ext cx="4198968" cy="3745135"/>
            </a:xfrm>
            <a:prstGeom prst="rect">
              <a:avLst/>
            </a:prstGeom>
            <a:solidFill>
              <a:srgbClr val="E6E6E1">
                <a:alpha val="100000"/>
              </a:srgbClr>
            </a:solidFill>
            <a:ln w="14782" cap="rnd">
              <a:solidFill>
                <a:srgbClr val="E6E6E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rc5"/>
            <p:cNvSpPr/>
            <p:nvPr/>
          </p:nvSpPr>
          <p:spPr>
            <a:xfrm>
              <a:off x="5653395" y="2461532"/>
              <a:ext cx="3627403" cy="2539820"/>
            </a:xfrm>
            <a:prstGeom prst="rect">
              <a:avLst/>
            </a:prstGeom>
            <a:solidFill>
              <a:srgbClr val="E6E6E1">
                <a:alpha val="100000"/>
              </a:srgbClr>
            </a:solidFill>
            <a:ln w="14782" cap="rnd">
              <a:solidFill>
                <a:srgbClr val="E6E6E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rc6"/>
            <p:cNvSpPr/>
            <p:nvPr/>
          </p:nvSpPr>
          <p:spPr>
            <a:xfrm>
              <a:off x="5818277" y="2656597"/>
              <a:ext cx="760993" cy="2229309"/>
            </a:xfrm>
            <a:prstGeom prst="rect">
              <a:avLst/>
            </a:prstGeom>
            <a:solidFill>
              <a:srgbClr val="F8981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2" name="rc7"/>
            <p:cNvSpPr/>
            <p:nvPr/>
          </p:nvSpPr>
          <p:spPr>
            <a:xfrm>
              <a:off x="6663825" y="4248961"/>
              <a:ext cx="760993" cy="636945"/>
            </a:xfrm>
            <a:prstGeom prst="rect">
              <a:avLst/>
            </a:prstGeom>
            <a:solidFill>
              <a:srgbClr val="F8981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3" name="rc8"/>
            <p:cNvSpPr/>
            <p:nvPr/>
          </p:nvSpPr>
          <p:spPr>
            <a:xfrm>
              <a:off x="7509374" y="4328579"/>
              <a:ext cx="760993" cy="557327"/>
            </a:xfrm>
            <a:prstGeom prst="rect">
              <a:avLst/>
            </a:prstGeom>
            <a:solidFill>
              <a:srgbClr val="F8981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4" name="rc9"/>
            <p:cNvSpPr/>
            <p:nvPr/>
          </p:nvSpPr>
          <p:spPr>
            <a:xfrm>
              <a:off x="8354923" y="4328579"/>
              <a:ext cx="760993" cy="557327"/>
            </a:xfrm>
            <a:prstGeom prst="rect">
              <a:avLst/>
            </a:prstGeom>
            <a:solidFill>
              <a:srgbClr val="F8981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5" name="tx10"/>
            <p:cNvSpPr/>
            <p:nvPr/>
          </p:nvSpPr>
          <p:spPr>
            <a:xfrm>
              <a:off x="5954085" y="2524676"/>
              <a:ext cx="151157" cy="10138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3">
                  <a:solidFill>
                    <a:srgbClr val="00264D">
                      <a:alpha val="100000"/>
                    </a:srgbClr>
                  </a:solidFill>
                  <a:latin typeface="Segoe UI"/>
                  <a:cs typeface="Segoe UI"/>
                </a:rPr>
                <a:t>28</a:t>
              </a:r>
            </a:p>
          </p:txBody>
        </p:sp>
        <p:sp>
          <p:nvSpPr>
            <p:cNvPr id="46" name="tx11"/>
            <p:cNvSpPr/>
            <p:nvPr/>
          </p:nvSpPr>
          <p:spPr>
            <a:xfrm>
              <a:off x="6837423" y="4117040"/>
              <a:ext cx="75578" cy="10138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3">
                  <a:solidFill>
                    <a:srgbClr val="00264D">
                      <a:alpha val="100000"/>
                    </a:srgbClr>
                  </a:solidFill>
                  <a:latin typeface="Segoe UI"/>
                  <a:cs typeface="Segoe UI"/>
                </a:rPr>
                <a:t>8</a:t>
              </a:r>
            </a:p>
          </p:txBody>
        </p:sp>
        <p:sp>
          <p:nvSpPr>
            <p:cNvPr id="47" name="tx12"/>
            <p:cNvSpPr/>
            <p:nvPr/>
          </p:nvSpPr>
          <p:spPr>
            <a:xfrm>
              <a:off x="7682972" y="4199876"/>
              <a:ext cx="75578" cy="981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3">
                  <a:solidFill>
                    <a:srgbClr val="00264D">
                      <a:alpha val="100000"/>
                    </a:srgbClr>
                  </a:solidFill>
                  <a:latin typeface="Segoe UI"/>
                  <a:cs typeface="Segoe UI"/>
                </a:rPr>
                <a:t>7</a:t>
              </a:r>
            </a:p>
          </p:txBody>
        </p:sp>
        <p:sp>
          <p:nvSpPr>
            <p:cNvPr id="48" name="tx13"/>
            <p:cNvSpPr/>
            <p:nvPr/>
          </p:nvSpPr>
          <p:spPr>
            <a:xfrm>
              <a:off x="8528521" y="4199876"/>
              <a:ext cx="75578" cy="981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3">
                  <a:solidFill>
                    <a:srgbClr val="00264D">
                      <a:alpha val="100000"/>
                    </a:srgbClr>
                  </a:solidFill>
                  <a:latin typeface="Segoe UI"/>
                  <a:cs typeface="Segoe UI"/>
                </a:rPr>
                <a:t>7</a:t>
              </a:r>
            </a:p>
          </p:txBody>
        </p:sp>
        <p:sp>
          <p:nvSpPr>
            <p:cNvPr id="49" name="tx14"/>
            <p:cNvSpPr/>
            <p:nvPr/>
          </p:nvSpPr>
          <p:spPr>
            <a:xfrm>
              <a:off x="6192628" y="2503933"/>
              <a:ext cx="350509" cy="1221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3">
                  <a:solidFill>
                    <a:srgbClr val="00264D">
                      <a:alpha val="100000"/>
                    </a:srgbClr>
                  </a:solidFill>
                  <a:latin typeface="Segoe UI"/>
                  <a:cs typeface="Segoe UI"/>
                </a:rPr>
                <a:t>(56%)</a:t>
              </a:r>
            </a:p>
          </p:txBody>
        </p:sp>
        <p:sp>
          <p:nvSpPr>
            <p:cNvPr id="50" name="tx15"/>
            <p:cNvSpPr/>
            <p:nvPr/>
          </p:nvSpPr>
          <p:spPr>
            <a:xfrm>
              <a:off x="7038177" y="4095750"/>
              <a:ext cx="350509" cy="12267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3">
                  <a:solidFill>
                    <a:srgbClr val="00264D">
                      <a:alpha val="100000"/>
                    </a:srgbClr>
                  </a:solidFill>
                  <a:latin typeface="Segoe UI"/>
                  <a:cs typeface="Segoe UI"/>
                </a:rPr>
                <a:t>(16%)</a:t>
              </a:r>
            </a:p>
          </p:txBody>
        </p:sp>
        <p:sp>
          <p:nvSpPr>
            <p:cNvPr id="51" name="tx16"/>
            <p:cNvSpPr/>
            <p:nvPr/>
          </p:nvSpPr>
          <p:spPr>
            <a:xfrm>
              <a:off x="7883726" y="4175368"/>
              <a:ext cx="350509" cy="12267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3">
                  <a:solidFill>
                    <a:srgbClr val="00264D">
                      <a:alpha val="100000"/>
                    </a:srgbClr>
                  </a:solidFill>
                  <a:latin typeface="Segoe UI"/>
                  <a:cs typeface="Segoe UI"/>
                </a:rPr>
                <a:t>(14%)</a:t>
              </a:r>
            </a:p>
          </p:txBody>
        </p:sp>
        <p:sp>
          <p:nvSpPr>
            <p:cNvPr id="52" name="tx17"/>
            <p:cNvSpPr/>
            <p:nvPr/>
          </p:nvSpPr>
          <p:spPr>
            <a:xfrm>
              <a:off x="8729275" y="4175368"/>
              <a:ext cx="350509" cy="12267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3">
                  <a:solidFill>
                    <a:srgbClr val="00264D">
                      <a:alpha val="100000"/>
                    </a:srgbClr>
                  </a:solidFill>
                  <a:latin typeface="Segoe UI"/>
                  <a:cs typeface="Segoe UI"/>
                </a:rPr>
                <a:t>(14%)</a:t>
              </a:r>
            </a:p>
          </p:txBody>
        </p:sp>
        <p:sp>
          <p:nvSpPr>
            <p:cNvPr id="53" name="pl18"/>
            <p:cNvSpPr/>
            <p:nvPr/>
          </p:nvSpPr>
          <p:spPr>
            <a:xfrm>
              <a:off x="5653395" y="2461532"/>
              <a:ext cx="0" cy="2539820"/>
            </a:xfrm>
            <a:custGeom>
              <a:avLst/>
              <a:pathLst>
                <a:path w="0" h="2539820">
                  <a:moveTo>
                    <a:pt x="0" y="2539820"/>
                  </a:moveTo>
                  <a:lnTo>
                    <a:pt x="0" y="0"/>
                  </a:lnTo>
                </a:path>
              </a:pathLst>
            </a:custGeom>
            <a:ln w="7182" cap="flat">
              <a:solidFill>
                <a:srgbClr val="0026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tx19"/>
            <p:cNvSpPr/>
            <p:nvPr/>
          </p:nvSpPr>
          <p:spPr>
            <a:xfrm>
              <a:off x="5502918" y="4828906"/>
              <a:ext cx="82153" cy="11035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264D">
                      <a:alpha val="100000"/>
                    </a:srgbClr>
                  </a:solidFill>
                  <a:latin typeface="Segoe UI"/>
                  <a:cs typeface="Segoe UI"/>
                </a:rPr>
                <a:t>0</a:t>
              </a:r>
            </a:p>
          </p:txBody>
        </p:sp>
        <p:sp>
          <p:nvSpPr>
            <p:cNvPr id="55" name="tx20"/>
            <p:cNvSpPr/>
            <p:nvPr/>
          </p:nvSpPr>
          <p:spPr>
            <a:xfrm>
              <a:off x="5420765" y="4032128"/>
              <a:ext cx="164306" cy="11095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264D">
                      <a:alpha val="100000"/>
                    </a:srgbClr>
                  </a:solidFill>
                  <a:latin typeface="Segoe UI"/>
                  <a:cs typeface="Segoe UI"/>
                </a:rPr>
                <a:t>10</a:t>
              </a:r>
            </a:p>
          </p:txBody>
        </p:sp>
        <p:sp>
          <p:nvSpPr>
            <p:cNvPr id="56" name="tx21"/>
            <p:cNvSpPr/>
            <p:nvPr/>
          </p:nvSpPr>
          <p:spPr>
            <a:xfrm>
              <a:off x="5420765" y="3236541"/>
              <a:ext cx="164306" cy="11035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264D">
                      <a:alpha val="100000"/>
                    </a:srgbClr>
                  </a:solidFill>
                  <a:latin typeface="Segoe UI"/>
                  <a:cs typeface="Segoe UI"/>
                </a:rPr>
                <a:t>20</a:t>
              </a:r>
            </a:p>
          </p:txBody>
        </p:sp>
        <p:sp>
          <p:nvSpPr>
            <p:cNvPr id="57" name="tx22"/>
            <p:cNvSpPr/>
            <p:nvPr/>
          </p:nvSpPr>
          <p:spPr>
            <a:xfrm>
              <a:off x="5420765" y="2440359"/>
              <a:ext cx="164306" cy="11035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264D">
                      <a:alpha val="100000"/>
                    </a:srgbClr>
                  </a:solidFill>
                  <a:latin typeface="Segoe UI"/>
                  <a:cs typeface="Segoe UI"/>
                </a:rPr>
                <a:t>30</a:t>
              </a:r>
            </a:p>
          </p:txBody>
        </p:sp>
        <p:sp>
          <p:nvSpPr>
            <p:cNvPr id="58" name="pl23"/>
            <p:cNvSpPr/>
            <p:nvPr/>
          </p:nvSpPr>
          <p:spPr>
            <a:xfrm>
              <a:off x="5615437" y="4885907"/>
              <a:ext cx="37957" cy="0"/>
            </a:xfrm>
            <a:custGeom>
              <a:avLst/>
              <a:pathLst>
                <a:path w="37957" h="0">
                  <a:moveTo>
                    <a:pt x="0" y="0"/>
                  </a:moveTo>
                  <a:lnTo>
                    <a:pt x="37957" y="0"/>
                  </a:lnTo>
                </a:path>
              </a:pathLst>
            </a:custGeom>
            <a:ln w="14782" cap="flat">
              <a:solidFill>
                <a:srgbClr val="0026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24"/>
            <p:cNvSpPr/>
            <p:nvPr/>
          </p:nvSpPr>
          <p:spPr>
            <a:xfrm>
              <a:off x="5615437" y="4089725"/>
              <a:ext cx="37957" cy="0"/>
            </a:xfrm>
            <a:custGeom>
              <a:avLst/>
              <a:pathLst>
                <a:path w="37957" h="0">
                  <a:moveTo>
                    <a:pt x="0" y="0"/>
                  </a:moveTo>
                  <a:lnTo>
                    <a:pt x="37957" y="0"/>
                  </a:lnTo>
                </a:path>
              </a:pathLst>
            </a:custGeom>
            <a:ln w="14782" cap="flat">
              <a:solidFill>
                <a:srgbClr val="0026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l25"/>
            <p:cNvSpPr/>
            <p:nvPr/>
          </p:nvSpPr>
          <p:spPr>
            <a:xfrm>
              <a:off x="5615437" y="3293543"/>
              <a:ext cx="37957" cy="0"/>
            </a:xfrm>
            <a:custGeom>
              <a:avLst/>
              <a:pathLst>
                <a:path w="37957" h="0">
                  <a:moveTo>
                    <a:pt x="0" y="0"/>
                  </a:moveTo>
                  <a:lnTo>
                    <a:pt x="37957" y="0"/>
                  </a:lnTo>
                </a:path>
              </a:pathLst>
            </a:custGeom>
            <a:ln w="14782" cap="flat">
              <a:solidFill>
                <a:srgbClr val="0026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l26"/>
            <p:cNvSpPr/>
            <p:nvPr/>
          </p:nvSpPr>
          <p:spPr>
            <a:xfrm>
              <a:off x="5615437" y="2497360"/>
              <a:ext cx="37957" cy="0"/>
            </a:xfrm>
            <a:custGeom>
              <a:avLst/>
              <a:pathLst>
                <a:path w="37957" h="0">
                  <a:moveTo>
                    <a:pt x="0" y="0"/>
                  </a:moveTo>
                  <a:lnTo>
                    <a:pt x="37957" y="0"/>
                  </a:lnTo>
                </a:path>
              </a:pathLst>
            </a:custGeom>
            <a:ln w="14782" cap="flat">
              <a:solidFill>
                <a:srgbClr val="0026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l27"/>
            <p:cNvSpPr/>
            <p:nvPr/>
          </p:nvSpPr>
          <p:spPr>
            <a:xfrm>
              <a:off x="5653395" y="5001353"/>
              <a:ext cx="3627403" cy="0"/>
            </a:xfrm>
            <a:custGeom>
              <a:avLst/>
              <a:pathLst>
                <a:path w="3627403" h="0">
                  <a:moveTo>
                    <a:pt x="0" y="0"/>
                  </a:moveTo>
                  <a:lnTo>
                    <a:pt x="3627403" y="0"/>
                  </a:lnTo>
                </a:path>
              </a:pathLst>
            </a:custGeom>
            <a:ln w="7182" cap="flat">
              <a:solidFill>
                <a:srgbClr val="0026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l28"/>
            <p:cNvSpPr/>
            <p:nvPr/>
          </p:nvSpPr>
          <p:spPr>
            <a:xfrm>
              <a:off x="6198773" y="5001353"/>
              <a:ext cx="0" cy="37957"/>
            </a:xfrm>
            <a:custGeom>
              <a:avLst/>
              <a:pathLst>
                <a:path w="0" h="37957">
                  <a:moveTo>
                    <a:pt x="0" y="37957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0026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l29"/>
            <p:cNvSpPr/>
            <p:nvPr/>
          </p:nvSpPr>
          <p:spPr>
            <a:xfrm>
              <a:off x="7044322" y="5001353"/>
              <a:ext cx="0" cy="37957"/>
            </a:xfrm>
            <a:custGeom>
              <a:avLst/>
              <a:pathLst>
                <a:path w="0" h="37957">
                  <a:moveTo>
                    <a:pt x="0" y="37957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0026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l30"/>
            <p:cNvSpPr/>
            <p:nvPr/>
          </p:nvSpPr>
          <p:spPr>
            <a:xfrm>
              <a:off x="7889871" y="5001353"/>
              <a:ext cx="0" cy="37957"/>
            </a:xfrm>
            <a:custGeom>
              <a:avLst/>
              <a:pathLst>
                <a:path w="0" h="37957">
                  <a:moveTo>
                    <a:pt x="0" y="37957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0026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31"/>
            <p:cNvSpPr/>
            <p:nvPr/>
          </p:nvSpPr>
          <p:spPr>
            <a:xfrm>
              <a:off x="8735420" y="5001353"/>
              <a:ext cx="0" cy="37957"/>
            </a:xfrm>
            <a:custGeom>
              <a:avLst/>
              <a:pathLst>
                <a:path w="0" h="37957">
                  <a:moveTo>
                    <a:pt x="0" y="37957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0026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tx32"/>
            <p:cNvSpPr/>
            <p:nvPr/>
          </p:nvSpPr>
          <p:spPr>
            <a:xfrm>
              <a:off x="5996665" y="5066031"/>
              <a:ext cx="404217" cy="11035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264D">
                      <a:alpha val="100000"/>
                    </a:srgbClr>
                  </a:solidFill>
                  <a:latin typeface="Segoe UI"/>
                  <a:cs typeface="Segoe UI"/>
                </a:rPr>
                <a:t>25.0%</a:t>
              </a:r>
            </a:p>
          </p:txBody>
        </p:sp>
        <p:sp>
          <p:nvSpPr>
            <p:cNvPr id="68" name="tx33"/>
            <p:cNvSpPr/>
            <p:nvPr/>
          </p:nvSpPr>
          <p:spPr>
            <a:xfrm>
              <a:off x="6842214" y="5066031"/>
              <a:ext cx="404217" cy="11035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264D">
                      <a:alpha val="100000"/>
                    </a:srgbClr>
                  </a:solidFill>
                  <a:latin typeface="Segoe UI"/>
                  <a:cs typeface="Segoe UI"/>
                </a:rPr>
                <a:t>50.0%</a:t>
              </a:r>
            </a:p>
          </p:txBody>
        </p:sp>
        <p:sp>
          <p:nvSpPr>
            <p:cNvPr id="69" name="tx34"/>
            <p:cNvSpPr/>
            <p:nvPr/>
          </p:nvSpPr>
          <p:spPr>
            <a:xfrm>
              <a:off x="7687762" y="5066031"/>
              <a:ext cx="404217" cy="11035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264D">
                      <a:alpha val="100000"/>
                    </a:srgbClr>
                  </a:solidFill>
                  <a:latin typeface="Segoe UI"/>
                  <a:cs typeface="Segoe UI"/>
                </a:rPr>
                <a:t>75.2%</a:t>
              </a:r>
            </a:p>
          </p:txBody>
        </p:sp>
        <p:sp>
          <p:nvSpPr>
            <p:cNvPr id="70" name="tx35"/>
            <p:cNvSpPr/>
            <p:nvPr/>
          </p:nvSpPr>
          <p:spPr>
            <a:xfrm>
              <a:off x="8549831" y="5065435"/>
              <a:ext cx="371177" cy="11095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264D">
                      <a:alpha val="100000"/>
                    </a:srgbClr>
                  </a:solidFill>
                  <a:latin typeface="Segoe UI"/>
                  <a:cs typeface="Segoe UI"/>
                </a:rPr>
                <a:t>100%</a:t>
              </a:r>
            </a:p>
          </p:txBody>
        </p:sp>
        <p:sp>
          <p:nvSpPr>
            <p:cNvPr id="71" name="tx36"/>
            <p:cNvSpPr/>
            <p:nvPr/>
          </p:nvSpPr>
          <p:spPr>
            <a:xfrm>
              <a:off x="6387423" y="5243291"/>
              <a:ext cx="2159347" cy="14949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264D">
                      <a:alpha val="100000"/>
                    </a:srgbClr>
                  </a:solidFill>
                  <a:latin typeface="Segoe UI"/>
                  <a:cs typeface="Segoe UI"/>
                </a:rPr>
                <a:t>% of all possible terms attended</a:t>
              </a:r>
            </a:p>
          </p:txBody>
        </p:sp>
        <p:sp>
          <p:nvSpPr>
            <p:cNvPr id="72" name="tx37"/>
            <p:cNvSpPr/>
            <p:nvPr/>
          </p:nvSpPr>
          <p:spPr>
            <a:xfrm rot="-5400000">
              <a:off x="4050721" y="3656285"/>
              <a:ext cx="2424186" cy="1503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264D">
                      <a:alpha val="100000"/>
                    </a:srgbClr>
                  </a:solidFill>
                  <a:latin typeface="Segoe UI"/>
                  <a:cs typeface="Segoe UI"/>
                </a:rPr>
                <a:t>Number of students starting in term</a:t>
              </a:r>
            </a:p>
          </p:txBody>
        </p:sp>
        <p:sp>
          <p:nvSpPr>
            <p:cNvPr id="73" name="tx38"/>
            <p:cNvSpPr/>
            <p:nvPr/>
          </p:nvSpPr>
          <p:spPr>
            <a:xfrm>
              <a:off x="5653395" y="2200252"/>
              <a:ext cx="2546821" cy="14949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264D">
                      <a:alpha val="100000"/>
                    </a:srgbClr>
                  </a:solidFill>
                  <a:latin typeface="Segoe UI"/>
                  <a:cs typeface="Segoe UI"/>
                </a:rPr>
                <a:t>Maximum possible number of terms:4</a:t>
              </a:r>
            </a:p>
          </p:txBody>
        </p:sp>
        <p:sp>
          <p:nvSpPr>
            <p:cNvPr id="74" name="tx39"/>
            <p:cNvSpPr/>
            <p:nvPr/>
          </p:nvSpPr>
          <p:spPr>
            <a:xfrm>
              <a:off x="5653395" y="1980896"/>
              <a:ext cx="1156483" cy="1324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 b="1">
                  <a:solidFill>
                    <a:srgbClr val="00264D">
                      <a:alpha val="100000"/>
                    </a:srgbClr>
                  </a:solidFill>
                  <a:latin typeface="Segoe UI"/>
                  <a:cs typeface="Segoe UI"/>
                </a:rPr>
                <a:t>Term 4 2022*</a:t>
              </a:r>
            </a:p>
          </p:txBody>
        </p:sp>
        <p:sp>
          <p:nvSpPr>
            <p:cNvPr id="75" name="tx40"/>
            <p:cNvSpPr/>
            <p:nvPr/>
          </p:nvSpPr>
          <p:spPr>
            <a:xfrm>
              <a:off x="5653395" y="5460906"/>
              <a:ext cx="2531625" cy="931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 b="1">
                  <a:solidFill>
                    <a:srgbClr val="00264D">
                      <a:alpha val="100000"/>
                    </a:srgbClr>
                  </a:solidFill>
                  <a:latin typeface="Segoe UI"/>
                  <a:cs typeface="Segoe UI"/>
                </a:rPr>
                <a:t>Total of 20 students started in Term 5 2022*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title"/>
          <p:cNvSpPr>
            <a:spLocks noGrp="1"/>
          </p:cNvSpPr>
          <p:nvPr>
            <p:ph type="body" sz="quarter" idx="10" hasCustomPrompt="1"/>
          </p:nvPr>
        </p:nvSpPr>
        <p:spPr>
          <a:xfrm>
            <a:off x="540000" y="4148411"/>
            <a:ext cx="6825934" cy="1080790"/>
          </a:xfrm>
        </p:spPr>
        <p:txBody>
          <a:bodyPr/>
          <a:lstStyle/>
          <a:p>
            <a:r>
              <a:rPr/>
              <a:t>Class revenue analysis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verning Thought"/>
          <p:cNvSpPr>
            <a:spLocks noGrp="1"/>
          </p:cNvSpPr>
          <p:nvPr>
            <p:ph type="title" hasCustomPrompt="1"/>
          </p:nvPr>
        </p:nvSpPr>
        <p:spPr>
          <a:xfrm>
            <a:off x="540000" y="504000"/>
            <a:ext cx="8820000" cy="504056"/>
          </a:xfrm>
        </p:spPr>
        <p:txBody>
          <a:bodyPr/>
          <a:lstStyle/>
          <a:p>
            <a:r>
              <a:rPr/>
              <a:t>Weekly class revenue by term</a:t>
            </a:r>
          </a:p>
        </p:txBody>
      </p:sp>
      <p:grpSp xmlns:pic="http://schemas.openxmlformats.org/drawingml/2006/picture">
        <p:nvGrpSpPr>
          <p:cNvPr id="3" name="Chart 1"/>
          <p:cNvGrpSpPr/>
          <p:nvPr/>
        </p:nvGrpSpPr>
        <p:grpSpPr>
          <a:xfrm>
            <a:off x="539999" y="1916113"/>
            <a:ext cx="8820001" cy="3745135"/>
            <a:chOff x="539999" y="1916113"/>
            <a:chExt cx="8820001" cy="3745135"/>
          </a:xfrm>
        </p:grpSpPr>
        <p:sp>
          <p:nvSpPr>
            <p:cNvPr id="4" name="rc3"/>
            <p:cNvSpPr/>
            <p:nvPr/>
          </p:nvSpPr>
          <p:spPr>
            <a:xfrm>
              <a:off x="539999" y="1916113"/>
              <a:ext cx="8820001" cy="374513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4"/>
            <p:cNvSpPr/>
            <p:nvPr/>
          </p:nvSpPr>
          <p:spPr>
            <a:xfrm>
              <a:off x="539999" y="1916113"/>
              <a:ext cx="8820001" cy="3745134"/>
            </a:xfrm>
            <a:prstGeom prst="rect">
              <a:avLst/>
            </a:prstGeom>
            <a:solidFill>
              <a:srgbClr val="E6E6E1">
                <a:alpha val="100000"/>
              </a:srgbClr>
            </a:solidFill>
            <a:ln w="14782" cap="rnd">
              <a:solidFill>
                <a:srgbClr val="E6E6E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rc5"/>
            <p:cNvSpPr/>
            <p:nvPr/>
          </p:nvSpPr>
          <p:spPr>
            <a:xfrm>
              <a:off x="1311863" y="2242321"/>
              <a:ext cx="7968936" cy="2948290"/>
            </a:xfrm>
            <a:prstGeom prst="rect">
              <a:avLst/>
            </a:prstGeom>
            <a:solidFill>
              <a:srgbClr val="E6E6E1">
                <a:alpha val="100000"/>
              </a:srgbClr>
            </a:solidFill>
            <a:ln w="14782" cap="rnd">
              <a:solidFill>
                <a:srgbClr val="E6E6E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rc6"/>
            <p:cNvSpPr/>
            <p:nvPr/>
          </p:nvSpPr>
          <p:spPr>
            <a:xfrm>
              <a:off x="1596468" y="2761185"/>
              <a:ext cx="1707629" cy="2295413"/>
            </a:xfrm>
            <a:prstGeom prst="rect">
              <a:avLst/>
            </a:prstGeom>
            <a:solidFill>
              <a:srgbClr val="F8981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" name="rc7"/>
            <p:cNvSpPr/>
            <p:nvPr/>
          </p:nvSpPr>
          <p:spPr>
            <a:xfrm>
              <a:off x="3493834" y="3333032"/>
              <a:ext cx="1707629" cy="1723565"/>
            </a:xfrm>
            <a:prstGeom prst="rect">
              <a:avLst/>
            </a:prstGeom>
            <a:solidFill>
              <a:srgbClr val="F8981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" name="rc8"/>
            <p:cNvSpPr/>
            <p:nvPr/>
          </p:nvSpPr>
          <p:spPr>
            <a:xfrm>
              <a:off x="5391199" y="2455180"/>
              <a:ext cx="1707629" cy="2601417"/>
            </a:xfrm>
            <a:prstGeom prst="rect">
              <a:avLst/>
            </a:prstGeom>
            <a:solidFill>
              <a:srgbClr val="F8981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" name="rc9"/>
            <p:cNvSpPr/>
            <p:nvPr/>
          </p:nvSpPr>
          <p:spPr>
            <a:xfrm>
              <a:off x="7288565" y="3274405"/>
              <a:ext cx="1707629" cy="1782193"/>
            </a:xfrm>
            <a:prstGeom prst="rect">
              <a:avLst/>
            </a:prstGeom>
            <a:solidFill>
              <a:srgbClr val="F8981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" name="tx10"/>
            <p:cNvSpPr/>
            <p:nvPr/>
          </p:nvSpPr>
          <p:spPr>
            <a:xfrm>
              <a:off x="2155361" y="2602721"/>
              <a:ext cx="589841" cy="12870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3">
                  <a:solidFill>
                    <a:srgbClr val="00264D">
                      <a:alpha val="100000"/>
                    </a:srgbClr>
                  </a:solidFill>
                  <a:latin typeface="Segoe UI"/>
                  <a:cs typeface="Segoe UI"/>
                </a:rPr>
                <a:t>$1,455.62</a:t>
              </a:r>
            </a:p>
          </p:txBody>
        </p:sp>
        <p:sp>
          <p:nvSpPr>
            <p:cNvPr id="12" name="tx11"/>
            <p:cNvSpPr/>
            <p:nvPr/>
          </p:nvSpPr>
          <p:spPr>
            <a:xfrm>
              <a:off x="4052727" y="3174568"/>
              <a:ext cx="589841" cy="12870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3">
                  <a:solidFill>
                    <a:srgbClr val="00264D">
                      <a:alpha val="100000"/>
                    </a:srgbClr>
                  </a:solidFill>
                  <a:latin typeface="Segoe UI"/>
                  <a:cs typeface="Segoe UI"/>
                </a:rPr>
                <a:t>$1,092.99</a:t>
              </a:r>
            </a:p>
          </p:txBody>
        </p:sp>
        <p:sp>
          <p:nvSpPr>
            <p:cNvPr id="13" name="tx12"/>
            <p:cNvSpPr/>
            <p:nvPr/>
          </p:nvSpPr>
          <p:spPr>
            <a:xfrm>
              <a:off x="5950093" y="2296716"/>
              <a:ext cx="589841" cy="12870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3">
                  <a:solidFill>
                    <a:srgbClr val="00264D">
                      <a:alpha val="100000"/>
                    </a:srgbClr>
                  </a:solidFill>
                  <a:latin typeface="Segoe UI"/>
                  <a:cs typeface="Segoe UI"/>
                </a:rPr>
                <a:t>$1,649.67</a:t>
              </a:r>
            </a:p>
          </p:txBody>
        </p:sp>
        <p:sp>
          <p:nvSpPr>
            <p:cNvPr id="14" name="tx13"/>
            <p:cNvSpPr/>
            <p:nvPr/>
          </p:nvSpPr>
          <p:spPr>
            <a:xfrm>
              <a:off x="7847459" y="3115941"/>
              <a:ext cx="589841" cy="12870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3">
                  <a:solidFill>
                    <a:srgbClr val="00264D">
                      <a:alpha val="100000"/>
                    </a:srgbClr>
                  </a:solidFill>
                  <a:latin typeface="Segoe UI"/>
                  <a:cs typeface="Segoe UI"/>
                </a:rPr>
                <a:t>$1,130.17</a:t>
              </a:r>
            </a:p>
          </p:txBody>
        </p:sp>
        <p:sp>
          <p:nvSpPr>
            <p:cNvPr id="15" name="pl14"/>
            <p:cNvSpPr/>
            <p:nvPr/>
          </p:nvSpPr>
          <p:spPr>
            <a:xfrm>
              <a:off x="1311863" y="2242321"/>
              <a:ext cx="0" cy="2948290"/>
            </a:xfrm>
            <a:custGeom>
              <a:avLst/>
              <a:pathLst>
                <a:path w="0" h="2948290">
                  <a:moveTo>
                    <a:pt x="0" y="2948290"/>
                  </a:moveTo>
                  <a:lnTo>
                    <a:pt x="0" y="0"/>
                  </a:lnTo>
                </a:path>
              </a:pathLst>
            </a:custGeom>
            <a:ln w="7182" cap="flat">
              <a:solidFill>
                <a:srgbClr val="0026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tx15"/>
            <p:cNvSpPr/>
            <p:nvPr/>
          </p:nvSpPr>
          <p:spPr>
            <a:xfrm>
              <a:off x="1079233" y="4974147"/>
              <a:ext cx="164306" cy="1358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264D">
                      <a:alpha val="100000"/>
                    </a:srgbClr>
                  </a:solidFill>
                  <a:latin typeface="Segoe UI"/>
                  <a:cs typeface="Segoe UI"/>
                </a:rPr>
                <a:t>$0</a:t>
              </a:r>
            </a:p>
          </p:txBody>
        </p:sp>
        <p:sp>
          <p:nvSpPr>
            <p:cNvPr id="17" name="tx16"/>
            <p:cNvSpPr/>
            <p:nvPr/>
          </p:nvSpPr>
          <p:spPr>
            <a:xfrm>
              <a:off x="914926" y="4185682"/>
              <a:ext cx="328612" cy="1358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264D">
                      <a:alpha val="100000"/>
                    </a:srgbClr>
                  </a:solidFill>
                  <a:latin typeface="Segoe UI"/>
                  <a:cs typeface="Segoe UI"/>
                </a:rPr>
                <a:t>$500</a:t>
              </a:r>
            </a:p>
          </p:txBody>
        </p:sp>
        <p:sp>
          <p:nvSpPr>
            <p:cNvPr id="18" name="tx17"/>
            <p:cNvSpPr/>
            <p:nvPr/>
          </p:nvSpPr>
          <p:spPr>
            <a:xfrm>
              <a:off x="799734" y="3393124"/>
              <a:ext cx="443805" cy="139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264D">
                      <a:alpha val="100000"/>
                    </a:srgbClr>
                  </a:solidFill>
                  <a:latin typeface="Segoe UI"/>
                  <a:cs typeface="Segoe UI"/>
                </a:rPr>
                <a:t>$1,000</a:t>
              </a:r>
            </a:p>
          </p:txBody>
        </p:sp>
        <p:sp>
          <p:nvSpPr>
            <p:cNvPr id="19" name="tx18"/>
            <p:cNvSpPr/>
            <p:nvPr/>
          </p:nvSpPr>
          <p:spPr>
            <a:xfrm>
              <a:off x="799734" y="2604659"/>
              <a:ext cx="443805" cy="139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264D">
                      <a:alpha val="100000"/>
                    </a:srgbClr>
                  </a:solidFill>
                  <a:latin typeface="Segoe UI"/>
                  <a:cs typeface="Segoe UI"/>
                </a:rPr>
                <a:t>$1,500</a:t>
              </a:r>
            </a:p>
          </p:txBody>
        </p:sp>
        <p:sp>
          <p:nvSpPr>
            <p:cNvPr id="20" name="pl19"/>
            <p:cNvSpPr/>
            <p:nvPr/>
          </p:nvSpPr>
          <p:spPr>
            <a:xfrm>
              <a:off x="1273905" y="5056598"/>
              <a:ext cx="37957" cy="0"/>
            </a:xfrm>
            <a:custGeom>
              <a:avLst/>
              <a:pathLst>
                <a:path w="37957" h="0">
                  <a:moveTo>
                    <a:pt x="0" y="0"/>
                  </a:moveTo>
                  <a:lnTo>
                    <a:pt x="37957" y="0"/>
                  </a:lnTo>
                </a:path>
              </a:pathLst>
            </a:custGeom>
            <a:ln w="14782" cap="flat">
              <a:solidFill>
                <a:srgbClr val="0026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0"/>
            <p:cNvSpPr/>
            <p:nvPr/>
          </p:nvSpPr>
          <p:spPr>
            <a:xfrm>
              <a:off x="1273905" y="4268133"/>
              <a:ext cx="37957" cy="0"/>
            </a:xfrm>
            <a:custGeom>
              <a:avLst/>
              <a:pathLst>
                <a:path w="37957" h="0">
                  <a:moveTo>
                    <a:pt x="0" y="0"/>
                  </a:moveTo>
                  <a:lnTo>
                    <a:pt x="37957" y="0"/>
                  </a:lnTo>
                </a:path>
              </a:pathLst>
            </a:custGeom>
            <a:ln w="14782" cap="flat">
              <a:solidFill>
                <a:srgbClr val="0026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1"/>
            <p:cNvSpPr/>
            <p:nvPr/>
          </p:nvSpPr>
          <p:spPr>
            <a:xfrm>
              <a:off x="1273905" y="3479668"/>
              <a:ext cx="37957" cy="0"/>
            </a:xfrm>
            <a:custGeom>
              <a:avLst/>
              <a:pathLst>
                <a:path w="37957" h="0">
                  <a:moveTo>
                    <a:pt x="0" y="0"/>
                  </a:moveTo>
                  <a:lnTo>
                    <a:pt x="37957" y="0"/>
                  </a:lnTo>
                </a:path>
              </a:pathLst>
            </a:custGeom>
            <a:ln w="14782" cap="flat">
              <a:solidFill>
                <a:srgbClr val="0026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2"/>
            <p:cNvSpPr/>
            <p:nvPr/>
          </p:nvSpPr>
          <p:spPr>
            <a:xfrm>
              <a:off x="1273905" y="2691202"/>
              <a:ext cx="37957" cy="0"/>
            </a:xfrm>
            <a:custGeom>
              <a:avLst/>
              <a:pathLst>
                <a:path w="37957" h="0">
                  <a:moveTo>
                    <a:pt x="0" y="0"/>
                  </a:moveTo>
                  <a:lnTo>
                    <a:pt x="37957" y="0"/>
                  </a:lnTo>
                </a:path>
              </a:pathLst>
            </a:custGeom>
            <a:ln w="14782" cap="flat">
              <a:solidFill>
                <a:srgbClr val="0026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3"/>
            <p:cNvSpPr/>
            <p:nvPr/>
          </p:nvSpPr>
          <p:spPr>
            <a:xfrm>
              <a:off x="1311863" y="5190611"/>
              <a:ext cx="7968936" cy="0"/>
            </a:xfrm>
            <a:custGeom>
              <a:avLst/>
              <a:pathLst>
                <a:path w="7968936" h="0">
                  <a:moveTo>
                    <a:pt x="0" y="0"/>
                  </a:moveTo>
                  <a:lnTo>
                    <a:pt x="7968936" y="0"/>
                  </a:lnTo>
                </a:path>
              </a:pathLst>
            </a:custGeom>
            <a:ln w="7182" cap="flat">
              <a:solidFill>
                <a:srgbClr val="0026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4"/>
            <p:cNvSpPr/>
            <p:nvPr/>
          </p:nvSpPr>
          <p:spPr>
            <a:xfrm>
              <a:off x="2450282" y="5190611"/>
              <a:ext cx="0" cy="37957"/>
            </a:xfrm>
            <a:custGeom>
              <a:avLst/>
              <a:pathLst>
                <a:path w="0" h="37957">
                  <a:moveTo>
                    <a:pt x="0" y="37957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0026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5"/>
            <p:cNvSpPr/>
            <p:nvPr/>
          </p:nvSpPr>
          <p:spPr>
            <a:xfrm>
              <a:off x="4347648" y="5190611"/>
              <a:ext cx="0" cy="37957"/>
            </a:xfrm>
            <a:custGeom>
              <a:avLst/>
              <a:pathLst>
                <a:path w="0" h="37957">
                  <a:moveTo>
                    <a:pt x="0" y="37957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0026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6"/>
            <p:cNvSpPr/>
            <p:nvPr/>
          </p:nvSpPr>
          <p:spPr>
            <a:xfrm>
              <a:off x="6245014" y="5190611"/>
              <a:ext cx="0" cy="37957"/>
            </a:xfrm>
            <a:custGeom>
              <a:avLst/>
              <a:pathLst>
                <a:path w="0" h="37957">
                  <a:moveTo>
                    <a:pt x="0" y="37957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0026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7"/>
            <p:cNvSpPr/>
            <p:nvPr/>
          </p:nvSpPr>
          <p:spPr>
            <a:xfrm>
              <a:off x="8142380" y="5190611"/>
              <a:ext cx="0" cy="37957"/>
            </a:xfrm>
            <a:custGeom>
              <a:avLst/>
              <a:pathLst>
                <a:path w="0" h="37957">
                  <a:moveTo>
                    <a:pt x="0" y="37957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0026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tx28"/>
            <p:cNvSpPr/>
            <p:nvPr/>
          </p:nvSpPr>
          <p:spPr>
            <a:xfrm>
              <a:off x="1999482" y="5255289"/>
              <a:ext cx="901600" cy="11035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264D">
                      <a:alpha val="100000"/>
                    </a:srgbClr>
                  </a:solidFill>
                  <a:latin typeface="Segoe UI"/>
                  <a:cs typeface="Segoe UI"/>
                </a:rPr>
                <a:t>Term 4 2022*</a:t>
              </a:r>
            </a:p>
          </p:txBody>
        </p:sp>
        <p:sp>
          <p:nvSpPr>
            <p:cNvPr id="30" name="tx29"/>
            <p:cNvSpPr/>
            <p:nvPr/>
          </p:nvSpPr>
          <p:spPr>
            <a:xfrm>
              <a:off x="3896848" y="5255289"/>
              <a:ext cx="901600" cy="11035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264D">
                      <a:alpha val="100000"/>
                    </a:srgbClr>
                  </a:solidFill>
                  <a:latin typeface="Segoe UI"/>
                  <a:cs typeface="Segoe UI"/>
                </a:rPr>
                <a:t>Term 5 2022*</a:t>
              </a:r>
            </a:p>
          </p:txBody>
        </p:sp>
        <p:sp>
          <p:nvSpPr>
            <p:cNvPr id="31" name="tx30"/>
            <p:cNvSpPr/>
            <p:nvPr/>
          </p:nvSpPr>
          <p:spPr>
            <a:xfrm>
              <a:off x="5825988" y="5254694"/>
              <a:ext cx="838051" cy="11095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264D">
                      <a:alpha val="100000"/>
                    </a:srgbClr>
                  </a:solidFill>
                  <a:latin typeface="Segoe UI"/>
                  <a:cs typeface="Segoe UI"/>
                </a:rPr>
                <a:t>Term 1 2023</a:t>
              </a:r>
            </a:p>
          </p:txBody>
        </p:sp>
        <p:sp>
          <p:nvSpPr>
            <p:cNvPr id="32" name="tx31"/>
            <p:cNvSpPr/>
            <p:nvPr/>
          </p:nvSpPr>
          <p:spPr>
            <a:xfrm>
              <a:off x="7723354" y="5255289"/>
              <a:ext cx="838051" cy="11035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264D">
                      <a:alpha val="100000"/>
                    </a:srgbClr>
                  </a:solidFill>
                  <a:latin typeface="Segoe UI"/>
                  <a:cs typeface="Segoe UI"/>
                </a:rPr>
                <a:t>Term 2 2023</a:t>
              </a:r>
            </a:p>
          </p:txBody>
        </p:sp>
        <p:sp>
          <p:nvSpPr>
            <p:cNvPr id="33" name="tx32"/>
            <p:cNvSpPr/>
            <p:nvPr/>
          </p:nvSpPr>
          <p:spPr>
            <a:xfrm>
              <a:off x="5124435" y="5473552"/>
              <a:ext cx="343792" cy="1084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264D">
                      <a:alpha val="100000"/>
                    </a:srgbClr>
                  </a:solidFill>
                  <a:latin typeface="Segoe UI"/>
                  <a:cs typeface="Segoe UI"/>
                </a:rPr>
                <a:t>Term</a:t>
              </a:r>
            </a:p>
          </p:txBody>
        </p:sp>
        <p:sp>
          <p:nvSpPr>
            <p:cNvPr id="34" name="tx33"/>
            <p:cNvSpPr/>
            <p:nvPr/>
          </p:nvSpPr>
          <p:spPr>
            <a:xfrm rot="-5400000">
              <a:off x="-69093" y="3642126"/>
              <a:ext cx="1423392" cy="1486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264D">
                      <a:alpha val="100000"/>
                    </a:srgbClr>
                  </a:solidFill>
                  <a:latin typeface="Segoe UI"/>
                  <a:cs typeface="Segoe UI"/>
                </a:rPr>
                <a:t>Weekly class revenue</a:t>
              </a:r>
            </a:p>
          </p:txBody>
        </p:sp>
        <p:sp>
          <p:nvSpPr>
            <p:cNvPr id="35" name="tx34"/>
            <p:cNvSpPr/>
            <p:nvPr/>
          </p:nvSpPr>
          <p:spPr>
            <a:xfrm>
              <a:off x="1311863" y="1934278"/>
              <a:ext cx="2547371" cy="1783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 b="1">
                  <a:solidFill>
                    <a:srgbClr val="00264D">
                      <a:alpha val="100000"/>
                    </a:srgbClr>
                  </a:solidFill>
                  <a:latin typeface="Segoe UI"/>
                  <a:cs typeface="Segoe UI"/>
                </a:rPr>
                <a:t>Weekly class revenue by term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verning Thought"/>
          <p:cNvSpPr>
            <a:spLocks noGrp="1"/>
          </p:cNvSpPr>
          <p:nvPr>
            <p:ph type="title" hasCustomPrompt="1"/>
          </p:nvPr>
        </p:nvSpPr>
        <p:spPr>
          <a:xfrm>
            <a:off x="540000" y="504000"/>
            <a:ext cx="8820000" cy="504056"/>
          </a:xfrm>
        </p:spPr>
        <p:txBody>
          <a:bodyPr/>
          <a:lstStyle/>
          <a:p>
            <a:r>
              <a:rPr/>
              <a:t>Total class revenue by term</a:t>
            </a:r>
          </a:p>
        </p:txBody>
      </p:sp>
      <p:grpSp xmlns:pic="http://schemas.openxmlformats.org/drawingml/2006/picture">
        <p:nvGrpSpPr>
          <p:cNvPr id="3" name="Chart 1"/>
          <p:cNvGrpSpPr/>
          <p:nvPr/>
        </p:nvGrpSpPr>
        <p:grpSpPr>
          <a:xfrm>
            <a:off x="539999" y="1916113"/>
            <a:ext cx="8820001" cy="3745135"/>
            <a:chOff x="539999" y="1916113"/>
            <a:chExt cx="8820001" cy="3745135"/>
          </a:xfrm>
        </p:grpSpPr>
        <p:sp>
          <p:nvSpPr>
            <p:cNvPr id="4" name="rc3"/>
            <p:cNvSpPr/>
            <p:nvPr/>
          </p:nvSpPr>
          <p:spPr>
            <a:xfrm>
              <a:off x="539999" y="1916113"/>
              <a:ext cx="8820001" cy="374513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4"/>
            <p:cNvSpPr/>
            <p:nvPr/>
          </p:nvSpPr>
          <p:spPr>
            <a:xfrm>
              <a:off x="539999" y="1916113"/>
              <a:ext cx="8820000" cy="3745134"/>
            </a:xfrm>
            <a:prstGeom prst="rect">
              <a:avLst/>
            </a:prstGeom>
            <a:solidFill>
              <a:srgbClr val="E6E6E1">
                <a:alpha val="100000"/>
              </a:srgbClr>
            </a:solidFill>
            <a:ln w="14782" cap="rnd">
              <a:solidFill>
                <a:srgbClr val="E6E6E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rc5"/>
            <p:cNvSpPr/>
            <p:nvPr/>
          </p:nvSpPr>
          <p:spPr>
            <a:xfrm>
              <a:off x="1394016" y="2242321"/>
              <a:ext cx="7886783" cy="2948290"/>
            </a:xfrm>
            <a:prstGeom prst="rect">
              <a:avLst/>
            </a:prstGeom>
            <a:solidFill>
              <a:srgbClr val="E6E6E1">
                <a:alpha val="100000"/>
              </a:srgbClr>
            </a:solidFill>
            <a:ln w="14782" cap="rnd">
              <a:solidFill>
                <a:srgbClr val="E6E6E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rc6"/>
            <p:cNvSpPr/>
            <p:nvPr/>
          </p:nvSpPr>
          <p:spPr>
            <a:xfrm>
              <a:off x="1675687" y="4016212"/>
              <a:ext cx="1690025" cy="1040386"/>
            </a:xfrm>
            <a:prstGeom prst="rect">
              <a:avLst/>
            </a:prstGeom>
            <a:solidFill>
              <a:srgbClr val="F8981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" name="rc7"/>
            <p:cNvSpPr/>
            <p:nvPr/>
          </p:nvSpPr>
          <p:spPr>
            <a:xfrm>
              <a:off x="3553492" y="4275399"/>
              <a:ext cx="1690025" cy="781198"/>
            </a:xfrm>
            <a:prstGeom prst="rect">
              <a:avLst/>
            </a:prstGeom>
            <a:solidFill>
              <a:srgbClr val="F8981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" name="rc8"/>
            <p:cNvSpPr/>
            <p:nvPr/>
          </p:nvSpPr>
          <p:spPr>
            <a:xfrm>
              <a:off x="5431298" y="2698435"/>
              <a:ext cx="1690025" cy="2358163"/>
            </a:xfrm>
            <a:prstGeom prst="rect">
              <a:avLst/>
            </a:prstGeom>
            <a:solidFill>
              <a:srgbClr val="F8981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" name="rc9"/>
            <p:cNvSpPr/>
            <p:nvPr/>
          </p:nvSpPr>
          <p:spPr>
            <a:xfrm>
              <a:off x="7309104" y="3441055"/>
              <a:ext cx="1690025" cy="1615543"/>
            </a:xfrm>
            <a:prstGeom prst="rect">
              <a:avLst/>
            </a:prstGeom>
            <a:solidFill>
              <a:srgbClr val="F8981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" name="tx10"/>
            <p:cNvSpPr/>
            <p:nvPr/>
          </p:nvSpPr>
          <p:spPr>
            <a:xfrm>
              <a:off x="2225778" y="3847252"/>
              <a:ext cx="589841" cy="12870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3">
                  <a:solidFill>
                    <a:srgbClr val="00264D">
                      <a:alpha val="100000"/>
                    </a:srgbClr>
                  </a:solidFill>
                  <a:latin typeface="Segoe UI"/>
                  <a:cs typeface="Segoe UI"/>
                </a:rPr>
                <a:t>$5,822.48</a:t>
              </a:r>
            </a:p>
          </p:txBody>
        </p:sp>
        <p:sp>
          <p:nvSpPr>
            <p:cNvPr id="12" name="tx11"/>
            <p:cNvSpPr/>
            <p:nvPr/>
          </p:nvSpPr>
          <p:spPr>
            <a:xfrm>
              <a:off x="4103584" y="4106439"/>
              <a:ext cx="589841" cy="12870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3">
                  <a:solidFill>
                    <a:srgbClr val="00264D">
                      <a:alpha val="100000"/>
                    </a:srgbClr>
                  </a:solidFill>
                  <a:latin typeface="Segoe UI"/>
                  <a:cs typeface="Segoe UI"/>
                </a:rPr>
                <a:t>$4,371.95</a:t>
              </a:r>
            </a:p>
          </p:txBody>
        </p:sp>
        <p:sp>
          <p:nvSpPr>
            <p:cNvPr id="13" name="tx12"/>
            <p:cNvSpPr/>
            <p:nvPr/>
          </p:nvSpPr>
          <p:spPr>
            <a:xfrm>
              <a:off x="5943600" y="2529475"/>
              <a:ext cx="665420" cy="12870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3">
                  <a:solidFill>
                    <a:srgbClr val="00264D">
                      <a:alpha val="100000"/>
                    </a:srgbClr>
                  </a:solidFill>
                  <a:latin typeface="Segoe UI"/>
                  <a:cs typeface="Segoe UI"/>
                </a:rPr>
                <a:t>$13,197.37</a:t>
              </a:r>
            </a:p>
          </p:txBody>
        </p:sp>
        <p:sp>
          <p:nvSpPr>
            <p:cNvPr id="14" name="tx13"/>
            <p:cNvSpPr/>
            <p:nvPr/>
          </p:nvSpPr>
          <p:spPr>
            <a:xfrm>
              <a:off x="7859195" y="3272095"/>
              <a:ext cx="589841" cy="12870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3">
                  <a:solidFill>
                    <a:srgbClr val="00264D">
                      <a:alpha val="100000"/>
                    </a:srgbClr>
                  </a:solidFill>
                  <a:latin typeface="Segoe UI"/>
                  <a:cs typeface="Segoe UI"/>
                </a:rPr>
                <a:t>$9,041.33</a:t>
              </a:r>
            </a:p>
          </p:txBody>
        </p:sp>
        <p:sp>
          <p:nvSpPr>
            <p:cNvPr id="15" name="pl14"/>
            <p:cNvSpPr/>
            <p:nvPr/>
          </p:nvSpPr>
          <p:spPr>
            <a:xfrm>
              <a:off x="1394016" y="2242321"/>
              <a:ext cx="0" cy="2948290"/>
            </a:xfrm>
            <a:custGeom>
              <a:avLst/>
              <a:pathLst>
                <a:path w="0" h="2948290">
                  <a:moveTo>
                    <a:pt x="0" y="2948290"/>
                  </a:moveTo>
                  <a:lnTo>
                    <a:pt x="0" y="0"/>
                  </a:lnTo>
                </a:path>
              </a:pathLst>
            </a:custGeom>
            <a:ln w="7182" cap="flat">
              <a:solidFill>
                <a:srgbClr val="0026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tx15"/>
            <p:cNvSpPr/>
            <p:nvPr/>
          </p:nvSpPr>
          <p:spPr>
            <a:xfrm>
              <a:off x="1161386" y="4974147"/>
              <a:ext cx="164306" cy="1358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264D">
                      <a:alpha val="100000"/>
                    </a:srgbClr>
                  </a:solidFill>
                  <a:latin typeface="Segoe UI"/>
                  <a:cs typeface="Segoe UI"/>
                </a:rPr>
                <a:t>$0</a:t>
              </a:r>
            </a:p>
          </p:txBody>
        </p:sp>
        <p:sp>
          <p:nvSpPr>
            <p:cNvPr id="17" name="tx16"/>
            <p:cNvSpPr/>
            <p:nvPr/>
          </p:nvSpPr>
          <p:spPr>
            <a:xfrm>
              <a:off x="881887" y="4076633"/>
              <a:ext cx="443805" cy="139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264D">
                      <a:alpha val="100000"/>
                    </a:srgbClr>
                  </a:solidFill>
                  <a:latin typeface="Segoe UI"/>
                  <a:cs typeface="Segoe UI"/>
                </a:rPr>
                <a:t>$5,000</a:t>
              </a:r>
            </a:p>
          </p:txBody>
        </p:sp>
        <p:sp>
          <p:nvSpPr>
            <p:cNvPr id="18" name="tx17"/>
            <p:cNvSpPr/>
            <p:nvPr/>
          </p:nvSpPr>
          <p:spPr>
            <a:xfrm>
              <a:off x="799734" y="3183212"/>
              <a:ext cx="525958" cy="139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264D">
                      <a:alpha val="100000"/>
                    </a:srgbClr>
                  </a:solidFill>
                  <a:latin typeface="Segoe UI"/>
                  <a:cs typeface="Segoe UI"/>
                </a:rPr>
                <a:t>$10,000</a:t>
              </a:r>
            </a:p>
          </p:txBody>
        </p:sp>
        <p:sp>
          <p:nvSpPr>
            <p:cNvPr id="19" name="tx18"/>
            <p:cNvSpPr/>
            <p:nvPr/>
          </p:nvSpPr>
          <p:spPr>
            <a:xfrm>
              <a:off x="799734" y="2289790"/>
              <a:ext cx="525958" cy="139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264D">
                      <a:alpha val="100000"/>
                    </a:srgbClr>
                  </a:solidFill>
                  <a:latin typeface="Segoe UI"/>
                  <a:cs typeface="Segoe UI"/>
                </a:rPr>
                <a:t>$15,000</a:t>
              </a:r>
            </a:p>
          </p:txBody>
        </p:sp>
        <p:sp>
          <p:nvSpPr>
            <p:cNvPr id="20" name="pl19"/>
            <p:cNvSpPr/>
            <p:nvPr/>
          </p:nvSpPr>
          <p:spPr>
            <a:xfrm>
              <a:off x="1356058" y="5056598"/>
              <a:ext cx="37957" cy="0"/>
            </a:xfrm>
            <a:custGeom>
              <a:avLst/>
              <a:pathLst>
                <a:path w="37957" h="0">
                  <a:moveTo>
                    <a:pt x="0" y="0"/>
                  </a:moveTo>
                  <a:lnTo>
                    <a:pt x="37957" y="0"/>
                  </a:lnTo>
                </a:path>
              </a:pathLst>
            </a:custGeom>
            <a:ln w="14782" cap="flat">
              <a:solidFill>
                <a:srgbClr val="0026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0"/>
            <p:cNvSpPr/>
            <p:nvPr/>
          </p:nvSpPr>
          <p:spPr>
            <a:xfrm>
              <a:off x="1356058" y="4163177"/>
              <a:ext cx="37957" cy="0"/>
            </a:xfrm>
            <a:custGeom>
              <a:avLst/>
              <a:pathLst>
                <a:path w="37957" h="0">
                  <a:moveTo>
                    <a:pt x="0" y="0"/>
                  </a:moveTo>
                  <a:lnTo>
                    <a:pt x="37957" y="0"/>
                  </a:lnTo>
                </a:path>
              </a:pathLst>
            </a:custGeom>
            <a:ln w="14782" cap="flat">
              <a:solidFill>
                <a:srgbClr val="0026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1"/>
            <p:cNvSpPr/>
            <p:nvPr/>
          </p:nvSpPr>
          <p:spPr>
            <a:xfrm>
              <a:off x="1356058" y="3269755"/>
              <a:ext cx="37957" cy="0"/>
            </a:xfrm>
            <a:custGeom>
              <a:avLst/>
              <a:pathLst>
                <a:path w="37957" h="0">
                  <a:moveTo>
                    <a:pt x="0" y="0"/>
                  </a:moveTo>
                  <a:lnTo>
                    <a:pt x="37957" y="0"/>
                  </a:lnTo>
                </a:path>
              </a:pathLst>
            </a:custGeom>
            <a:ln w="14782" cap="flat">
              <a:solidFill>
                <a:srgbClr val="0026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2"/>
            <p:cNvSpPr/>
            <p:nvPr/>
          </p:nvSpPr>
          <p:spPr>
            <a:xfrm>
              <a:off x="1356058" y="2376334"/>
              <a:ext cx="37957" cy="0"/>
            </a:xfrm>
            <a:custGeom>
              <a:avLst/>
              <a:pathLst>
                <a:path w="37957" h="0">
                  <a:moveTo>
                    <a:pt x="0" y="0"/>
                  </a:moveTo>
                  <a:lnTo>
                    <a:pt x="37957" y="0"/>
                  </a:lnTo>
                </a:path>
              </a:pathLst>
            </a:custGeom>
            <a:ln w="14782" cap="flat">
              <a:solidFill>
                <a:srgbClr val="0026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3"/>
            <p:cNvSpPr/>
            <p:nvPr/>
          </p:nvSpPr>
          <p:spPr>
            <a:xfrm>
              <a:off x="1394016" y="5190611"/>
              <a:ext cx="7886783" cy="0"/>
            </a:xfrm>
            <a:custGeom>
              <a:avLst/>
              <a:pathLst>
                <a:path w="7886783" h="0">
                  <a:moveTo>
                    <a:pt x="0" y="0"/>
                  </a:moveTo>
                  <a:lnTo>
                    <a:pt x="7886783" y="0"/>
                  </a:lnTo>
                </a:path>
              </a:pathLst>
            </a:custGeom>
            <a:ln w="7182" cap="flat">
              <a:solidFill>
                <a:srgbClr val="0026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4"/>
            <p:cNvSpPr/>
            <p:nvPr/>
          </p:nvSpPr>
          <p:spPr>
            <a:xfrm>
              <a:off x="2520699" y="5190611"/>
              <a:ext cx="0" cy="37957"/>
            </a:xfrm>
            <a:custGeom>
              <a:avLst/>
              <a:pathLst>
                <a:path w="0" h="37957">
                  <a:moveTo>
                    <a:pt x="0" y="37957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0026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5"/>
            <p:cNvSpPr/>
            <p:nvPr/>
          </p:nvSpPr>
          <p:spPr>
            <a:xfrm>
              <a:off x="4398505" y="5190611"/>
              <a:ext cx="0" cy="37957"/>
            </a:xfrm>
            <a:custGeom>
              <a:avLst/>
              <a:pathLst>
                <a:path w="0" h="37957">
                  <a:moveTo>
                    <a:pt x="0" y="37957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0026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6"/>
            <p:cNvSpPr/>
            <p:nvPr/>
          </p:nvSpPr>
          <p:spPr>
            <a:xfrm>
              <a:off x="6276311" y="5190611"/>
              <a:ext cx="0" cy="37957"/>
            </a:xfrm>
            <a:custGeom>
              <a:avLst/>
              <a:pathLst>
                <a:path w="0" h="37957">
                  <a:moveTo>
                    <a:pt x="0" y="37957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0026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7"/>
            <p:cNvSpPr/>
            <p:nvPr/>
          </p:nvSpPr>
          <p:spPr>
            <a:xfrm>
              <a:off x="8154116" y="5190611"/>
              <a:ext cx="0" cy="37957"/>
            </a:xfrm>
            <a:custGeom>
              <a:avLst/>
              <a:pathLst>
                <a:path w="0" h="37957">
                  <a:moveTo>
                    <a:pt x="0" y="37957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0026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tx28"/>
            <p:cNvSpPr/>
            <p:nvPr/>
          </p:nvSpPr>
          <p:spPr>
            <a:xfrm>
              <a:off x="2069899" y="5255289"/>
              <a:ext cx="901600" cy="11035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264D">
                      <a:alpha val="100000"/>
                    </a:srgbClr>
                  </a:solidFill>
                  <a:latin typeface="Segoe UI"/>
                  <a:cs typeface="Segoe UI"/>
                </a:rPr>
                <a:t>Term 4 2022*</a:t>
              </a:r>
            </a:p>
          </p:txBody>
        </p:sp>
        <p:sp>
          <p:nvSpPr>
            <p:cNvPr id="30" name="tx29"/>
            <p:cNvSpPr/>
            <p:nvPr/>
          </p:nvSpPr>
          <p:spPr>
            <a:xfrm>
              <a:off x="3947704" y="5255289"/>
              <a:ext cx="901600" cy="11035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264D">
                      <a:alpha val="100000"/>
                    </a:srgbClr>
                  </a:solidFill>
                  <a:latin typeface="Segoe UI"/>
                  <a:cs typeface="Segoe UI"/>
                </a:rPr>
                <a:t>Term 5 2022*</a:t>
              </a:r>
            </a:p>
          </p:txBody>
        </p:sp>
        <p:sp>
          <p:nvSpPr>
            <p:cNvPr id="31" name="tx30"/>
            <p:cNvSpPr/>
            <p:nvPr/>
          </p:nvSpPr>
          <p:spPr>
            <a:xfrm>
              <a:off x="5857285" y="5254694"/>
              <a:ext cx="838051" cy="11095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264D">
                      <a:alpha val="100000"/>
                    </a:srgbClr>
                  </a:solidFill>
                  <a:latin typeface="Segoe UI"/>
                  <a:cs typeface="Segoe UI"/>
                </a:rPr>
                <a:t>Term 1 2023</a:t>
              </a:r>
            </a:p>
          </p:txBody>
        </p:sp>
        <p:sp>
          <p:nvSpPr>
            <p:cNvPr id="32" name="tx31"/>
            <p:cNvSpPr/>
            <p:nvPr/>
          </p:nvSpPr>
          <p:spPr>
            <a:xfrm>
              <a:off x="7735091" y="5255289"/>
              <a:ext cx="838051" cy="11035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264D">
                      <a:alpha val="100000"/>
                    </a:srgbClr>
                  </a:solidFill>
                  <a:latin typeface="Segoe UI"/>
                  <a:cs typeface="Segoe UI"/>
                </a:rPr>
                <a:t>Term 2 2023</a:t>
              </a:r>
            </a:p>
          </p:txBody>
        </p:sp>
        <p:sp>
          <p:nvSpPr>
            <p:cNvPr id="33" name="tx32"/>
            <p:cNvSpPr/>
            <p:nvPr/>
          </p:nvSpPr>
          <p:spPr>
            <a:xfrm>
              <a:off x="5165511" y="5473552"/>
              <a:ext cx="343792" cy="1084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264D">
                      <a:alpha val="100000"/>
                    </a:srgbClr>
                  </a:solidFill>
                  <a:latin typeface="Segoe UI"/>
                  <a:cs typeface="Segoe UI"/>
                </a:rPr>
                <a:t>Term</a:t>
              </a:r>
            </a:p>
          </p:txBody>
        </p:sp>
        <p:sp>
          <p:nvSpPr>
            <p:cNvPr id="34" name="tx33"/>
            <p:cNvSpPr/>
            <p:nvPr/>
          </p:nvSpPr>
          <p:spPr>
            <a:xfrm rot="-5400000">
              <a:off x="24407" y="3659167"/>
              <a:ext cx="1270471" cy="11459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264D">
                      <a:alpha val="100000"/>
                    </a:srgbClr>
                  </a:solidFill>
                  <a:latin typeface="Segoe UI"/>
                  <a:cs typeface="Segoe UI"/>
                </a:rPr>
                <a:t>Total class revenue</a:t>
              </a:r>
            </a:p>
          </p:txBody>
        </p:sp>
        <p:sp>
          <p:nvSpPr>
            <p:cNvPr id="35" name="tx34"/>
            <p:cNvSpPr/>
            <p:nvPr/>
          </p:nvSpPr>
          <p:spPr>
            <a:xfrm>
              <a:off x="1394016" y="1934278"/>
              <a:ext cx="2353597" cy="1783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 b="1">
                  <a:solidFill>
                    <a:srgbClr val="00264D">
                      <a:alpha val="100000"/>
                    </a:srgbClr>
                  </a:solidFill>
                  <a:latin typeface="Segoe UI"/>
                  <a:cs typeface="Segoe UI"/>
                </a:rPr>
                <a:t>Total class revenue by term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verning Thought"/>
          <p:cNvSpPr>
            <a:spLocks noGrp="1"/>
          </p:cNvSpPr>
          <p:nvPr>
            <p:ph type="title" hasCustomPrompt="1"/>
          </p:nvPr>
        </p:nvSpPr>
        <p:spPr>
          <a:xfrm>
            <a:off x="540000" y="504000"/>
            <a:ext cx="8820000" cy="504056"/>
          </a:xfrm>
        </p:spPr>
        <p:txBody>
          <a:bodyPr/>
          <a:lstStyle/>
          <a:p>
            <a:r>
              <a:rPr/>
              <a:t>Boxplot of the distribution of class revenue per student</a:t>
            </a:r>
          </a:p>
        </p:txBody>
      </p:sp>
      <p:grpSp xmlns:pic="http://schemas.openxmlformats.org/drawingml/2006/picture">
        <p:nvGrpSpPr>
          <p:cNvPr id="3" name="Chart 1"/>
          <p:cNvGrpSpPr/>
          <p:nvPr/>
        </p:nvGrpSpPr>
        <p:grpSpPr>
          <a:xfrm>
            <a:off x="539999" y="1916113"/>
            <a:ext cx="8820001" cy="3745135"/>
            <a:chOff x="539999" y="1916113"/>
            <a:chExt cx="8820001" cy="3745135"/>
          </a:xfrm>
        </p:grpSpPr>
        <p:sp>
          <p:nvSpPr>
            <p:cNvPr id="4" name="rc3"/>
            <p:cNvSpPr/>
            <p:nvPr/>
          </p:nvSpPr>
          <p:spPr>
            <a:xfrm>
              <a:off x="539999" y="1916113"/>
              <a:ext cx="8820001" cy="374513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4"/>
            <p:cNvSpPr/>
            <p:nvPr/>
          </p:nvSpPr>
          <p:spPr>
            <a:xfrm>
              <a:off x="539999" y="1916113"/>
              <a:ext cx="8820000" cy="3745135"/>
            </a:xfrm>
            <a:prstGeom prst="rect">
              <a:avLst/>
            </a:prstGeom>
            <a:solidFill>
              <a:srgbClr val="E6E6E1">
                <a:alpha val="100000"/>
              </a:srgbClr>
            </a:solidFill>
            <a:ln w="14782" cap="rnd">
              <a:solidFill>
                <a:srgbClr val="E6E6E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rc5"/>
            <p:cNvSpPr/>
            <p:nvPr/>
          </p:nvSpPr>
          <p:spPr>
            <a:xfrm>
              <a:off x="1114517" y="2625405"/>
              <a:ext cx="8166282" cy="2565206"/>
            </a:xfrm>
            <a:prstGeom prst="rect">
              <a:avLst/>
            </a:prstGeom>
            <a:solidFill>
              <a:srgbClr val="E6E6E1">
                <a:alpha val="100000"/>
              </a:srgbClr>
            </a:solidFill>
            <a:ln w="14782" cap="rnd">
              <a:solidFill>
                <a:srgbClr val="E6E6E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t6"/>
            <p:cNvSpPr/>
            <p:nvPr/>
          </p:nvSpPr>
          <p:spPr>
            <a:xfrm>
              <a:off x="2256303" y="3978554"/>
              <a:ext cx="49651" cy="49651"/>
            </a:xfrm>
            <a:prstGeom prst="ellipse">
              <a:avLst/>
            </a:prstGeom>
            <a:solidFill>
              <a:srgbClr val="F8981D">
                <a:alpha val="100000"/>
              </a:srgbClr>
            </a:solidFill>
            <a:ln w="9000" cap="rnd">
              <a:solidFill>
                <a:srgbClr val="F8981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7"/>
            <p:cNvSpPr/>
            <p:nvPr/>
          </p:nvSpPr>
          <p:spPr>
            <a:xfrm>
              <a:off x="2281128" y="4183050"/>
              <a:ext cx="0" cy="399374"/>
            </a:xfrm>
            <a:custGeom>
              <a:avLst/>
              <a:pathLst>
                <a:path w="0" h="399374">
                  <a:moveTo>
                    <a:pt x="0" y="39937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F8981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8"/>
            <p:cNvSpPr/>
            <p:nvPr/>
          </p:nvSpPr>
          <p:spPr>
            <a:xfrm>
              <a:off x="2281128" y="4898175"/>
              <a:ext cx="0" cy="147279"/>
            </a:xfrm>
            <a:custGeom>
              <a:avLst/>
              <a:pathLst>
                <a:path w="0" h="147279">
                  <a:moveTo>
                    <a:pt x="0" y="0"/>
                  </a:moveTo>
                  <a:lnTo>
                    <a:pt x="0" y="147279"/>
                  </a:lnTo>
                </a:path>
              </a:pathLst>
            </a:custGeom>
            <a:ln w="13550" cap="flat">
              <a:solidFill>
                <a:srgbClr val="F8981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g9"/>
            <p:cNvSpPr/>
            <p:nvPr/>
          </p:nvSpPr>
          <p:spPr>
            <a:xfrm>
              <a:off x="1551996" y="4582424"/>
              <a:ext cx="1458264" cy="315751"/>
            </a:xfrm>
            <a:custGeom>
              <a:avLst/>
              <a:pathLst>
                <a:path w="1458264" h="315751">
                  <a:moveTo>
                    <a:pt x="0" y="0"/>
                  </a:moveTo>
                  <a:lnTo>
                    <a:pt x="0" y="315751"/>
                  </a:lnTo>
                  <a:lnTo>
                    <a:pt x="1458264" y="315751"/>
                  </a:lnTo>
                  <a:lnTo>
                    <a:pt x="1458264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13550" cap="flat">
              <a:solidFill>
                <a:srgbClr val="F8981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" name="pl10"/>
            <p:cNvSpPr/>
            <p:nvPr/>
          </p:nvSpPr>
          <p:spPr>
            <a:xfrm>
              <a:off x="1551996" y="4788165"/>
              <a:ext cx="1458264" cy="0"/>
            </a:xfrm>
            <a:custGeom>
              <a:avLst/>
              <a:pathLst>
                <a:path w="1458264" h="0">
                  <a:moveTo>
                    <a:pt x="0" y="0"/>
                  </a:moveTo>
                  <a:lnTo>
                    <a:pt x="1458264" y="0"/>
                  </a:lnTo>
                </a:path>
              </a:pathLst>
            </a:custGeom>
            <a:ln w="27101" cap="flat">
              <a:solidFill>
                <a:srgbClr val="F8981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" name="pl11"/>
            <p:cNvSpPr/>
            <p:nvPr/>
          </p:nvSpPr>
          <p:spPr>
            <a:xfrm>
              <a:off x="4225482" y="4024672"/>
              <a:ext cx="0" cy="543566"/>
            </a:xfrm>
            <a:custGeom>
              <a:avLst/>
              <a:pathLst>
                <a:path w="0" h="543566">
                  <a:moveTo>
                    <a:pt x="0" y="543566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F8981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2"/>
            <p:cNvSpPr/>
            <p:nvPr/>
          </p:nvSpPr>
          <p:spPr>
            <a:xfrm>
              <a:off x="4225482" y="4956890"/>
              <a:ext cx="0" cy="117120"/>
            </a:xfrm>
            <a:custGeom>
              <a:avLst/>
              <a:pathLst>
                <a:path w="0" h="117120">
                  <a:moveTo>
                    <a:pt x="0" y="0"/>
                  </a:moveTo>
                  <a:lnTo>
                    <a:pt x="0" y="117120"/>
                  </a:lnTo>
                </a:path>
              </a:pathLst>
            </a:custGeom>
            <a:ln w="13550" cap="flat">
              <a:solidFill>
                <a:srgbClr val="F8981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g13"/>
            <p:cNvSpPr/>
            <p:nvPr/>
          </p:nvSpPr>
          <p:spPr>
            <a:xfrm>
              <a:off x="3496349" y="4568238"/>
              <a:ext cx="1458264" cy="388652"/>
            </a:xfrm>
            <a:custGeom>
              <a:avLst/>
              <a:pathLst>
                <a:path w="1458264" h="388652">
                  <a:moveTo>
                    <a:pt x="0" y="0"/>
                  </a:moveTo>
                  <a:lnTo>
                    <a:pt x="0" y="388652"/>
                  </a:lnTo>
                  <a:lnTo>
                    <a:pt x="1458264" y="388652"/>
                  </a:lnTo>
                  <a:lnTo>
                    <a:pt x="1458264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13550" cap="flat">
              <a:solidFill>
                <a:srgbClr val="F8981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" name="pl14"/>
            <p:cNvSpPr/>
            <p:nvPr/>
          </p:nvSpPr>
          <p:spPr>
            <a:xfrm>
              <a:off x="3496349" y="4809808"/>
              <a:ext cx="1458264" cy="0"/>
            </a:xfrm>
            <a:custGeom>
              <a:avLst/>
              <a:pathLst>
                <a:path w="1458264" h="0">
                  <a:moveTo>
                    <a:pt x="0" y="0"/>
                  </a:moveTo>
                  <a:lnTo>
                    <a:pt x="1458264" y="0"/>
                  </a:lnTo>
                </a:path>
              </a:pathLst>
            </a:custGeom>
            <a:ln w="27101" cap="flat">
              <a:solidFill>
                <a:srgbClr val="F8981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" name="pt15"/>
            <p:cNvSpPr/>
            <p:nvPr/>
          </p:nvSpPr>
          <p:spPr>
            <a:xfrm>
              <a:off x="6145009" y="3350069"/>
              <a:ext cx="49651" cy="49651"/>
            </a:xfrm>
            <a:prstGeom prst="ellipse">
              <a:avLst/>
            </a:prstGeom>
            <a:solidFill>
              <a:srgbClr val="F8981D">
                <a:alpha val="100000"/>
              </a:srgbClr>
            </a:solidFill>
            <a:ln w="9000" cap="rnd">
              <a:solidFill>
                <a:srgbClr val="F8981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t16"/>
            <p:cNvSpPr/>
            <p:nvPr/>
          </p:nvSpPr>
          <p:spPr>
            <a:xfrm>
              <a:off x="6145009" y="3224720"/>
              <a:ext cx="49651" cy="49651"/>
            </a:xfrm>
            <a:prstGeom prst="ellipse">
              <a:avLst/>
            </a:prstGeom>
            <a:solidFill>
              <a:srgbClr val="F8981D">
                <a:alpha val="100000"/>
              </a:srgbClr>
            </a:solidFill>
            <a:ln w="9000" cap="rnd">
              <a:solidFill>
                <a:srgbClr val="F8981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t17"/>
            <p:cNvSpPr/>
            <p:nvPr/>
          </p:nvSpPr>
          <p:spPr>
            <a:xfrm>
              <a:off x="6145009" y="2969151"/>
              <a:ext cx="49651" cy="49651"/>
            </a:xfrm>
            <a:prstGeom prst="ellipse">
              <a:avLst/>
            </a:prstGeom>
            <a:solidFill>
              <a:srgbClr val="F8981D">
                <a:alpha val="100000"/>
              </a:srgbClr>
            </a:solidFill>
            <a:ln w="9000" cap="rnd">
              <a:solidFill>
                <a:srgbClr val="F8981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8"/>
            <p:cNvSpPr/>
            <p:nvPr/>
          </p:nvSpPr>
          <p:spPr>
            <a:xfrm>
              <a:off x="6169835" y="3885793"/>
              <a:ext cx="0" cy="658912"/>
            </a:xfrm>
            <a:custGeom>
              <a:avLst/>
              <a:pathLst>
                <a:path w="0" h="658912">
                  <a:moveTo>
                    <a:pt x="0" y="658912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F8981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19"/>
            <p:cNvSpPr/>
            <p:nvPr/>
          </p:nvSpPr>
          <p:spPr>
            <a:xfrm>
              <a:off x="6169835" y="5001271"/>
              <a:ext cx="0" cy="72740"/>
            </a:xfrm>
            <a:custGeom>
              <a:avLst/>
              <a:pathLst>
                <a:path w="0" h="72740">
                  <a:moveTo>
                    <a:pt x="0" y="0"/>
                  </a:moveTo>
                  <a:lnTo>
                    <a:pt x="0" y="72740"/>
                  </a:lnTo>
                </a:path>
              </a:pathLst>
            </a:custGeom>
            <a:ln w="13550" cap="flat">
              <a:solidFill>
                <a:srgbClr val="F8981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g20"/>
            <p:cNvSpPr/>
            <p:nvPr/>
          </p:nvSpPr>
          <p:spPr>
            <a:xfrm>
              <a:off x="5440702" y="4544705"/>
              <a:ext cx="1458264" cy="456565"/>
            </a:xfrm>
            <a:custGeom>
              <a:avLst/>
              <a:pathLst>
                <a:path w="1458264" h="456565">
                  <a:moveTo>
                    <a:pt x="0" y="0"/>
                  </a:moveTo>
                  <a:lnTo>
                    <a:pt x="0" y="456565"/>
                  </a:lnTo>
                  <a:lnTo>
                    <a:pt x="1458264" y="456565"/>
                  </a:lnTo>
                  <a:lnTo>
                    <a:pt x="1458264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13550" cap="flat">
              <a:solidFill>
                <a:srgbClr val="F8981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" name="pl21"/>
            <p:cNvSpPr/>
            <p:nvPr/>
          </p:nvSpPr>
          <p:spPr>
            <a:xfrm>
              <a:off x="5440702" y="4837296"/>
              <a:ext cx="1458264" cy="0"/>
            </a:xfrm>
            <a:custGeom>
              <a:avLst/>
              <a:pathLst>
                <a:path w="1458264" h="0">
                  <a:moveTo>
                    <a:pt x="0" y="0"/>
                  </a:moveTo>
                  <a:lnTo>
                    <a:pt x="1458264" y="0"/>
                  </a:lnTo>
                </a:path>
              </a:pathLst>
            </a:custGeom>
            <a:ln w="27101" cap="flat">
              <a:solidFill>
                <a:srgbClr val="F8981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" name="pt22"/>
            <p:cNvSpPr/>
            <p:nvPr/>
          </p:nvSpPr>
          <p:spPr>
            <a:xfrm>
              <a:off x="8089362" y="2717180"/>
              <a:ext cx="49651" cy="49651"/>
            </a:xfrm>
            <a:prstGeom prst="ellipse">
              <a:avLst/>
            </a:prstGeom>
            <a:solidFill>
              <a:srgbClr val="F8981D">
                <a:alpha val="100000"/>
              </a:srgbClr>
            </a:solidFill>
            <a:ln w="9000" cap="rnd">
              <a:solidFill>
                <a:srgbClr val="F8981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3"/>
            <p:cNvSpPr/>
            <p:nvPr/>
          </p:nvSpPr>
          <p:spPr>
            <a:xfrm>
              <a:off x="8114188" y="3595701"/>
              <a:ext cx="0" cy="746848"/>
            </a:xfrm>
            <a:custGeom>
              <a:avLst/>
              <a:pathLst>
                <a:path w="0" h="746848">
                  <a:moveTo>
                    <a:pt x="0" y="746848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F8981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4"/>
            <p:cNvSpPr/>
            <p:nvPr/>
          </p:nvSpPr>
          <p:spPr>
            <a:xfrm>
              <a:off x="8114188" y="4940380"/>
              <a:ext cx="0" cy="133630"/>
            </a:xfrm>
            <a:custGeom>
              <a:avLst/>
              <a:pathLst>
                <a:path w="0" h="133630">
                  <a:moveTo>
                    <a:pt x="0" y="0"/>
                  </a:moveTo>
                  <a:lnTo>
                    <a:pt x="0" y="133630"/>
                  </a:lnTo>
                </a:path>
              </a:pathLst>
            </a:custGeom>
            <a:ln w="13550" cap="flat">
              <a:solidFill>
                <a:srgbClr val="F8981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g25"/>
            <p:cNvSpPr/>
            <p:nvPr/>
          </p:nvSpPr>
          <p:spPr>
            <a:xfrm>
              <a:off x="7385055" y="4342550"/>
              <a:ext cx="1458264" cy="597830"/>
            </a:xfrm>
            <a:custGeom>
              <a:avLst/>
              <a:pathLst>
                <a:path w="1458264" h="597830">
                  <a:moveTo>
                    <a:pt x="0" y="0"/>
                  </a:moveTo>
                  <a:lnTo>
                    <a:pt x="0" y="597830"/>
                  </a:lnTo>
                  <a:lnTo>
                    <a:pt x="1458264" y="597830"/>
                  </a:lnTo>
                  <a:lnTo>
                    <a:pt x="1458264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13550" cap="flat">
              <a:solidFill>
                <a:srgbClr val="F8981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7" name="pl26"/>
            <p:cNvSpPr/>
            <p:nvPr/>
          </p:nvSpPr>
          <p:spPr>
            <a:xfrm>
              <a:off x="7385055" y="4544705"/>
              <a:ext cx="1458264" cy="0"/>
            </a:xfrm>
            <a:custGeom>
              <a:avLst/>
              <a:pathLst>
                <a:path w="1458264" h="0">
                  <a:moveTo>
                    <a:pt x="0" y="0"/>
                  </a:moveTo>
                  <a:lnTo>
                    <a:pt x="1458264" y="0"/>
                  </a:lnTo>
                </a:path>
              </a:pathLst>
            </a:custGeom>
            <a:ln w="27101" cap="flat">
              <a:solidFill>
                <a:srgbClr val="F8981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8" name="pl27"/>
            <p:cNvSpPr/>
            <p:nvPr/>
          </p:nvSpPr>
          <p:spPr>
            <a:xfrm>
              <a:off x="1114517" y="2625405"/>
              <a:ext cx="0" cy="2565206"/>
            </a:xfrm>
            <a:custGeom>
              <a:avLst/>
              <a:pathLst>
                <a:path w="0" h="2565206">
                  <a:moveTo>
                    <a:pt x="0" y="2565206"/>
                  </a:moveTo>
                  <a:lnTo>
                    <a:pt x="0" y="0"/>
                  </a:lnTo>
                </a:path>
              </a:pathLst>
            </a:custGeom>
            <a:ln w="7182" cap="flat">
              <a:solidFill>
                <a:srgbClr val="0026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tx28"/>
            <p:cNvSpPr/>
            <p:nvPr/>
          </p:nvSpPr>
          <p:spPr>
            <a:xfrm>
              <a:off x="964040" y="5017010"/>
              <a:ext cx="82153" cy="11035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264D">
                      <a:alpha val="100000"/>
                    </a:srgbClr>
                  </a:solidFill>
                  <a:latin typeface="Segoe UI"/>
                  <a:cs typeface="Segoe UI"/>
                </a:rPr>
                <a:t>0</a:t>
              </a:r>
            </a:p>
          </p:txBody>
        </p:sp>
        <p:sp>
          <p:nvSpPr>
            <p:cNvPr id="30" name="tx29"/>
            <p:cNvSpPr/>
            <p:nvPr/>
          </p:nvSpPr>
          <p:spPr>
            <a:xfrm>
              <a:off x="799734" y="4417399"/>
              <a:ext cx="246459" cy="11035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264D">
                      <a:alpha val="100000"/>
                    </a:srgbClr>
                  </a:solidFill>
                  <a:latin typeface="Segoe UI"/>
                  <a:cs typeface="Segoe UI"/>
                </a:rPr>
                <a:t>200</a:t>
              </a:r>
            </a:p>
          </p:txBody>
        </p:sp>
        <p:sp>
          <p:nvSpPr>
            <p:cNvPr id="31" name="tx30"/>
            <p:cNvSpPr/>
            <p:nvPr/>
          </p:nvSpPr>
          <p:spPr>
            <a:xfrm>
              <a:off x="799734" y="3817789"/>
              <a:ext cx="246459" cy="11035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264D">
                      <a:alpha val="100000"/>
                    </a:srgbClr>
                  </a:solidFill>
                  <a:latin typeface="Segoe UI"/>
                  <a:cs typeface="Segoe UI"/>
                </a:rPr>
                <a:t>400</a:t>
              </a:r>
            </a:p>
          </p:txBody>
        </p:sp>
        <p:sp>
          <p:nvSpPr>
            <p:cNvPr id="32" name="tx31"/>
            <p:cNvSpPr/>
            <p:nvPr/>
          </p:nvSpPr>
          <p:spPr>
            <a:xfrm>
              <a:off x="799734" y="3218178"/>
              <a:ext cx="246459" cy="11035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264D">
                      <a:alpha val="100000"/>
                    </a:srgbClr>
                  </a:solidFill>
                  <a:latin typeface="Segoe UI"/>
                  <a:cs typeface="Segoe UI"/>
                </a:rPr>
                <a:t>600</a:t>
              </a:r>
            </a:p>
          </p:txBody>
        </p:sp>
        <p:sp>
          <p:nvSpPr>
            <p:cNvPr id="33" name="tx32"/>
            <p:cNvSpPr/>
            <p:nvPr/>
          </p:nvSpPr>
          <p:spPr>
            <a:xfrm>
              <a:off x="799734" y="2618568"/>
              <a:ext cx="246459" cy="11035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264D">
                      <a:alpha val="100000"/>
                    </a:srgbClr>
                  </a:solidFill>
                  <a:latin typeface="Segoe UI"/>
                  <a:cs typeface="Segoe UI"/>
                </a:rPr>
                <a:t>800</a:t>
              </a:r>
            </a:p>
          </p:txBody>
        </p:sp>
        <p:sp>
          <p:nvSpPr>
            <p:cNvPr id="34" name="pl33"/>
            <p:cNvSpPr/>
            <p:nvPr/>
          </p:nvSpPr>
          <p:spPr>
            <a:xfrm>
              <a:off x="1076559" y="5074011"/>
              <a:ext cx="37957" cy="0"/>
            </a:xfrm>
            <a:custGeom>
              <a:avLst/>
              <a:pathLst>
                <a:path w="37957" h="0">
                  <a:moveTo>
                    <a:pt x="0" y="0"/>
                  </a:moveTo>
                  <a:lnTo>
                    <a:pt x="37957" y="0"/>
                  </a:lnTo>
                </a:path>
              </a:pathLst>
            </a:custGeom>
            <a:ln w="14782" cap="flat">
              <a:solidFill>
                <a:srgbClr val="0026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4"/>
            <p:cNvSpPr/>
            <p:nvPr/>
          </p:nvSpPr>
          <p:spPr>
            <a:xfrm>
              <a:off x="1076559" y="4474400"/>
              <a:ext cx="37957" cy="0"/>
            </a:xfrm>
            <a:custGeom>
              <a:avLst/>
              <a:pathLst>
                <a:path w="37957" h="0">
                  <a:moveTo>
                    <a:pt x="0" y="0"/>
                  </a:moveTo>
                  <a:lnTo>
                    <a:pt x="37957" y="0"/>
                  </a:lnTo>
                </a:path>
              </a:pathLst>
            </a:custGeom>
            <a:ln w="14782" cap="flat">
              <a:solidFill>
                <a:srgbClr val="0026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5"/>
            <p:cNvSpPr/>
            <p:nvPr/>
          </p:nvSpPr>
          <p:spPr>
            <a:xfrm>
              <a:off x="1076559" y="3874790"/>
              <a:ext cx="37957" cy="0"/>
            </a:xfrm>
            <a:custGeom>
              <a:avLst/>
              <a:pathLst>
                <a:path w="37957" h="0">
                  <a:moveTo>
                    <a:pt x="0" y="0"/>
                  </a:moveTo>
                  <a:lnTo>
                    <a:pt x="37957" y="0"/>
                  </a:lnTo>
                </a:path>
              </a:pathLst>
            </a:custGeom>
            <a:ln w="14782" cap="flat">
              <a:solidFill>
                <a:srgbClr val="0026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6"/>
            <p:cNvSpPr/>
            <p:nvPr/>
          </p:nvSpPr>
          <p:spPr>
            <a:xfrm>
              <a:off x="1076559" y="3275179"/>
              <a:ext cx="37957" cy="0"/>
            </a:xfrm>
            <a:custGeom>
              <a:avLst/>
              <a:pathLst>
                <a:path w="37957" h="0">
                  <a:moveTo>
                    <a:pt x="0" y="0"/>
                  </a:moveTo>
                  <a:lnTo>
                    <a:pt x="37957" y="0"/>
                  </a:lnTo>
                </a:path>
              </a:pathLst>
            </a:custGeom>
            <a:ln w="14782" cap="flat">
              <a:solidFill>
                <a:srgbClr val="0026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7"/>
            <p:cNvSpPr/>
            <p:nvPr/>
          </p:nvSpPr>
          <p:spPr>
            <a:xfrm>
              <a:off x="1076559" y="2675569"/>
              <a:ext cx="37957" cy="0"/>
            </a:xfrm>
            <a:custGeom>
              <a:avLst/>
              <a:pathLst>
                <a:path w="37957" h="0">
                  <a:moveTo>
                    <a:pt x="0" y="0"/>
                  </a:moveTo>
                  <a:lnTo>
                    <a:pt x="37957" y="0"/>
                  </a:lnTo>
                </a:path>
              </a:pathLst>
            </a:custGeom>
            <a:ln w="14782" cap="flat">
              <a:solidFill>
                <a:srgbClr val="0026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8"/>
            <p:cNvSpPr/>
            <p:nvPr/>
          </p:nvSpPr>
          <p:spPr>
            <a:xfrm>
              <a:off x="1114517" y="5190611"/>
              <a:ext cx="8166282" cy="0"/>
            </a:xfrm>
            <a:custGeom>
              <a:avLst/>
              <a:pathLst>
                <a:path w="8166282" h="0">
                  <a:moveTo>
                    <a:pt x="0" y="0"/>
                  </a:moveTo>
                  <a:lnTo>
                    <a:pt x="8166282" y="0"/>
                  </a:lnTo>
                </a:path>
              </a:pathLst>
            </a:custGeom>
            <a:ln w="7182" cap="flat">
              <a:solidFill>
                <a:srgbClr val="0026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39"/>
            <p:cNvSpPr/>
            <p:nvPr/>
          </p:nvSpPr>
          <p:spPr>
            <a:xfrm>
              <a:off x="2281128" y="5190611"/>
              <a:ext cx="0" cy="37957"/>
            </a:xfrm>
            <a:custGeom>
              <a:avLst/>
              <a:pathLst>
                <a:path w="0" h="37957">
                  <a:moveTo>
                    <a:pt x="0" y="37957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0026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l40"/>
            <p:cNvSpPr/>
            <p:nvPr/>
          </p:nvSpPr>
          <p:spPr>
            <a:xfrm>
              <a:off x="4225482" y="5190611"/>
              <a:ext cx="0" cy="37957"/>
            </a:xfrm>
            <a:custGeom>
              <a:avLst/>
              <a:pathLst>
                <a:path w="0" h="37957">
                  <a:moveTo>
                    <a:pt x="0" y="37957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0026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l41"/>
            <p:cNvSpPr/>
            <p:nvPr/>
          </p:nvSpPr>
          <p:spPr>
            <a:xfrm>
              <a:off x="6169835" y="5190611"/>
              <a:ext cx="0" cy="37957"/>
            </a:xfrm>
            <a:custGeom>
              <a:avLst/>
              <a:pathLst>
                <a:path w="0" h="37957">
                  <a:moveTo>
                    <a:pt x="0" y="37957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0026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l42"/>
            <p:cNvSpPr/>
            <p:nvPr/>
          </p:nvSpPr>
          <p:spPr>
            <a:xfrm>
              <a:off x="8114188" y="5190611"/>
              <a:ext cx="0" cy="37957"/>
            </a:xfrm>
            <a:custGeom>
              <a:avLst/>
              <a:pathLst>
                <a:path w="0" h="37957">
                  <a:moveTo>
                    <a:pt x="0" y="37957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0026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tx43"/>
            <p:cNvSpPr/>
            <p:nvPr/>
          </p:nvSpPr>
          <p:spPr>
            <a:xfrm>
              <a:off x="1830328" y="5255289"/>
              <a:ext cx="901600" cy="11035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264D">
                      <a:alpha val="100000"/>
                    </a:srgbClr>
                  </a:solidFill>
                  <a:latin typeface="Segoe UI"/>
                  <a:cs typeface="Segoe UI"/>
                </a:rPr>
                <a:t>Term 4 2022*</a:t>
              </a:r>
            </a:p>
          </p:txBody>
        </p:sp>
        <p:sp>
          <p:nvSpPr>
            <p:cNvPr id="45" name="tx44"/>
            <p:cNvSpPr/>
            <p:nvPr/>
          </p:nvSpPr>
          <p:spPr>
            <a:xfrm>
              <a:off x="3774681" y="5255289"/>
              <a:ext cx="901600" cy="11035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264D">
                      <a:alpha val="100000"/>
                    </a:srgbClr>
                  </a:solidFill>
                  <a:latin typeface="Segoe UI"/>
                  <a:cs typeface="Segoe UI"/>
                </a:rPr>
                <a:t>Term 5 2022*</a:t>
              </a:r>
            </a:p>
          </p:txBody>
        </p:sp>
        <p:sp>
          <p:nvSpPr>
            <p:cNvPr id="46" name="tx45"/>
            <p:cNvSpPr/>
            <p:nvPr/>
          </p:nvSpPr>
          <p:spPr>
            <a:xfrm>
              <a:off x="5750809" y="5254694"/>
              <a:ext cx="838051" cy="11095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264D">
                      <a:alpha val="100000"/>
                    </a:srgbClr>
                  </a:solidFill>
                  <a:latin typeface="Segoe UI"/>
                  <a:cs typeface="Segoe UI"/>
                </a:rPr>
                <a:t>Term 1 2023</a:t>
              </a:r>
            </a:p>
          </p:txBody>
        </p:sp>
        <p:sp>
          <p:nvSpPr>
            <p:cNvPr id="47" name="tx46"/>
            <p:cNvSpPr/>
            <p:nvPr/>
          </p:nvSpPr>
          <p:spPr>
            <a:xfrm>
              <a:off x="7695162" y="5255289"/>
              <a:ext cx="838051" cy="11035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264D">
                      <a:alpha val="100000"/>
                    </a:srgbClr>
                  </a:solidFill>
                  <a:latin typeface="Segoe UI"/>
                  <a:cs typeface="Segoe UI"/>
                </a:rPr>
                <a:t>Term 2 2023</a:t>
              </a:r>
            </a:p>
          </p:txBody>
        </p:sp>
        <p:sp>
          <p:nvSpPr>
            <p:cNvPr id="48" name="tx47"/>
            <p:cNvSpPr/>
            <p:nvPr/>
          </p:nvSpPr>
          <p:spPr>
            <a:xfrm>
              <a:off x="5025762" y="5473552"/>
              <a:ext cx="343792" cy="1084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264D">
                      <a:alpha val="100000"/>
                    </a:srgbClr>
                  </a:solidFill>
                  <a:latin typeface="Segoe UI"/>
                  <a:cs typeface="Segoe UI"/>
                </a:rPr>
                <a:t>Term</a:t>
              </a:r>
            </a:p>
          </p:txBody>
        </p:sp>
        <p:sp>
          <p:nvSpPr>
            <p:cNvPr id="49" name="tx48"/>
            <p:cNvSpPr/>
            <p:nvPr/>
          </p:nvSpPr>
          <p:spPr>
            <a:xfrm rot="-5400000">
              <a:off x="-223540" y="3834078"/>
              <a:ext cx="1733103" cy="14786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264D">
                      <a:alpha val="100000"/>
                    </a:srgbClr>
                  </a:solidFill>
                  <a:latin typeface="Segoe UI"/>
                  <a:cs typeface="Segoe UI"/>
                </a:rPr>
                <a:t>Class revenue per student</a:t>
              </a:r>
            </a:p>
          </p:txBody>
        </p:sp>
        <p:sp>
          <p:nvSpPr>
            <p:cNvPr id="50" name="tx49"/>
            <p:cNvSpPr/>
            <p:nvPr/>
          </p:nvSpPr>
          <p:spPr>
            <a:xfrm>
              <a:off x="1114517" y="2199533"/>
              <a:ext cx="3263875" cy="14949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264D">
                      <a:alpha val="100000"/>
                    </a:srgbClr>
                  </a:solidFill>
                  <a:latin typeface="Segoe UI"/>
                  <a:cs typeface="Segoe UI"/>
                </a:rPr>
                <a:t>Box with white space = 50% of students (Q1-Q3)</a:t>
              </a:r>
            </a:p>
          </p:txBody>
        </p:sp>
        <p:sp>
          <p:nvSpPr>
            <p:cNvPr id="51" name="tx50"/>
            <p:cNvSpPr/>
            <p:nvPr/>
          </p:nvSpPr>
          <p:spPr>
            <a:xfrm>
              <a:off x="1114517" y="2364125"/>
              <a:ext cx="2685157" cy="14949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264D">
                      <a:alpha val="100000"/>
                    </a:srgbClr>
                  </a:solidFill>
                  <a:latin typeface="Segoe UI"/>
                  <a:cs typeface="Segoe UI"/>
                </a:rPr>
                <a:t>Line in middle of white space = median </a:t>
              </a:r>
            </a:p>
          </p:txBody>
        </p:sp>
        <p:sp>
          <p:nvSpPr>
            <p:cNvPr id="52" name="tx51"/>
            <p:cNvSpPr/>
            <p:nvPr/>
          </p:nvSpPr>
          <p:spPr>
            <a:xfrm>
              <a:off x="1114517" y="1933028"/>
              <a:ext cx="4767649" cy="17957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 b="1">
                  <a:solidFill>
                    <a:srgbClr val="00264D">
                      <a:alpha val="100000"/>
                    </a:srgbClr>
                  </a:solidFill>
                  <a:latin typeface="Segoe UI"/>
                  <a:cs typeface="Segoe UI"/>
                </a:rPr>
                <a:t>Boxplot of the distribution of class revenue per student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verning Thought"/>
          <p:cNvSpPr>
            <a:spLocks noGrp="1"/>
          </p:cNvSpPr>
          <p:nvPr>
            <p:ph type="title" hasCustomPrompt="1"/>
          </p:nvPr>
        </p:nvSpPr>
        <p:spPr>
          <a:xfrm>
            <a:off x="540000" y="504000"/>
            <a:ext cx="8820000" cy="504056"/>
          </a:xfrm>
        </p:spPr>
        <p:txBody>
          <a:bodyPr/>
          <a:lstStyle/>
          <a:p>
            <a:r>
              <a:rPr/>
              <a:t>Dance class revenue by fiscal quarter</a:t>
            </a:r>
          </a:p>
        </p:txBody>
      </p:sp>
      <p:grpSp xmlns:pic="http://schemas.openxmlformats.org/drawingml/2006/picture">
        <p:nvGrpSpPr>
          <p:cNvPr id="3" name="Chart 1"/>
          <p:cNvGrpSpPr/>
          <p:nvPr/>
        </p:nvGrpSpPr>
        <p:grpSpPr>
          <a:xfrm>
            <a:off x="539999" y="1916113"/>
            <a:ext cx="8820001" cy="3745135"/>
            <a:chOff x="539999" y="1916113"/>
            <a:chExt cx="8820001" cy="3745135"/>
          </a:xfrm>
        </p:grpSpPr>
        <p:sp>
          <p:nvSpPr>
            <p:cNvPr id="4" name="rc3"/>
            <p:cNvSpPr/>
            <p:nvPr/>
          </p:nvSpPr>
          <p:spPr>
            <a:xfrm>
              <a:off x="539999" y="1916113"/>
              <a:ext cx="8820001" cy="374513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4"/>
            <p:cNvSpPr/>
            <p:nvPr/>
          </p:nvSpPr>
          <p:spPr>
            <a:xfrm>
              <a:off x="539999" y="1916113"/>
              <a:ext cx="8820000" cy="3745135"/>
            </a:xfrm>
            <a:prstGeom prst="rect">
              <a:avLst/>
            </a:prstGeom>
            <a:solidFill>
              <a:srgbClr val="E6E6E1">
                <a:alpha val="100000"/>
              </a:srgbClr>
            </a:solidFill>
            <a:ln w="14782" cap="rnd">
              <a:solidFill>
                <a:srgbClr val="E6E6E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rc5"/>
            <p:cNvSpPr/>
            <p:nvPr/>
          </p:nvSpPr>
          <p:spPr>
            <a:xfrm>
              <a:off x="1394016" y="2460813"/>
              <a:ext cx="7886783" cy="2729798"/>
            </a:xfrm>
            <a:prstGeom prst="rect">
              <a:avLst/>
            </a:prstGeom>
            <a:solidFill>
              <a:srgbClr val="E6E6E1">
                <a:alpha val="100000"/>
              </a:srgbClr>
            </a:solidFill>
            <a:ln w="14782" cap="rnd">
              <a:solidFill>
                <a:srgbClr val="E6E6E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rc6"/>
            <p:cNvSpPr/>
            <p:nvPr/>
          </p:nvSpPr>
          <p:spPr>
            <a:xfrm>
              <a:off x="1752506" y="5036708"/>
              <a:ext cx="2225111" cy="29821"/>
            </a:xfrm>
            <a:prstGeom prst="rect">
              <a:avLst/>
            </a:prstGeom>
            <a:solidFill>
              <a:srgbClr val="F8981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" name="rc7"/>
            <p:cNvSpPr/>
            <p:nvPr/>
          </p:nvSpPr>
          <p:spPr>
            <a:xfrm>
              <a:off x="4224852" y="3816936"/>
              <a:ext cx="2225111" cy="1249593"/>
            </a:xfrm>
            <a:prstGeom prst="rect">
              <a:avLst/>
            </a:prstGeom>
            <a:solidFill>
              <a:srgbClr val="F8981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" name="rc8"/>
            <p:cNvSpPr/>
            <p:nvPr/>
          </p:nvSpPr>
          <p:spPr>
            <a:xfrm>
              <a:off x="6697198" y="2641996"/>
              <a:ext cx="2225111" cy="2424533"/>
            </a:xfrm>
            <a:prstGeom prst="rect">
              <a:avLst/>
            </a:prstGeom>
            <a:solidFill>
              <a:srgbClr val="F8981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" name="tx9"/>
            <p:cNvSpPr/>
            <p:nvPr/>
          </p:nvSpPr>
          <p:spPr>
            <a:xfrm>
              <a:off x="2623128" y="4903754"/>
              <a:ext cx="483867" cy="12493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3">
                  <a:solidFill>
                    <a:srgbClr val="00264D">
                      <a:alpha val="100000"/>
                    </a:srgbClr>
                  </a:solidFill>
                  <a:latin typeface="Segoe UI"/>
                  <a:cs typeface="Segoe UI"/>
                </a:rPr>
                <a:t>$261.13</a:t>
              </a:r>
            </a:p>
          </p:txBody>
        </p:sp>
        <p:sp>
          <p:nvSpPr>
            <p:cNvPr id="11" name="tx10"/>
            <p:cNvSpPr/>
            <p:nvPr/>
          </p:nvSpPr>
          <p:spPr>
            <a:xfrm>
              <a:off x="5004698" y="3680217"/>
              <a:ext cx="665420" cy="12870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3">
                  <a:solidFill>
                    <a:srgbClr val="00264D">
                      <a:alpha val="100000"/>
                    </a:srgbClr>
                  </a:solidFill>
                  <a:latin typeface="Segoe UI"/>
                  <a:cs typeface="Segoe UI"/>
                </a:rPr>
                <a:t>$10,941.90</a:t>
              </a:r>
            </a:p>
          </p:txBody>
        </p:sp>
        <p:sp>
          <p:nvSpPr>
            <p:cNvPr id="12" name="tx11"/>
            <p:cNvSpPr/>
            <p:nvPr/>
          </p:nvSpPr>
          <p:spPr>
            <a:xfrm>
              <a:off x="7477043" y="2505277"/>
              <a:ext cx="665420" cy="12870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3">
                  <a:solidFill>
                    <a:srgbClr val="00264D">
                      <a:alpha val="100000"/>
                    </a:srgbClr>
                  </a:solidFill>
                  <a:latin typeface="Segoe UI"/>
                  <a:cs typeface="Segoe UI"/>
                </a:rPr>
                <a:t>$21,230.11</a:t>
              </a:r>
            </a:p>
          </p:txBody>
        </p:sp>
        <p:sp>
          <p:nvSpPr>
            <p:cNvPr id="13" name="pl12"/>
            <p:cNvSpPr/>
            <p:nvPr/>
          </p:nvSpPr>
          <p:spPr>
            <a:xfrm>
              <a:off x="1394016" y="2460813"/>
              <a:ext cx="0" cy="2729798"/>
            </a:xfrm>
            <a:custGeom>
              <a:avLst/>
              <a:pathLst>
                <a:path w="0" h="2729798">
                  <a:moveTo>
                    <a:pt x="0" y="2729798"/>
                  </a:moveTo>
                  <a:lnTo>
                    <a:pt x="0" y="0"/>
                  </a:lnTo>
                </a:path>
              </a:pathLst>
            </a:custGeom>
            <a:ln w="7182" cap="flat">
              <a:solidFill>
                <a:srgbClr val="0026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tx13"/>
            <p:cNvSpPr/>
            <p:nvPr/>
          </p:nvSpPr>
          <p:spPr>
            <a:xfrm>
              <a:off x="1161386" y="4984079"/>
              <a:ext cx="164306" cy="1358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264D">
                      <a:alpha val="100000"/>
                    </a:srgbClr>
                  </a:solidFill>
                  <a:latin typeface="Segoe UI"/>
                  <a:cs typeface="Segoe UI"/>
                </a:rPr>
                <a:t>$0</a:t>
              </a:r>
            </a:p>
          </p:txBody>
        </p:sp>
        <p:sp>
          <p:nvSpPr>
            <p:cNvPr id="15" name="tx14"/>
            <p:cNvSpPr/>
            <p:nvPr/>
          </p:nvSpPr>
          <p:spPr>
            <a:xfrm>
              <a:off x="881887" y="4408973"/>
              <a:ext cx="443805" cy="139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264D">
                      <a:alpha val="100000"/>
                    </a:srgbClr>
                  </a:solidFill>
                  <a:latin typeface="Segoe UI"/>
                  <a:cs typeface="Segoe UI"/>
                </a:rPr>
                <a:t>$5,000</a:t>
              </a:r>
            </a:p>
          </p:txBody>
        </p:sp>
        <p:sp>
          <p:nvSpPr>
            <p:cNvPr id="16" name="tx15"/>
            <p:cNvSpPr/>
            <p:nvPr/>
          </p:nvSpPr>
          <p:spPr>
            <a:xfrm>
              <a:off x="799734" y="3837960"/>
              <a:ext cx="525958" cy="139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264D">
                      <a:alpha val="100000"/>
                    </a:srgbClr>
                  </a:solidFill>
                  <a:latin typeface="Segoe UI"/>
                  <a:cs typeface="Segoe UI"/>
                </a:rPr>
                <a:t>$10,000</a:t>
              </a:r>
            </a:p>
          </p:txBody>
        </p:sp>
        <p:sp>
          <p:nvSpPr>
            <p:cNvPr id="17" name="tx16"/>
            <p:cNvSpPr/>
            <p:nvPr/>
          </p:nvSpPr>
          <p:spPr>
            <a:xfrm>
              <a:off x="799734" y="3266947"/>
              <a:ext cx="525958" cy="139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264D">
                      <a:alpha val="100000"/>
                    </a:srgbClr>
                  </a:solidFill>
                  <a:latin typeface="Segoe UI"/>
                  <a:cs typeface="Segoe UI"/>
                </a:rPr>
                <a:t>$15,000</a:t>
              </a:r>
            </a:p>
          </p:txBody>
        </p:sp>
        <p:sp>
          <p:nvSpPr>
            <p:cNvPr id="18" name="tx17"/>
            <p:cNvSpPr/>
            <p:nvPr/>
          </p:nvSpPr>
          <p:spPr>
            <a:xfrm>
              <a:off x="799734" y="2695934"/>
              <a:ext cx="525958" cy="139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264D">
                      <a:alpha val="100000"/>
                    </a:srgbClr>
                  </a:solidFill>
                  <a:latin typeface="Segoe UI"/>
                  <a:cs typeface="Segoe UI"/>
                </a:rPr>
                <a:t>$20,000</a:t>
              </a:r>
            </a:p>
          </p:txBody>
        </p:sp>
        <p:sp>
          <p:nvSpPr>
            <p:cNvPr id="19" name="pl18"/>
            <p:cNvSpPr/>
            <p:nvPr/>
          </p:nvSpPr>
          <p:spPr>
            <a:xfrm>
              <a:off x="1356058" y="5066530"/>
              <a:ext cx="37957" cy="0"/>
            </a:xfrm>
            <a:custGeom>
              <a:avLst/>
              <a:pathLst>
                <a:path w="37957" h="0">
                  <a:moveTo>
                    <a:pt x="0" y="0"/>
                  </a:moveTo>
                  <a:lnTo>
                    <a:pt x="37957" y="0"/>
                  </a:lnTo>
                </a:path>
              </a:pathLst>
            </a:custGeom>
            <a:ln w="14782" cap="flat">
              <a:solidFill>
                <a:srgbClr val="0026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19"/>
            <p:cNvSpPr/>
            <p:nvPr/>
          </p:nvSpPr>
          <p:spPr>
            <a:xfrm>
              <a:off x="1356058" y="4495517"/>
              <a:ext cx="37957" cy="0"/>
            </a:xfrm>
            <a:custGeom>
              <a:avLst/>
              <a:pathLst>
                <a:path w="37957" h="0">
                  <a:moveTo>
                    <a:pt x="0" y="0"/>
                  </a:moveTo>
                  <a:lnTo>
                    <a:pt x="37957" y="0"/>
                  </a:lnTo>
                </a:path>
              </a:pathLst>
            </a:custGeom>
            <a:ln w="14782" cap="flat">
              <a:solidFill>
                <a:srgbClr val="0026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0"/>
            <p:cNvSpPr/>
            <p:nvPr/>
          </p:nvSpPr>
          <p:spPr>
            <a:xfrm>
              <a:off x="1356058" y="3924504"/>
              <a:ext cx="37957" cy="0"/>
            </a:xfrm>
            <a:custGeom>
              <a:avLst/>
              <a:pathLst>
                <a:path w="37957" h="0">
                  <a:moveTo>
                    <a:pt x="0" y="0"/>
                  </a:moveTo>
                  <a:lnTo>
                    <a:pt x="37957" y="0"/>
                  </a:lnTo>
                </a:path>
              </a:pathLst>
            </a:custGeom>
            <a:ln w="14782" cap="flat">
              <a:solidFill>
                <a:srgbClr val="0026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1"/>
            <p:cNvSpPr/>
            <p:nvPr/>
          </p:nvSpPr>
          <p:spPr>
            <a:xfrm>
              <a:off x="1356058" y="3353491"/>
              <a:ext cx="37957" cy="0"/>
            </a:xfrm>
            <a:custGeom>
              <a:avLst/>
              <a:pathLst>
                <a:path w="37957" h="0">
                  <a:moveTo>
                    <a:pt x="0" y="0"/>
                  </a:moveTo>
                  <a:lnTo>
                    <a:pt x="37957" y="0"/>
                  </a:lnTo>
                </a:path>
              </a:pathLst>
            </a:custGeom>
            <a:ln w="14782" cap="flat">
              <a:solidFill>
                <a:srgbClr val="0026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2"/>
            <p:cNvSpPr/>
            <p:nvPr/>
          </p:nvSpPr>
          <p:spPr>
            <a:xfrm>
              <a:off x="1356058" y="2782478"/>
              <a:ext cx="37957" cy="0"/>
            </a:xfrm>
            <a:custGeom>
              <a:avLst/>
              <a:pathLst>
                <a:path w="37957" h="0">
                  <a:moveTo>
                    <a:pt x="0" y="0"/>
                  </a:moveTo>
                  <a:lnTo>
                    <a:pt x="37957" y="0"/>
                  </a:lnTo>
                </a:path>
              </a:pathLst>
            </a:custGeom>
            <a:ln w="14782" cap="flat">
              <a:solidFill>
                <a:srgbClr val="0026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3"/>
            <p:cNvSpPr/>
            <p:nvPr/>
          </p:nvSpPr>
          <p:spPr>
            <a:xfrm>
              <a:off x="1394016" y="5190611"/>
              <a:ext cx="7886783" cy="0"/>
            </a:xfrm>
            <a:custGeom>
              <a:avLst/>
              <a:pathLst>
                <a:path w="7886783" h="0">
                  <a:moveTo>
                    <a:pt x="0" y="0"/>
                  </a:moveTo>
                  <a:lnTo>
                    <a:pt x="7886783" y="0"/>
                  </a:lnTo>
                </a:path>
              </a:pathLst>
            </a:custGeom>
            <a:ln w="7182" cap="flat">
              <a:solidFill>
                <a:srgbClr val="0026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4"/>
            <p:cNvSpPr/>
            <p:nvPr/>
          </p:nvSpPr>
          <p:spPr>
            <a:xfrm>
              <a:off x="2865062" y="5190611"/>
              <a:ext cx="0" cy="37957"/>
            </a:xfrm>
            <a:custGeom>
              <a:avLst/>
              <a:pathLst>
                <a:path w="0" h="37957">
                  <a:moveTo>
                    <a:pt x="0" y="37957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0026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5"/>
            <p:cNvSpPr/>
            <p:nvPr/>
          </p:nvSpPr>
          <p:spPr>
            <a:xfrm>
              <a:off x="5337408" y="5190611"/>
              <a:ext cx="0" cy="37957"/>
            </a:xfrm>
            <a:custGeom>
              <a:avLst/>
              <a:pathLst>
                <a:path w="0" h="37957">
                  <a:moveTo>
                    <a:pt x="0" y="37957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0026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6"/>
            <p:cNvSpPr/>
            <p:nvPr/>
          </p:nvSpPr>
          <p:spPr>
            <a:xfrm>
              <a:off x="7809754" y="5190611"/>
              <a:ext cx="0" cy="37957"/>
            </a:xfrm>
            <a:custGeom>
              <a:avLst/>
              <a:pathLst>
                <a:path w="0" h="37957">
                  <a:moveTo>
                    <a:pt x="0" y="37957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0026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tx27"/>
            <p:cNvSpPr/>
            <p:nvPr/>
          </p:nvSpPr>
          <p:spPr>
            <a:xfrm>
              <a:off x="2643159" y="5254694"/>
              <a:ext cx="443805" cy="11095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264D">
                      <a:alpha val="100000"/>
                    </a:srgbClr>
                  </a:solidFill>
                  <a:latin typeface="Segoe UI"/>
                  <a:cs typeface="Segoe UI"/>
                </a:rPr>
                <a:t>2023.1</a:t>
              </a:r>
            </a:p>
          </p:txBody>
        </p:sp>
        <p:sp>
          <p:nvSpPr>
            <p:cNvPr id="29" name="tx28"/>
            <p:cNvSpPr/>
            <p:nvPr/>
          </p:nvSpPr>
          <p:spPr>
            <a:xfrm>
              <a:off x="5115505" y="5255289"/>
              <a:ext cx="443805" cy="11035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264D">
                      <a:alpha val="100000"/>
                    </a:srgbClr>
                  </a:solidFill>
                  <a:latin typeface="Segoe UI"/>
                  <a:cs typeface="Segoe UI"/>
                </a:rPr>
                <a:t>2023.2</a:t>
              </a:r>
            </a:p>
          </p:txBody>
        </p:sp>
        <p:sp>
          <p:nvSpPr>
            <p:cNvPr id="30" name="tx29"/>
            <p:cNvSpPr/>
            <p:nvPr/>
          </p:nvSpPr>
          <p:spPr>
            <a:xfrm>
              <a:off x="7587851" y="5255289"/>
              <a:ext cx="443805" cy="11035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264D">
                      <a:alpha val="100000"/>
                    </a:srgbClr>
                  </a:solidFill>
                  <a:latin typeface="Segoe UI"/>
                  <a:cs typeface="Segoe UI"/>
                </a:rPr>
                <a:t>2023.3</a:t>
              </a:r>
            </a:p>
          </p:txBody>
        </p:sp>
        <p:sp>
          <p:nvSpPr>
            <p:cNvPr id="31" name="tx30"/>
            <p:cNvSpPr/>
            <p:nvPr/>
          </p:nvSpPr>
          <p:spPr>
            <a:xfrm>
              <a:off x="4890700" y="5434187"/>
              <a:ext cx="893415" cy="14786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264D">
                      <a:alpha val="100000"/>
                    </a:srgbClr>
                  </a:solidFill>
                  <a:latin typeface="Segoe UI"/>
                  <a:cs typeface="Segoe UI"/>
                </a:rPr>
                <a:t>Fiscal quarter</a:t>
              </a:r>
            </a:p>
          </p:txBody>
        </p:sp>
        <p:sp>
          <p:nvSpPr>
            <p:cNvPr id="32" name="tx31"/>
            <p:cNvSpPr/>
            <p:nvPr/>
          </p:nvSpPr>
          <p:spPr>
            <a:xfrm rot="-5400000">
              <a:off x="-18343" y="3768414"/>
              <a:ext cx="1355973" cy="11459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264D">
                      <a:alpha val="100000"/>
                    </a:srgbClr>
                  </a:solidFill>
                  <a:latin typeface="Segoe UI"/>
                  <a:cs typeface="Segoe UI"/>
                </a:rPr>
                <a:t>Dance class revenue</a:t>
              </a:r>
            </a:p>
          </p:txBody>
        </p:sp>
        <p:sp>
          <p:nvSpPr>
            <p:cNvPr id="33" name="tx32"/>
            <p:cNvSpPr/>
            <p:nvPr/>
          </p:nvSpPr>
          <p:spPr>
            <a:xfrm>
              <a:off x="1394016" y="2198714"/>
              <a:ext cx="2939578" cy="1503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264D">
                      <a:alpha val="100000"/>
                    </a:srgbClr>
                  </a:solidFill>
                  <a:latin typeface="Segoe UI"/>
                  <a:cs typeface="Segoe UI"/>
                </a:rPr>
                <a:t>Financial year = FY22/23 i.e. fiscal year 2023</a:t>
              </a:r>
            </a:p>
          </p:txBody>
        </p:sp>
        <p:sp>
          <p:nvSpPr>
            <p:cNvPr id="34" name="tx33"/>
            <p:cNvSpPr/>
            <p:nvPr/>
          </p:nvSpPr>
          <p:spPr>
            <a:xfrm>
              <a:off x="1394016" y="1932135"/>
              <a:ext cx="3162359" cy="1804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 b="1">
                  <a:solidFill>
                    <a:srgbClr val="00264D">
                      <a:alpha val="100000"/>
                    </a:srgbClr>
                  </a:solidFill>
                  <a:latin typeface="Segoe UI"/>
                  <a:cs typeface="Segoe UI"/>
                </a:rPr>
                <a:t>Dance class revenue by fiscal quarter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PRESENTATIONDONOTDELETE" val="&lt;?xml version=&quot;1.0&quot; encoding=&quot;UTF-16&quot; standalone=&quot;yes&quot;?&gt;&#10;&lt;root reqver=&quot;21047&quot;&gt;&lt;version val=&quot;23223&quot;/&gt;&lt;CPresentation id=&quot;1&quot;&gt;&lt;m_precDefaultNumber&gt;&lt;m_bNumberIsYear val=&quot;1&quot;/&gt;&lt;m_chMinusSymbol&gt;-&lt;/m_chMinusSymbol&gt;&lt;m_chDecimalSymbol17909&gt;.&lt;/m_chDecimalSymbol17909&gt;&lt;m_nGroupingDigits17909 val=&quot;3&quot;/&gt;&lt;m_chGroupingSymbol17909&gt;,&lt;/m_chGroupingSymbol17909&gt;&lt;/m_precDefaultNumber&gt;&lt;m_precDefaultPercent&gt;&lt;m_bNumberIsYear val=&quot;1&quot;/&gt;&lt;m_chMinusSymbol&gt;-&lt;/m_chMinusSymbol&gt;&lt;m_nDecimalDigits17909 val=&quot;0&quot;/&gt;&lt;m_chDecimalSymbol17909&gt;.&lt;/m_chDecimalSymbol17909&gt;&lt;m_nGroupingDigits17909 val=&quot;3&quot;/&gt;&lt;m_chGroupingSymbol17909&gt;,&lt;/m_chGroupingSymbol17909&gt;&lt;m_strSuffix17909&gt;%&lt;/m_strSuffix17909&gt;&lt;/m_precDefaultPercent&gt;&lt;m_precDefaultDate&gt;&lt;m_bNumberIsYear val=&quot;0&quot;/&gt;&lt;m_strFormatTime&gt;%#d/%m/%Y&lt;/m_strFormatTime&gt;&lt;/m_precDefaultDate&gt;&lt;m_precDefaultYear/&gt;&lt;m_precDefaultQuarter/&gt;&lt;m_precDefaultMonth/&gt;&lt;m_precDefaultWeek/&gt;&lt;m_precDefaultDay/&gt;&lt;m_mruColor&gt;&lt;m_vecMRU length=&quot;0&quot;/&gt;&lt;/m_mruColor&gt;&lt;m_eweekdayFirstOfWeek val=&quot;2&quot;/&gt;&lt;m_eweekdayFirstOfWorkweek val=&quot;2&quot;/&gt;&lt;m_eweekdayFirstOfWeekend val=&quot;7&quot;/&gt;&lt;/CPresentation&gt;&lt;/root&gt;"/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L_Bdv41RPCT0KnTB.BZbw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L_Bdv41RPCT0KnTB.BZbw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L_Bdv41RPCT0KnTB.BZbw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ZVeiYixR6aoiTKrXQ99wg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lNPphI_RXyEAenAJOmVDg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0PkpHWzT2u_rvpmEoVBHw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QvyuxunSNix8kPYM54HbA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mM5QE0vQB2M10J24kmjVg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m5qnCyQRnaATcb.BvqlBQ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mXFYnTzRySXPslKAnKE9Q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RUG2rNESae2.4uCTYvZ3w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op2if0FSjaPzLj.fX67Cw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u7pFYGMSAOgC8NZMaGdmA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yL9BT6nRQ2G4tu1x9lU6g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JHh6.YSRfawKPDkv907BQ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_0qV732S7am1JqSgCj1GQ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_cnpnYatSOWDJR1r141nUQ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ZxfIqWMRhWB8V9c_KHheg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kD0ACBARBCModKgULCl1A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GG1eKoNRMicb_VF3Pag3A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5cwvmSwxRfmneQrMKWKr9A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.IzwQJKSgGA3CDCmE0Bfw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14mlIclmRKKRKPrG8pUFsQ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I9qfPstThCSTyKXv2QPOw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L_Bdv41RPCT0KnTB.BZbw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L_Bdv41RPCT0KnTB.BZbw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L_Bdv41RPCT0KnTB.BZbw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L_Bdv41RPCT0KnTB.BZbw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ZVeiYixR6aoiTKrXQ99wg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lNPphI_RXyEAenAJOmVDg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0PkpHWzT2u_rvpmEoVBHw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QvyuxunSNix8kPYM54HbA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mM5QE0vQB2M10J24kmjVg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m5qnCyQRnaATcb.BvqlBQ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mXFYnTzRySXPslKAnKE9Q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RUG2rNESae2.4uCTYvZ3w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op2if0FSjaPzLj.fX67Cw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u7pFYGMSAOgC8NZMaGdmA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yL9BT6nRQ2G4tu1x9lU6g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JHh6.YSRfawKPDkv907BQ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_0qV732S7am1JqSgCj1GQ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_cnpnYatSOWDJR1r141nUQ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ZxfIqWMRhWB8V9c_KHheg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kD0ACBARBCModKgULCl1A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GG1eKoNRMicb_VF3Pag3A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5cwvmSwxRfmneQrMKWKr9A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.IzwQJKSgGA3CDCmE0Bfw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14mlIclmRKKRKPrG8pUFsQ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I9qfPstThCSTyKXv2QPOw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L_Bdv41RPCT0KnTB.BZbw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L_Bdv41RPCT0KnTB.BZbw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L_Bdv41RPCT0KnTB.BZbw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L_Bdv41RPCT0KnTB.BZbw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ZVeiYixR6aoiTKrXQ99wg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lNPphI_RXyEAenAJOmVDg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0PkpHWzT2u_rvpmEoVBHw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QvyuxunSNix8kPYM54HbA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mM5QE0vQB2M10J24kmjVg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m5qnCyQRnaATcb.BvqlBQ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mXFYnTzRySXPslKAnKE9Q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RUG2rNESae2.4uCTYvZ3w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op2if0FSjaPzLj.fX67Cw"/>
</p:tagLst>
</file>

<file path=ppt/tags/tag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u7pFYGMSAOgC8NZMaGdmA"/>
</p:tagLst>
</file>

<file path=ppt/tags/tag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yL9BT6nRQ2G4tu1x9lU6g"/>
</p:tagLst>
</file>

<file path=ppt/tags/tag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JHh6.YSRfawKPDkv907BQ"/>
</p:tagLst>
</file>

<file path=ppt/tags/tag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_0qV732S7am1JqSgCj1GQ"/>
</p:tagLst>
</file>

<file path=ppt/tags/tag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_cnpnYatSOWDJR1r141nUQ"/>
</p:tagLst>
</file>

<file path=ppt/tags/tag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ZxfIqWMRhWB8V9c_KHheg"/>
</p:tagLst>
</file>

<file path=ppt/tags/tag2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kD0ACBARBCModKgULCl1A"/>
</p:tagLst>
</file>

<file path=ppt/tags/tag2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GG1eKoNRMicb_VF3Pag3A"/>
</p:tagLst>
</file>

<file path=ppt/tags/tag2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5cwvmSwxRfmneQrMKWKr9A"/>
</p:tagLst>
</file>

<file path=ppt/tags/tag2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.IzwQJKSgGA3CDCmE0Bfw"/>
</p:tagLst>
</file>

<file path=ppt/tags/tag2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14mlIclmRKKRKPrG8pUFsQ"/>
</p:tagLst>
</file>

<file path=ppt/tags/tag2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I9qfPstThCSTyKXv2QPOw"/>
</p:tagLst>
</file>

<file path=ppt/tags/tag2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w7J9Z.HRiewIE7HGTuOCg"/>
</p:tagLst>
</file>

<file path=ppt/theme/theme1.xml><?xml version="1.0" encoding="utf-8"?>
<a:theme xmlns:a="http://schemas.openxmlformats.org/drawingml/2006/main" name="Discussion - Core">
  <a:themeElements>
    <a:clrScheme name="New Brand">
      <a:dk1>
        <a:sysClr val="windowText" lastClr="000000"/>
      </a:dk1>
      <a:lt1>
        <a:sysClr val="window" lastClr="FFFFFF"/>
      </a:lt1>
      <a:dk2>
        <a:srgbClr val="2E368F"/>
      </a:dk2>
      <a:lt2>
        <a:srgbClr val="00264D"/>
      </a:lt2>
      <a:accent1>
        <a:srgbClr val="FF3A40"/>
      </a:accent1>
      <a:accent2>
        <a:srgbClr val="F25E21"/>
      </a:accent2>
      <a:accent3>
        <a:srgbClr val="F8981D"/>
      </a:accent3>
      <a:accent4>
        <a:srgbClr val="FED13B"/>
      </a:accent4>
      <a:accent5>
        <a:srgbClr val="E6E6E1"/>
      </a:accent5>
      <a:accent6>
        <a:srgbClr val="25B3E0"/>
      </a:accent6>
      <a:hlink>
        <a:srgbClr val="0048C7"/>
      </a:hlink>
      <a:folHlink>
        <a:srgbClr val="0048C7"/>
      </a:folHlink>
    </a:clrScheme>
    <a:fontScheme name="Custom 1">
      <a:majorFont>
        <a:latin typeface="Segoe UI Semibold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>
          <a:solidFill>
            <a:schemeClr val="accent3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5400">
          <a:solidFill>
            <a:schemeClr val="accent3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Discussion - Core" id="{15444C8D-43EA-4D70-9B7E-C362862BB66C}" vid="{E5DDE96C-8DCF-4E53-8D88-FE6CDD967596}"/>
    </a:ext>
  </a:extLst>
</a:theme>
</file>

<file path=ppt/theme/theme2.xml><?xml version="1.0" encoding="utf-8"?>
<a:theme xmlns:a="http://schemas.openxmlformats.org/drawingml/2006/main" name="1_Discussion - Core">
  <a:themeElements>
    <a:clrScheme name="New Brand">
      <a:dk1>
        <a:sysClr val="windowText" lastClr="000000"/>
      </a:dk1>
      <a:lt1>
        <a:sysClr val="window" lastClr="FFFFFF"/>
      </a:lt1>
      <a:dk2>
        <a:srgbClr val="2E368F"/>
      </a:dk2>
      <a:lt2>
        <a:srgbClr val="00264D"/>
      </a:lt2>
      <a:accent1>
        <a:srgbClr val="FF3A40"/>
      </a:accent1>
      <a:accent2>
        <a:srgbClr val="F25E21"/>
      </a:accent2>
      <a:accent3>
        <a:srgbClr val="F8981D"/>
      </a:accent3>
      <a:accent4>
        <a:srgbClr val="FED13B"/>
      </a:accent4>
      <a:accent5>
        <a:srgbClr val="E6E6E1"/>
      </a:accent5>
      <a:accent6>
        <a:srgbClr val="25B3E0"/>
      </a:accent6>
      <a:hlink>
        <a:srgbClr val="0048C7"/>
      </a:hlink>
      <a:folHlink>
        <a:srgbClr val="0048C7"/>
      </a:folHlink>
    </a:clrScheme>
    <a:fontScheme name="Custom 1">
      <a:majorFont>
        <a:latin typeface="Segoe UI Semibold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>
          <a:solidFill>
            <a:schemeClr val="accent3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5400">
          <a:solidFill>
            <a:schemeClr val="accent3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Discussion - Core" id="{ED7EE372-8EC5-48F3-A1DE-63CD21F9D8E8}" vid="{ABD628BD-2869-493D-892A-31939DEAB46D}"/>
    </a:ext>
  </a:extLst>
</a:theme>
</file>

<file path=ppt/theme/theme3.xml><?xml version="1.0" encoding="utf-8"?>
<a:theme xmlns:a="http://schemas.openxmlformats.org/drawingml/2006/main" name="2_Discussion - Core">
  <a:themeElements>
    <a:clrScheme name="New Brand">
      <a:dk1>
        <a:sysClr val="windowText" lastClr="000000"/>
      </a:dk1>
      <a:lt1>
        <a:sysClr val="window" lastClr="FFFFFF"/>
      </a:lt1>
      <a:dk2>
        <a:srgbClr val="2E368F"/>
      </a:dk2>
      <a:lt2>
        <a:srgbClr val="00264D"/>
      </a:lt2>
      <a:accent1>
        <a:srgbClr val="FF3A40"/>
      </a:accent1>
      <a:accent2>
        <a:srgbClr val="F25E21"/>
      </a:accent2>
      <a:accent3>
        <a:srgbClr val="F8981D"/>
      </a:accent3>
      <a:accent4>
        <a:srgbClr val="FED13B"/>
      </a:accent4>
      <a:accent5>
        <a:srgbClr val="E6E6E1"/>
      </a:accent5>
      <a:accent6>
        <a:srgbClr val="25B3E0"/>
      </a:accent6>
      <a:hlink>
        <a:srgbClr val="0048C7"/>
      </a:hlink>
      <a:folHlink>
        <a:srgbClr val="0048C7"/>
      </a:folHlink>
    </a:clrScheme>
    <a:fontScheme name="Custom 1">
      <a:majorFont>
        <a:latin typeface="Segoe UI Semibold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>
          <a:solidFill>
            <a:schemeClr val="accent3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5400">
          <a:solidFill>
            <a:schemeClr val="accent3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Discussion - Core" id="{ED7EE372-8EC5-48F3-A1DE-63CD21F9D8E8}" vid="{ABD628BD-2869-493D-892A-31939DEAB46D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182</TotalTime>
  <Words>99</Words>
  <Application>Microsoft Office PowerPoint</Application>
  <PresentationFormat>A4 Paper (210x297 mm)</PresentationFormat>
  <Paragraphs>53</Paragraphs>
  <Slides>3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3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12" baseType="lpstr">
      <vt:lpstr>Arial</vt:lpstr>
      <vt:lpstr>Calibri</vt:lpstr>
      <vt:lpstr>Segoe UI</vt:lpstr>
      <vt:lpstr>Segoe UI Semibold</vt:lpstr>
      <vt:lpstr>Segoe UI Semilight</vt:lpstr>
      <vt:lpstr>Discussion - Core</vt:lpstr>
      <vt:lpstr>1_Discussion - Core</vt:lpstr>
      <vt:lpstr>2_Discussion - Core</vt:lpstr>
      <vt:lpstr>think-cell Slide</vt:lpstr>
      <vt:lpstr>PowerPoint Presentation</vt:lpstr>
      <vt:lpstr>PowerPoint Presentation</vt:lpstr>
      <vt:lpstr>Table styles</vt:lpstr>
    </vt:vector>
  </TitlesOfParts>
  <Company>The Nous Group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>PowerPoint Presentation</dc:title>
  <dc:creator>Peter Ellis</dc:creator>
  <cp:lastModifiedBy/>
  <cp:revision>9</cp:revision>
  <cp:lastPrinted>2017-07-26T07:33:06Z</cp:lastPrinted>
  <dcterms:created xsi:type="dcterms:W3CDTF">2019-09-25T00:14:08Z</dcterms:created>
  <dcterms:modified xsi:type="dcterms:W3CDTF">2023-04-01T22:41:57Z</dcterms:modified>
</cp:coreProperties>
</file>